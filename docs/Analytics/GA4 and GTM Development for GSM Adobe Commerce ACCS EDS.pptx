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2.xml" ContentType="application/vnd.openxmlformats-officedocument.theme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theme/theme3.xml" ContentType="application/vnd.openxmlformats-officedocument.theme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96" r:id="rId4"/>
    <p:sldMasterId id="2147483948" r:id="rId5"/>
    <p:sldMasterId id="2147483989" r:id="rId6"/>
    <p:sldMasterId id="2147484030" r:id="rId7"/>
  </p:sldMasterIdLst>
  <p:notesMasterIdLst>
    <p:notesMasterId r:id="rId13"/>
  </p:notesMasterIdLst>
  <p:handoutMasterIdLst>
    <p:handoutMasterId r:id="rId14"/>
  </p:handoutMasterIdLst>
  <p:sldIdLst>
    <p:sldId id="2147478852" r:id="rId8"/>
    <p:sldId id="2147478851" r:id="rId9"/>
    <p:sldId id="568" r:id="rId10"/>
    <p:sldId id="571" r:id="rId11"/>
    <p:sldId id="570" r:id="rId12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A4 &amp; GTM Development" id="{C9278DB1-F54F-4843-923F-A727E1B7987E}">
          <p14:sldIdLst>
            <p14:sldId id="2147478852"/>
            <p14:sldId id="2147478851"/>
            <p14:sldId id="568"/>
            <p14:sldId id="571"/>
            <p14:sldId id="5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726B309-365D-51C6-EB1A-5C5A3029248C}" name="Yelland, Shannon" initials="YS" userId="S::syelland@girlscouts.org::6c5986ed-bcc1-48be-9b19-c333f49c8555" providerId="AD"/>
  <p188:author id="{2DD16035-A163-EDD1-B20D-2D31FEC805BF}" name="Dominiak, Rich" initials="" userId="S::RDominiak@girlscouts.org::33ed86dc-2e9c-43fd-ab6a-1209ad52782a" providerId="AD"/>
  <p188:author id="{B19A0150-F71D-DA02-B068-204FF3C95198}" name="Jarin, Kristen" initials="JK" userId="S::kjarin@girlscouts.org::0c55b322-4b8c-4aa9-af23-c2614b2c31f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B2FA"/>
    <a:srgbClr val="FDB89F"/>
    <a:srgbClr val="A1EDD5"/>
    <a:srgbClr val="A8A7A8"/>
    <a:srgbClr val="D6C99F"/>
    <a:srgbClr val="5C1F8C"/>
    <a:srgbClr val="F8BF04"/>
    <a:srgbClr val="03B552"/>
    <a:srgbClr val="FF820E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DF24DB-8711-F66A-B3A6-BF93295471AD}" v="13" dt="2026-02-11T14:26:45.8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37" d="100"/>
          <a:sy n="137" d="100"/>
        </p:scale>
        <p:origin x="1368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3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h Dominiak" userId="S::rdominiak_girlscouts.org@girlscoutsconnect.org::45948d84-9173-4f15-9c79-577d5e164969" providerId="AD" clId="Web-{9EDF24DB-8711-F66A-B3A6-BF93295471AD}"/>
    <pc:docChg chg="addSld modSld modSection">
      <pc:chgData name="Rich Dominiak" userId="S::rdominiak_girlscouts.org@girlscoutsconnect.org::45948d84-9173-4f15-9c79-577d5e164969" providerId="AD" clId="Web-{9EDF24DB-8711-F66A-B3A6-BF93295471AD}" dt="2026-02-11T14:26:45.831" v="10" actId="1076"/>
      <pc:docMkLst>
        <pc:docMk/>
      </pc:docMkLst>
      <pc:sldChg chg="addSp delSp modSp">
        <pc:chgData name="Rich Dominiak" userId="S::rdominiak_girlscouts.org@girlscoutsconnect.org::45948d84-9173-4f15-9c79-577d5e164969" providerId="AD" clId="Web-{9EDF24DB-8711-F66A-B3A6-BF93295471AD}" dt="2026-02-10T17:39:59.410" v="2"/>
        <pc:sldMkLst>
          <pc:docMk/>
          <pc:sldMk cId="204024229" sldId="2147478851"/>
        </pc:sldMkLst>
        <pc:picChg chg="add del mod">
          <ac:chgData name="Rich Dominiak" userId="S::rdominiak_girlscouts.org@girlscoutsconnect.org::45948d84-9173-4f15-9c79-577d5e164969" providerId="AD" clId="Web-{9EDF24DB-8711-F66A-B3A6-BF93295471AD}" dt="2026-02-10T17:39:59.410" v="2"/>
          <ac:picMkLst>
            <pc:docMk/>
            <pc:sldMk cId="204024229" sldId="2147478851"/>
            <ac:picMk id="21" creationId="{846A4BE2-6334-5E46-C0F6-5A0F72F0CE4A}"/>
          </ac:picMkLst>
        </pc:picChg>
      </pc:sldChg>
      <pc:sldChg chg="addSp delSp modSp new">
        <pc:chgData name="Rich Dominiak" userId="S::rdominiak_girlscouts.org@girlscoutsconnect.org::45948d84-9173-4f15-9c79-577d5e164969" providerId="AD" clId="Web-{9EDF24DB-8711-F66A-B3A6-BF93295471AD}" dt="2026-02-11T14:26:45.831" v="10" actId="1076"/>
        <pc:sldMkLst>
          <pc:docMk/>
          <pc:sldMk cId="221270054" sldId="2147478852"/>
        </pc:sldMkLst>
        <pc:spChg chg="del">
          <ac:chgData name="Rich Dominiak" userId="S::rdominiak_girlscouts.org@girlscoutsconnect.org::45948d84-9173-4f15-9c79-577d5e164969" providerId="AD" clId="Web-{9EDF24DB-8711-F66A-B3A6-BF93295471AD}" dt="2026-02-10T17:40:51.145" v="5"/>
          <ac:spMkLst>
            <pc:docMk/>
            <pc:sldMk cId="221270054" sldId="2147478852"/>
            <ac:spMk id="4" creationId="{D3D5041B-4BCE-EAE9-DBF9-FFE6A9A83069}"/>
          </ac:spMkLst>
        </pc:spChg>
        <pc:spChg chg="add">
          <ac:chgData name="Rich Dominiak" userId="S::rdominiak_girlscouts.org@girlscoutsconnect.org::45948d84-9173-4f15-9c79-577d5e164969" providerId="AD" clId="Web-{9EDF24DB-8711-F66A-B3A6-BF93295471AD}" dt="2026-02-10T17:41:02.989" v="6"/>
          <ac:spMkLst>
            <pc:docMk/>
            <pc:sldMk cId="221270054" sldId="2147478852"/>
            <ac:spMk id="7" creationId="{A8B5A020-9608-D619-9723-3BA4292BF4CE}"/>
          </ac:spMkLst>
        </pc:spChg>
        <pc:picChg chg="add mod">
          <ac:chgData name="Rich Dominiak" userId="S::rdominiak_girlscouts.org@girlscoutsconnect.org::45948d84-9173-4f15-9c79-577d5e164969" providerId="AD" clId="Web-{9EDF24DB-8711-F66A-B3A6-BF93295471AD}" dt="2026-02-11T14:26:45.831" v="10" actId="1076"/>
          <ac:picMkLst>
            <pc:docMk/>
            <pc:sldMk cId="221270054" sldId="2147478852"/>
            <ac:picMk id="5" creationId="{27AF6C58-C274-E73F-57EE-18BE1CFEE5BF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AC9943A-BE2C-4541-A453-B4700423355F}" type="doc">
      <dgm:prSet loTypeId="urn:microsoft.com/office/officeart/2005/8/layout/process1" loCatId="" qsTypeId="urn:microsoft.com/office/officeart/2005/8/quickstyle/simple1" qsCatId="simple" csTypeId="urn:microsoft.com/office/officeart/2005/8/colors/accent1_2" csCatId="accent1" phldr="1"/>
      <dgm:spPr/>
    </dgm:pt>
    <dgm:pt modelId="{7951E3F9-C936-8644-A209-21A25AC8EED1}">
      <dgm:prSet phldrT="[Text]"/>
      <dgm:spPr/>
      <dgm:t>
        <a:bodyPr/>
        <a:lstStyle/>
        <a:p>
          <a:r>
            <a:rPr lang="en-US"/>
            <a:t>Page Design</a:t>
          </a:r>
        </a:p>
      </dgm:t>
    </dgm:pt>
    <dgm:pt modelId="{706C2A49-E315-6044-B6EC-493E6490821A}" type="parTrans" cxnId="{A08E6510-AD17-1540-9E39-4954B3985D99}">
      <dgm:prSet/>
      <dgm:spPr/>
      <dgm:t>
        <a:bodyPr/>
        <a:lstStyle/>
        <a:p>
          <a:endParaRPr lang="en-US"/>
        </a:p>
      </dgm:t>
    </dgm:pt>
    <dgm:pt modelId="{114E5607-8DF9-9545-9E5B-FEE2F10CEEE1}" type="sibTrans" cxnId="{A08E6510-AD17-1540-9E39-4954B3985D99}">
      <dgm:prSet/>
      <dgm:spPr/>
      <dgm:t>
        <a:bodyPr/>
        <a:lstStyle/>
        <a:p>
          <a:endParaRPr lang="en-US"/>
        </a:p>
      </dgm:t>
    </dgm:pt>
    <dgm:pt modelId="{224ADE32-E5EE-C348-A41F-F1A45373715B}">
      <dgm:prSet phldrT="[Text]"/>
      <dgm:spPr/>
      <dgm:t>
        <a:bodyPr/>
        <a:lstStyle/>
        <a:p>
          <a:r>
            <a:rPr lang="en-US"/>
            <a:t>GA4 Requirements</a:t>
          </a:r>
        </a:p>
      </dgm:t>
    </dgm:pt>
    <dgm:pt modelId="{FA163F80-8DFF-6148-8451-A7A0EBCD8BB1}" type="parTrans" cxnId="{5E819838-FBE5-5B45-9076-A8540C14F288}">
      <dgm:prSet/>
      <dgm:spPr/>
      <dgm:t>
        <a:bodyPr/>
        <a:lstStyle/>
        <a:p>
          <a:endParaRPr lang="en-US"/>
        </a:p>
      </dgm:t>
    </dgm:pt>
    <dgm:pt modelId="{B78389BF-9263-4A46-B9AC-700A67E32471}" type="sibTrans" cxnId="{5E819838-FBE5-5B45-9076-A8540C14F288}">
      <dgm:prSet/>
      <dgm:spPr/>
      <dgm:t>
        <a:bodyPr/>
        <a:lstStyle/>
        <a:p>
          <a:endParaRPr lang="en-US"/>
        </a:p>
      </dgm:t>
    </dgm:pt>
    <dgm:pt modelId="{2353B024-C95C-4B42-A5AC-F462A9EB2E65}">
      <dgm:prSet phldrT="[Text]"/>
      <dgm:spPr/>
      <dgm:t>
        <a:bodyPr/>
        <a:lstStyle/>
        <a:p>
          <a:r>
            <a:rPr lang="en-US"/>
            <a:t>Tagging Plan</a:t>
          </a:r>
        </a:p>
      </dgm:t>
    </dgm:pt>
    <dgm:pt modelId="{CE7269EF-BFFA-D646-9E6F-449F3FBCCDDF}" type="parTrans" cxnId="{7D691CC8-4090-2C46-B1BE-63C485F35F64}">
      <dgm:prSet/>
      <dgm:spPr/>
      <dgm:t>
        <a:bodyPr/>
        <a:lstStyle/>
        <a:p>
          <a:endParaRPr lang="en-US"/>
        </a:p>
      </dgm:t>
    </dgm:pt>
    <dgm:pt modelId="{5291AAFB-626B-7B47-BFA3-CC0362291E97}" type="sibTrans" cxnId="{7D691CC8-4090-2C46-B1BE-63C485F35F64}">
      <dgm:prSet/>
      <dgm:spPr/>
      <dgm:t>
        <a:bodyPr/>
        <a:lstStyle/>
        <a:p>
          <a:endParaRPr lang="en-US"/>
        </a:p>
      </dgm:t>
    </dgm:pt>
    <dgm:pt modelId="{FD9B3DA9-6024-1C4F-B05F-9C7991B4F65E}">
      <dgm:prSet phldrT="[Text]"/>
      <dgm:spPr/>
      <dgm:t>
        <a:bodyPr/>
        <a:lstStyle/>
        <a:p>
          <a:r>
            <a:rPr lang="en-US"/>
            <a:t>Wireframes</a:t>
          </a:r>
        </a:p>
      </dgm:t>
    </dgm:pt>
    <dgm:pt modelId="{404E7891-550B-3443-8F2B-B646E3722C3D}" type="parTrans" cxnId="{57A46523-3EC4-AE43-8F2A-9B9CB033B261}">
      <dgm:prSet/>
      <dgm:spPr/>
      <dgm:t>
        <a:bodyPr/>
        <a:lstStyle/>
        <a:p>
          <a:endParaRPr lang="en-US"/>
        </a:p>
      </dgm:t>
    </dgm:pt>
    <dgm:pt modelId="{72D0E7B9-5532-4748-AE09-EC145F152044}" type="sibTrans" cxnId="{57A46523-3EC4-AE43-8F2A-9B9CB033B261}">
      <dgm:prSet/>
      <dgm:spPr/>
      <dgm:t>
        <a:bodyPr/>
        <a:lstStyle/>
        <a:p>
          <a:endParaRPr lang="en-US"/>
        </a:p>
      </dgm:t>
    </dgm:pt>
    <dgm:pt modelId="{52A4E5B5-91D1-004F-A3EF-AFEEF5A47306}">
      <dgm:prSet phldrT="[Text]"/>
      <dgm:spPr/>
      <dgm:t>
        <a:bodyPr/>
        <a:lstStyle/>
        <a:p>
          <a:r>
            <a:rPr lang="en-US"/>
            <a:t>Blocks, </a:t>
          </a:r>
          <a:r>
            <a:rPr lang="en-US">
              <a:latin typeface="Aptos Display" panose="02110004020202020204"/>
            </a:rPr>
            <a:t>modules</a:t>
          </a:r>
          <a:endParaRPr lang="en-US"/>
        </a:p>
      </dgm:t>
    </dgm:pt>
    <dgm:pt modelId="{74A2E6A6-9558-3A42-9FC7-E36C944C2338}" type="parTrans" cxnId="{E1AB723D-5F45-6747-8F85-E94F07E02711}">
      <dgm:prSet/>
      <dgm:spPr/>
      <dgm:t>
        <a:bodyPr/>
        <a:lstStyle/>
        <a:p>
          <a:endParaRPr lang="en-US"/>
        </a:p>
      </dgm:t>
    </dgm:pt>
    <dgm:pt modelId="{C0D30B7E-29F2-E34E-9806-9E72FAA3719A}" type="sibTrans" cxnId="{E1AB723D-5F45-6747-8F85-E94F07E02711}">
      <dgm:prSet/>
      <dgm:spPr/>
      <dgm:t>
        <a:bodyPr/>
        <a:lstStyle/>
        <a:p>
          <a:endParaRPr lang="en-US"/>
        </a:p>
      </dgm:t>
    </dgm:pt>
    <dgm:pt modelId="{638A9F45-326E-0446-B4F8-E31BAE8E07C1}">
      <dgm:prSet phldrT="[Text]"/>
      <dgm:spPr/>
      <dgm:t>
        <a:bodyPr/>
        <a:lstStyle/>
        <a:p>
          <a:r>
            <a:rPr lang="en-US"/>
            <a:t>Variants, </a:t>
          </a:r>
          <a:r>
            <a:rPr lang="en-US">
              <a:latin typeface="Aptos Display" panose="02110004020202020204"/>
            </a:rPr>
            <a:t>actions</a:t>
          </a:r>
          <a:endParaRPr lang="en-US"/>
        </a:p>
      </dgm:t>
    </dgm:pt>
    <dgm:pt modelId="{4305B7DB-6575-C148-9957-69D3D7A5BB98}" type="parTrans" cxnId="{7362CE28-65D0-324D-8D90-84CEDD5FDB55}">
      <dgm:prSet/>
      <dgm:spPr/>
      <dgm:t>
        <a:bodyPr/>
        <a:lstStyle/>
        <a:p>
          <a:endParaRPr lang="en-US"/>
        </a:p>
      </dgm:t>
    </dgm:pt>
    <dgm:pt modelId="{DB89E060-3697-2241-BDCA-9DB1204B0A2C}" type="sibTrans" cxnId="{7362CE28-65D0-324D-8D90-84CEDD5FDB55}">
      <dgm:prSet/>
      <dgm:spPr/>
      <dgm:t>
        <a:bodyPr/>
        <a:lstStyle/>
        <a:p>
          <a:endParaRPr lang="en-US"/>
        </a:p>
      </dgm:t>
    </dgm:pt>
    <dgm:pt modelId="{2C20EBE4-7DD6-264A-8BF1-811E509BB438}">
      <dgm:prSet phldrT="[Text]"/>
      <dgm:spPr/>
      <dgm:t>
        <a:bodyPr/>
        <a:lstStyle/>
        <a:p>
          <a:r>
            <a:rPr lang="en-US"/>
            <a:t>Use </a:t>
          </a:r>
          <a:r>
            <a:rPr lang="en-US">
              <a:latin typeface="Aptos Display" panose="02110004020202020204"/>
            </a:rPr>
            <a:t>cases</a:t>
          </a:r>
          <a:endParaRPr lang="en-US"/>
        </a:p>
      </dgm:t>
    </dgm:pt>
    <dgm:pt modelId="{3B8F0FE1-6A2F-FD4A-A352-797952278346}" type="parTrans" cxnId="{0544B178-9500-E94D-8B7C-CBBAF3F43196}">
      <dgm:prSet/>
      <dgm:spPr/>
      <dgm:t>
        <a:bodyPr/>
        <a:lstStyle/>
        <a:p>
          <a:endParaRPr lang="en-US"/>
        </a:p>
      </dgm:t>
    </dgm:pt>
    <dgm:pt modelId="{3144F6BF-8FD0-984F-9E6F-AF639258FE8D}" type="sibTrans" cxnId="{0544B178-9500-E94D-8B7C-CBBAF3F43196}">
      <dgm:prSet/>
      <dgm:spPr/>
      <dgm:t>
        <a:bodyPr/>
        <a:lstStyle/>
        <a:p>
          <a:endParaRPr lang="en-US"/>
        </a:p>
      </dgm:t>
    </dgm:pt>
    <dgm:pt modelId="{38C6B418-D21F-6141-AA4C-169AD1D2384B}">
      <dgm:prSet phldrT="[Text]"/>
      <dgm:spPr/>
      <dgm:t>
        <a:bodyPr/>
        <a:lstStyle/>
        <a:p>
          <a:r>
            <a:rPr lang="en-US"/>
            <a:t>Actionable </a:t>
          </a:r>
          <a:r>
            <a:rPr lang="en-US">
              <a:latin typeface="Aptos Display" panose="02110004020202020204"/>
            </a:rPr>
            <a:t>insights</a:t>
          </a:r>
          <a:r>
            <a:rPr lang="en-US"/>
            <a:t> needed</a:t>
          </a:r>
        </a:p>
      </dgm:t>
    </dgm:pt>
    <dgm:pt modelId="{0D634A6A-EF3A-A443-95FA-5703E6628AB1}" type="parTrans" cxnId="{5B314216-02D0-7846-B1CF-81814FF0E05B}">
      <dgm:prSet/>
      <dgm:spPr/>
      <dgm:t>
        <a:bodyPr/>
        <a:lstStyle/>
        <a:p>
          <a:endParaRPr lang="en-US"/>
        </a:p>
      </dgm:t>
    </dgm:pt>
    <dgm:pt modelId="{3BF0C2ED-F60C-6146-9197-CC5CA4498CD3}" type="sibTrans" cxnId="{5B314216-02D0-7846-B1CF-81814FF0E05B}">
      <dgm:prSet/>
      <dgm:spPr/>
      <dgm:t>
        <a:bodyPr/>
        <a:lstStyle/>
        <a:p>
          <a:endParaRPr lang="en-US"/>
        </a:p>
      </dgm:t>
    </dgm:pt>
    <dgm:pt modelId="{C46AF851-A028-7441-9CB2-18D561515A28}">
      <dgm:prSet phldrT="[Text]"/>
      <dgm:spPr/>
      <dgm:t>
        <a:bodyPr/>
        <a:lstStyle/>
        <a:p>
          <a:r>
            <a:rPr lang="en-US"/>
            <a:t>Events that need tagging</a:t>
          </a:r>
        </a:p>
      </dgm:t>
    </dgm:pt>
    <dgm:pt modelId="{20437D6C-8277-3E4B-A93E-4D1AAB220F6B}" type="parTrans" cxnId="{71472F1C-DA5C-8B4E-96D0-97F0B661354D}">
      <dgm:prSet/>
      <dgm:spPr/>
      <dgm:t>
        <a:bodyPr/>
        <a:lstStyle/>
        <a:p>
          <a:endParaRPr lang="en-US"/>
        </a:p>
      </dgm:t>
    </dgm:pt>
    <dgm:pt modelId="{B4FDCD34-0C2A-5D4B-BA33-595926AD4A0C}" type="sibTrans" cxnId="{71472F1C-DA5C-8B4E-96D0-97F0B661354D}">
      <dgm:prSet/>
      <dgm:spPr/>
      <dgm:t>
        <a:bodyPr/>
        <a:lstStyle/>
        <a:p>
          <a:endParaRPr lang="en-US"/>
        </a:p>
      </dgm:t>
    </dgm:pt>
    <dgm:pt modelId="{22C7A14E-6211-D84F-985C-10A94DB2D094}">
      <dgm:prSet phldrT="[Text]"/>
      <dgm:spPr/>
      <dgm:t>
        <a:bodyPr/>
        <a:lstStyle/>
        <a:p>
          <a:r>
            <a:rPr lang="en-US"/>
            <a:t>Code snippets for event</a:t>
          </a:r>
        </a:p>
      </dgm:t>
    </dgm:pt>
    <dgm:pt modelId="{F68996EE-DEE1-8B46-9B39-AFF4F83AEBCB}" type="parTrans" cxnId="{062B1A55-7F12-2B40-B295-D4413FF813A0}">
      <dgm:prSet/>
      <dgm:spPr/>
      <dgm:t>
        <a:bodyPr/>
        <a:lstStyle/>
        <a:p>
          <a:endParaRPr lang="en-US"/>
        </a:p>
      </dgm:t>
    </dgm:pt>
    <dgm:pt modelId="{1987FBAB-674C-F244-B37D-BC88CFDF6446}" type="sibTrans" cxnId="{062B1A55-7F12-2B40-B295-D4413FF813A0}">
      <dgm:prSet/>
      <dgm:spPr/>
      <dgm:t>
        <a:bodyPr/>
        <a:lstStyle/>
        <a:p>
          <a:endParaRPr lang="en-US"/>
        </a:p>
      </dgm:t>
    </dgm:pt>
    <dgm:pt modelId="{4339D05A-431F-894E-814F-F6CF90047571}">
      <dgm:prSet phldrT="[Text]"/>
      <dgm:spPr/>
      <dgm:t>
        <a:bodyPr/>
        <a:lstStyle/>
        <a:p>
          <a:r>
            <a:rPr lang="en-US"/>
            <a:t>Description of insights gained</a:t>
          </a:r>
        </a:p>
      </dgm:t>
    </dgm:pt>
    <dgm:pt modelId="{CD099C46-F598-A744-AE67-176C596BEC50}" type="parTrans" cxnId="{E9CDC1B1-4287-9B46-86C4-6220C5BEA6E1}">
      <dgm:prSet/>
      <dgm:spPr/>
      <dgm:t>
        <a:bodyPr/>
        <a:lstStyle/>
        <a:p>
          <a:endParaRPr lang="en-US"/>
        </a:p>
      </dgm:t>
    </dgm:pt>
    <dgm:pt modelId="{266DEB3B-271B-EF4F-80A6-B61AF9FF86F6}" type="sibTrans" cxnId="{E9CDC1B1-4287-9B46-86C4-6220C5BEA6E1}">
      <dgm:prSet/>
      <dgm:spPr/>
      <dgm:t>
        <a:bodyPr/>
        <a:lstStyle/>
        <a:p>
          <a:endParaRPr lang="en-US"/>
        </a:p>
      </dgm:t>
    </dgm:pt>
    <dgm:pt modelId="{8477A695-1142-6747-87F4-8BC514BCC0FA}">
      <dgm:prSet phldrT="[Text]"/>
      <dgm:spPr/>
      <dgm:t>
        <a:bodyPr/>
        <a:lstStyle/>
        <a:p>
          <a:r>
            <a:rPr lang="en-US"/>
            <a:t>Tech Design for Dev</a:t>
          </a:r>
        </a:p>
      </dgm:t>
    </dgm:pt>
    <dgm:pt modelId="{F5448F63-55AB-0845-A32E-5A6029105388}" type="parTrans" cxnId="{16245834-F642-9045-96BD-A473B74296DE}">
      <dgm:prSet/>
      <dgm:spPr/>
      <dgm:t>
        <a:bodyPr/>
        <a:lstStyle/>
        <a:p>
          <a:endParaRPr lang="en-US"/>
        </a:p>
      </dgm:t>
    </dgm:pt>
    <dgm:pt modelId="{46D4ADF8-6D6F-3840-8486-846C5A0A957B}" type="sibTrans" cxnId="{16245834-F642-9045-96BD-A473B74296DE}">
      <dgm:prSet/>
      <dgm:spPr/>
      <dgm:t>
        <a:bodyPr/>
        <a:lstStyle/>
        <a:p>
          <a:endParaRPr lang="en-US"/>
        </a:p>
      </dgm:t>
    </dgm:pt>
    <dgm:pt modelId="{0B83695D-583C-4E4F-9E32-8A9F9DC674A0}">
      <dgm:prSet phldrT="[Text]"/>
      <dgm:spPr/>
      <dgm:t>
        <a:bodyPr/>
        <a:lstStyle/>
        <a:p>
          <a:r>
            <a:rPr lang="en-US"/>
            <a:t>JIRA tickets </a:t>
          </a:r>
        </a:p>
      </dgm:t>
    </dgm:pt>
    <dgm:pt modelId="{614E898C-0231-5A47-AE8B-0941163A784D}" type="parTrans" cxnId="{0A3AD67F-9B4D-3C4B-AEC6-8ED1DD2BBCB2}">
      <dgm:prSet/>
      <dgm:spPr/>
      <dgm:t>
        <a:bodyPr/>
        <a:lstStyle/>
        <a:p>
          <a:endParaRPr lang="en-US"/>
        </a:p>
      </dgm:t>
    </dgm:pt>
    <dgm:pt modelId="{104EF70D-5E11-734D-9A72-9078BE88735B}" type="sibTrans" cxnId="{0A3AD67F-9B4D-3C4B-AEC6-8ED1DD2BBCB2}">
      <dgm:prSet/>
      <dgm:spPr/>
      <dgm:t>
        <a:bodyPr/>
        <a:lstStyle/>
        <a:p>
          <a:endParaRPr lang="en-US"/>
        </a:p>
      </dgm:t>
    </dgm:pt>
    <dgm:pt modelId="{7CB7B15C-028A-5B42-919A-8398CF98EFB6}">
      <dgm:prSet phldrT="[Text]"/>
      <dgm:spPr/>
      <dgm:t>
        <a:bodyPr/>
        <a:lstStyle/>
        <a:p>
          <a:r>
            <a:rPr lang="en-US"/>
            <a:t>Include tagging plan</a:t>
          </a:r>
        </a:p>
      </dgm:t>
    </dgm:pt>
    <dgm:pt modelId="{A413D0EC-DC34-F94D-8A9A-03F4544811CC}" type="parTrans" cxnId="{C561899B-A354-2640-B248-F60DA18A8691}">
      <dgm:prSet/>
      <dgm:spPr/>
      <dgm:t>
        <a:bodyPr/>
        <a:lstStyle/>
        <a:p>
          <a:endParaRPr lang="en-US"/>
        </a:p>
      </dgm:t>
    </dgm:pt>
    <dgm:pt modelId="{5AF87F16-7841-A64B-8D86-A391B364EFAF}" type="sibTrans" cxnId="{C561899B-A354-2640-B248-F60DA18A8691}">
      <dgm:prSet/>
      <dgm:spPr/>
      <dgm:t>
        <a:bodyPr/>
        <a:lstStyle/>
        <a:p>
          <a:endParaRPr lang="en-US"/>
        </a:p>
      </dgm:t>
    </dgm:pt>
    <dgm:pt modelId="{94D4CC44-DCBB-3C40-BAF7-C62E54F0228A}">
      <dgm:prSet phldrT="[Text]"/>
      <dgm:spPr/>
      <dgm:t>
        <a:bodyPr/>
        <a:lstStyle/>
        <a:p>
          <a:r>
            <a:rPr lang="en-US"/>
            <a:t>Link to GA4 JIRA board</a:t>
          </a:r>
        </a:p>
      </dgm:t>
    </dgm:pt>
    <dgm:pt modelId="{75303986-08F1-564C-A1C4-0AEC67FA0A5A}" type="parTrans" cxnId="{B0D906E2-2902-4749-94C2-E9F22AEBC052}">
      <dgm:prSet/>
      <dgm:spPr/>
      <dgm:t>
        <a:bodyPr/>
        <a:lstStyle/>
        <a:p>
          <a:endParaRPr lang="en-US"/>
        </a:p>
      </dgm:t>
    </dgm:pt>
    <dgm:pt modelId="{85A54D07-C1B7-FE44-8200-CE78DE7D625D}" type="sibTrans" cxnId="{B0D906E2-2902-4749-94C2-E9F22AEBC052}">
      <dgm:prSet/>
      <dgm:spPr/>
      <dgm:t>
        <a:bodyPr/>
        <a:lstStyle/>
        <a:p>
          <a:endParaRPr lang="en-US"/>
        </a:p>
      </dgm:t>
    </dgm:pt>
    <dgm:pt modelId="{801AA38F-FB2A-2B4B-ADEB-7DF9A05CF1FB}">
      <dgm:prSet phldrT="[Text]"/>
      <dgm:spPr/>
      <dgm:t>
        <a:bodyPr/>
        <a:lstStyle/>
        <a:p>
          <a:r>
            <a:rPr lang="en-US"/>
            <a:t>Testing plan</a:t>
          </a:r>
        </a:p>
      </dgm:t>
    </dgm:pt>
    <dgm:pt modelId="{862ACF14-2B21-284D-8002-57909ABF775B}" type="parTrans" cxnId="{602BFAB0-32B1-9B47-8122-FA67F98177F5}">
      <dgm:prSet/>
      <dgm:spPr/>
      <dgm:t>
        <a:bodyPr/>
        <a:lstStyle/>
        <a:p>
          <a:endParaRPr lang="en-US"/>
        </a:p>
      </dgm:t>
    </dgm:pt>
    <dgm:pt modelId="{A4C657EB-5C2D-B44A-B385-10AB61E42033}" type="sibTrans" cxnId="{602BFAB0-32B1-9B47-8122-FA67F98177F5}">
      <dgm:prSet/>
      <dgm:spPr/>
      <dgm:t>
        <a:bodyPr/>
        <a:lstStyle/>
        <a:p>
          <a:endParaRPr lang="en-US"/>
        </a:p>
      </dgm:t>
    </dgm:pt>
    <dgm:pt modelId="{C1702EB5-CE0B-E144-B046-2FAA17D05F05}">
      <dgm:prSet phldrT="[Text]"/>
      <dgm:spPr/>
      <dgm:t>
        <a:bodyPr/>
        <a:lstStyle/>
        <a:p>
          <a:r>
            <a:rPr lang="en-US"/>
            <a:t>Development</a:t>
          </a:r>
        </a:p>
      </dgm:t>
    </dgm:pt>
    <dgm:pt modelId="{FD93DC8D-F46E-F145-BBA5-931340BEB1DD}" type="parTrans" cxnId="{621021D1-B316-3940-8C99-82A07A79B419}">
      <dgm:prSet/>
      <dgm:spPr/>
      <dgm:t>
        <a:bodyPr/>
        <a:lstStyle/>
        <a:p>
          <a:endParaRPr lang="en-US"/>
        </a:p>
      </dgm:t>
    </dgm:pt>
    <dgm:pt modelId="{A425D60F-F5B3-7B45-A221-7D92C9F28D73}" type="sibTrans" cxnId="{621021D1-B316-3940-8C99-82A07A79B419}">
      <dgm:prSet/>
      <dgm:spPr/>
      <dgm:t>
        <a:bodyPr/>
        <a:lstStyle/>
        <a:p>
          <a:endParaRPr lang="en-US"/>
        </a:p>
      </dgm:t>
    </dgm:pt>
    <dgm:pt modelId="{0C1E9D60-E425-964F-AE74-23B0335F1916}">
      <dgm:prSet phldrT="[Text]"/>
      <dgm:spPr/>
      <dgm:t>
        <a:bodyPr/>
        <a:lstStyle/>
        <a:p>
          <a:r>
            <a:rPr lang="en-US"/>
            <a:t>Implement push to </a:t>
          </a:r>
          <a:r>
            <a:rPr lang="en-US" err="1"/>
            <a:t>dataLayer</a:t>
          </a:r>
          <a:endParaRPr lang="en-US"/>
        </a:p>
      </dgm:t>
    </dgm:pt>
    <dgm:pt modelId="{ABA557B6-C724-6148-9509-B5892FDF4A2B}" type="parTrans" cxnId="{53B0031A-827A-0D47-9464-498975FE8A75}">
      <dgm:prSet/>
      <dgm:spPr/>
      <dgm:t>
        <a:bodyPr/>
        <a:lstStyle/>
        <a:p>
          <a:endParaRPr lang="en-US"/>
        </a:p>
      </dgm:t>
    </dgm:pt>
    <dgm:pt modelId="{3CB3465B-F49E-224F-A6A4-3A101A81CD34}" type="sibTrans" cxnId="{53B0031A-827A-0D47-9464-498975FE8A75}">
      <dgm:prSet/>
      <dgm:spPr/>
      <dgm:t>
        <a:bodyPr/>
        <a:lstStyle/>
        <a:p>
          <a:endParaRPr lang="en-US"/>
        </a:p>
      </dgm:t>
    </dgm:pt>
    <dgm:pt modelId="{70B40F7E-FD01-1E49-9DDF-B25EDE259488}">
      <dgm:prSet phldrT="[Text]"/>
      <dgm:spPr/>
      <dgm:t>
        <a:bodyPr/>
        <a:lstStyle/>
        <a:p>
          <a:r>
            <a:rPr lang="en-US"/>
            <a:t>GTM development</a:t>
          </a:r>
        </a:p>
      </dgm:t>
    </dgm:pt>
    <dgm:pt modelId="{A43FA006-D51F-344A-AAA5-5F205AD7CF3A}" type="parTrans" cxnId="{089485C7-4481-274C-B41A-5E5D70C6AC75}">
      <dgm:prSet/>
      <dgm:spPr/>
      <dgm:t>
        <a:bodyPr/>
        <a:lstStyle/>
        <a:p>
          <a:endParaRPr lang="en-US"/>
        </a:p>
      </dgm:t>
    </dgm:pt>
    <dgm:pt modelId="{FDBA013F-7AEF-6B4A-A8C0-89BB58C66F8C}" type="sibTrans" cxnId="{089485C7-4481-274C-B41A-5E5D70C6AC75}">
      <dgm:prSet/>
      <dgm:spPr/>
      <dgm:t>
        <a:bodyPr/>
        <a:lstStyle/>
        <a:p>
          <a:endParaRPr lang="en-US"/>
        </a:p>
      </dgm:t>
    </dgm:pt>
    <dgm:pt modelId="{4EAB9B00-EAEF-874B-9E2E-8F25FD52DDD9}">
      <dgm:prSet phldrT="[Text]"/>
      <dgm:spPr/>
      <dgm:t>
        <a:bodyPr/>
        <a:lstStyle/>
        <a:p>
          <a:r>
            <a:rPr lang="en-US"/>
            <a:t>Unit testing</a:t>
          </a:r>
        </a:p>
      </dgm:t>
    </dgm:pt>
    <dgm:pt modelId="{1BB74313-90ED-1B4D-9FE5-4AFDA8BD98F0}" type="parTrans" cxnId="{B860BB5A-3835-2340-A6BE-90FFC36052DA}">
      <dgm:prSet/>
      <dgm:spPr/>
      <dgm:t>
        <a:bodyPr/>
        <a:lstStyle/>
        <a:p>
          <a:endParaRPr lang="en-US"/>
        </a:p>
      </dgm:t>
    </dgm:pt>
    <dgm:pt modelId="{7713EF0D-D82F-8E49-A3D0-06A2D28D01EE}" type="sibTrans" cxnId="{B860BB5A-3835-2340-A6BE-90FFC36052DA}">
      <dgm:prSet/>
      <dgm:spPr/>
      <dgm:t>
        <a:bodyPr/>
        <a:lstStyle/>
        <a:p>
          <a:endParaRPr lang="en-US"/>
        </a:p>
      </dgm:t>
    </dgm:pt>
    <dgm:pt modelId="{205B8D6F-D4E9-C04D-98F4-5C46B7487001}">
      <dgm:prSet phldrT="[Text]"/>
      <dgm:spPr/>
      <dgm:t>
        <a:bodyPr/>
        <a:lstStyle/>
        <a:p>
          <a:r>
            <a:rPr lang="en-US"/>
            <a:t>Launch</a:t>
          </a:r>
        </a:p>
      </dgm:t>
    </dgm:pt>
    <dgm:pt modelId="{7F0784D6-316A-A44F-944B-D6E306447B86}" type="parTrans" cxnId="{724BC381-43FD-8A4B-A286-2E4389066AC4}">
      <dgm:prSet/>
      <dgm:spPr/>
      <dgm:t>
        <a:bodyPr/>
        <a:lstStyle/>
        <a:p>
          <a:endParaRPr lang="en-US"/>
        </a:p>
      </dgm:t>
    </dgm:pt>
    <dgm:pt modelId="{4B94EC3E-55BB-074E-BDFB-B8AB7C64CFB4}" type="sibTrans" cxnId="{724BC381-43FD-8A4B-A286-2E4389066AC4}">
      <dgm:prSet/>
      <dgm:spPr/>
      <dgm:t>
        <a:bodyPr/>
        <a:lstStyle/>
        <a:p>
          <a:endParaRPr lang="en-US"/>
        </a:p>
      </dgm:t>
    </dgm:pt>
    <dgm:pt modelId="{B6ABE5A5-8E64-094D-8980-7108AFCE0D46}">
      <dgm:prSet phldrT="[Text]"/>
      <dgm:spPr/>
      <dgm:t>
        <a:bodyPr/>
        <a:lstStyle/>
        <a:p>
          <a:r>
            <a:rPr lang="en-US"/>
            <a:t>GA4 tag validation in UAT</a:t>
          </a:r>
        </a:p>
      </dgm:t>
    </dgm:pt>
    <dgm:pt modelId="{075C0FE5-6E3D-8A4E-A32B-94A0116AFEEB}" type="parTrans" cxnId="{D55E9ABB-C55F-AB42-A8A2-6ECBFAF8F48E}">
      <dgm:prSet/>
      <dgm:spPr/>
      <dgm:t>
        <a:bodyPr/>
        <a:lstStyle/>
        <a:p>
          <a:endParaRPr lang="en-US"/>
        </a:p>
      </dgm:t>
    </dgm:pt>
    <dgm:pt modelId="{97174B13-E831-E747-9399-558E30F8A94B}" type="sibTrans" cxnId="{D55E9ABB-C55F-AB42-A8A2-6ECBFAF8F48E}">
      <dgm:prSet/>
      <dgm:spPr/>
      <dgm:t>
        <a:bodyPr/>
        <a:lstStyle/>
        <a:p>
          <a:endParaRPr lang="en-US"/>
        </a:p>
      </dgm:t>
    </dgm:pt>
    <dgm:pt modelId="{644B4CC7-0AF1-6943-A37C-7FE1B1C74B0C}">
      <dgm:prSet phldrT="[Text]"/>
      <dgm:spPr/>
      <dgm:t>
        <a:bodyPr/>
        <a:lstStyle/>
        <a:p>
          <a:r>
            <a:rPr lang="en-US"/>
            <a:t>launch </a:t>
          </a:r>
        </a:p>
      </dgm:t>
    </dgm:pt>
    <dgm:pt modelId="{10B0142B-3B65-8040-8496-36783488F8C8}" type="parTrans" cxnId="{21FDBD49-8385-A841-AEB5-8B06DBCED826}">
      <dgm:prSet/>
      <dgm:spPr/>
      <dgm:t>
        <a:bodyPr/>
        <a:lstStyle/>
        <a:p>
          <a:endParaRPr lang="en-US"/>
        </a:p>
      </dgm:t>
    </dgm:pt>
    <dgm:pt modelId="{D35232E1-6975-A948-9A4A-2345A8092B0A}" type="sibTrans" cxnId="{21FDBD49-8385-A841-AEB5-8B06DBCED826}">
      <dgm:prSet/>
      <dgm:spPr/>
      <dgm:t>
        <a:bodyPr/>
        <a:lstStyle/>
        <a:p>
          <a:endParaRPr lang="en-US"/>
        </a:p>
      </dgm:t>
    </dgm:pt>
    <dgm:pt modelId="{C68430E6-F52F-8748-9361-DF2E0FC3DD8B}">
      <dgm:prSet phldrT="[Text]"/>
      <dgm:spPr/>
      <dgm:t>
        <a:bodyPr/>
        <a:lstStyle/>
        <a:p>
          <a:r>
            <a:rPr lang="en-US"/>
            <a:t>GA4 tag validation in prod</a:t>
          </a:r>
        </a:p>
      </dgm:t>
    </dgm:pt>
    <dgm:pt modelId="{CA06CF75-31C0-2E4E-993E-205A2BDAE140}" type="parTrans" cxnId="{FD3B4ECD-4D1C-9B4F-95DC-B7C0EE787875}">
      <dgm:prSet/>
      <dgm:spPr/>
      <dgm:t>
        <a:bodyPr/>
        <a:lstStyle/>
        <a:p>
          <a:endParaRPr lang="en-US"/>
        </a:p>
      </dgm:t>
    </dgm:pt>
    <dgm:pt modelId="{46D433AD-3A71-3D4C-A73D-9A07F3A6BBE0}" type="sibTrans" cxnId="{FD3B4ECD-4D1C-9B4F-95DC-B7C0EE787875}">
      <dgm:prSet/>
      <dgm:spPr/>
      <dgm:t>
        <a:bodyPr/>
        <a:lstStyle/>
        <a:p>
          <a:endParaRPr lang="en-US"/>
        </a:p>
      </dgm:t>
    </dgm:pt>
    <dgm:pt modelId="{CCAB57F7-7E5A-9E4D-8BE7-9BD24C8290AA}" type="pres">
      <dgm:prSet presAssocID="{0AC9943A-BE2C-4541-A453-B4700423355F}" presName="Name0" presStyleCnt="0">
        <dgm:presLayoutVars>
          <dgm:dir/>
          <dgm:resizeHandles val="exact"/>
        </dgm:presLayoutVars>
      </dgm:prSet>
      <dgm:spPr/>
    </dgm:pt>
    <dgm:pt modelId="{F82A4C8E-DCF9-944C-B7F7-7FA2EF97C469}" type="pres">
      <dgm:prSet presAssocID="{7951E3F9-C936-8644-A209-21A25AC8EED1}" presName="node" presStyleLbl="node1" presStyleIdx="0" presStyleCnt="6">
        <dgm:presLayoutVars>
          <dgm:bulletEnabled val="1"/>
        </dgm:presLayoutVars>
      </dgm:prSet>
      <dgm:spPr/>
    </dgm:pt>
    <dgm:pt modelId="{738260FB-14B6-854A-8997-BC521E5BC1B4}" type="pres">
      <dgm:prSet presAssocID="{114E5607-8DF9-9545-9E5B-FEE2F10CEEE1}" presName="sibTrans" presStyleLbl="sibTrans2D1" presStyleIdx="0" presStyleCnt="5"/>
      <dgm:spPr/>
    </dgm:pt>
    <dgm:pt modelId="{D561AF9D-07D1-864E-8344-780E4BBFFB62}" type="pres">
      <dgm:prSet presAssocID="{114E5607-8DF9-9545-9E5B-FEE2F10CEEE1}" presName="connectorText" presStyleLbl="sibTrans2D1" presStyleIdx="0" presStyleCnt="5"/>
      <dgm:spPr/>
    </dgm:pt>
    <dgm:pt modelId="{8FB036A7-4DE0-7D40-BD06-EC5FCDAF080B}" type="pres">
      <dgm:prSet presAssocID="{224ADE32-E5EE-C348-A41F-F1A45373715B}" presName="node" presStyleLbl="node1" presStyleIdx="1" presStyleCnt="6">
        <dgm:presLayoutVars>
          <dgm:bulletEnabled val="1"/>
        </dgm:presLayoutVars>
      </dgm:prSet>
      <dgm:spPr/>
    </dgm:pt>
    <dgm:pt modelId="{0394F3B0-B6EA-F649-BB15-1568AB06DE31}" type="pres">
      <dgm:prSet presAssocID="{B78389BF-9263-4A46-B9AC-700A67E32471}" presName="sibTrans" presStyleLbl="sibTrans2D1" presStyleIdx="1" presStyleCnt="5"/>
      <dgm:spPr/>
    </dgm:pt>
    <dgm:pt modelId="{B5056DCD-B961-C244-81CD-FD19A63AFE39}" type="pres">
      <dgm:prSet presAssocID="{B78389BF-9263-4A46-B9AC-700A67E32471}" presName="connectorText" presStyleLbl="sibTrans2D1" presStyleIdx="1" presStyleCnt="5"/>
      <dgm:spPr/>
    </dgm:pt>
    <dgm:pt modelId="{8ACDB1DC-30FD-F043-AD6F-32BFEDB16BCA}" type="pres">
      <dgm:prSet presAssocID="{2353B024-C95C-4B42-A5AC-F462A9EB2E65}" presName="node" presStyleLbl="node1" presStyleIdx="2" presStyleCnt="6">
        <dgm:presLayoutVars>
          <dgm:bulletEnabled val="1"/>
        </dgm:presLayoutVars>
      </dgm:prSet>
      <dgm:spPr/>
    </dgm:pt>
    <dgm:pt modelId="{D22ADD5D-9A3B-B34D-A435-8166950E3C6E}" type="pres">
      <dgm:prSet presAssocID="{5291AAFB-626B-7B47-BFA3-CC0362291E97}" presName="sibTrans" presStyleLbl="sibTrans2D1" presStyleIdx="2" presStyleCnt="5"/>
      <dgm:spPr/>
    </dgm:pt>
    <dgm:pt modelId="{F18E4A8F-8B1B-3646-AFA5-082CD3D7FC14}" type="pres">
      <dgm:prSet presAssocID="{5291AAFB-626B-7B47-BFA3-CC0362291E97}" presName="connectorText" presStyleLbl="sibTrans2D1" presStyleIdx="2" presStyleCnt="5"/>
      <dgm:spPr/>
    </dgm:pt>
    <dgm:pt modelId="{42B2F4D6-8526-744C-8DCD-4D99F87F17DD}" type="pres">
      <dgm:prSet presAssocID="{8477A695-1142-6747-87F4-8BC514BCC0FA}" presName="node" presStyleLbl="node1" presStyleIdx="3" presStyleCnt="6">
        <dgm:presLayoutVars>
          <dgm:bulletEnabled val="1"/>
        </dgm:presLayoutVars>
      </dgm:prSet>
      <dgm:spPr/>
    </dgm:pt>
    <dgm:pt modelId="{59C86DA9-4775-EA4E-ADC1-A9AD33B10097}" type="pres">
      <dgm:prSet presAssocID="{46D4ADF8-6D6F-3840-8486-846C5A0A957B}" presName="sibTrans" presStyleLbl="sibTrans2D1" presStyleIdx="3" presStyleCnt="5"/>
      <dgm:spPr/>
    </dgm:pt>
    <dgm:pt modelId="{9F41E914-F21C-E640-A872-69C6393F78A2}" type="pres">
      <dgm:prSet presAssocID="{46D4ADF8-6D6F-3840-8486-846C5A0A957B}" presName="connectorText" presStyleLbl="sibTrans2D1" presStyleIdx="3" presStyleCnt="5"/>
      <dgm:spPr/>
    </dgm:pt>
    <dgm:pt modelId="{1F60A89D-8112-7E46-875A-1CD221042DC2}" type="pres">
      <dgm:prSet presAssocID="{C1702EB5-CE0B-E144-B046-2FAA17D05F05}" presName="node" presStyleLbl="node1" presStyleIdx="4" presStyleCnt="6">
        <dgm:presLayoutVars>
          <dgm:bulletEnabled val="1"/>
        </dgm:presLayoutVars>
      </dgm:prSet>
      <dgm:spPr/>
    </dgm:pt>
    <dgm:pt modelId="{7CB94482-912B-7E45-9FE5-C9C670992908}" type="pres">
      <dgm:prSet presAssocID="{A425D60F-F5B3-7B45-A221-7D92C9F28D73}" presName="sibTrans" presStyleLbl="sibTrans2D1" presStyleIdx="4" presStyleCnt="5"/>
      <dgm:spPr/>
    </dgm:pt>
    <dgm:pt modelId="{0C1F8F6D-C613-1949-BD2C-EA42B558CA3B}" type="pres">
      <dgm:prSet presAssocID="{A425D60F-F5B3-7B45-A221-7D92C9F28D73}" presName="connectorText" presStyleLbl="sibTrans2D1" presStyleIdx="4" presStyleCnt="5"/>
      <dgm:spPr/>
    </dgm:pt>
    <dgm:pt modelId="{4A3BF4F2-704B-3342-ABF4-8A127BA17438}" type="pres">
      <dgm:prSet presAssocID="{205B8D6F-D4E9-C04D-98F4-5C46B7487001}" presName="node" presStyleLbl="node1" presStyleIdx="5" presStyleCnt="6">
        <dgm:presLayoutVars>
          <dgm:bulletEnabled val="1"/>
        </dgm:presLayoutVars>
      </dgm:prSet>
      <dgm:spPr/>
    </dgm:pt>
  </dgm:ptLst>
  <dgm:cxnLst>
    <dgm:cxn modelId="{41130B05-EF38-0E44-8A00-A05A6A2EE811}" type="presOf" srcId="{2353B024-C95C-4B42-A5AC-F462A9EB2E65}" destId="{8ACDB1DC-30FD-F043-AD6F-32BFEDB16BCA}" srcOrd="0" destOrd="0" presId="urn:microsoft.com/office/officeart/2005/8/layout/process1"/>
    <dgm:cxn modelId="{4EAB4807-BF45-AB4E-8832-EC0F895AECA5}" type="presOf" srcId="{94D4CC44-DCBB-3C40-BAF7-C62E54F0228A}" destId="{42B2F4D6-8526-744C-8DCD-4D99F87F17DD}" srcOrd="0" destOrd="3" presId="urn:microsoft.com/office/officeart/2005/8/layout/process1"/>
    <dgm:cxn modelId="{412E8D0E-6D22-5640-8097-C148FAACFE10}" type="presOf" srcId="{A425D60F-F5B3-7B45-A221-7D92C9F28D73}" destId="{0C1F8F6D-C613-1949-BD2C-EA42B558CA3B}" srcOrd="1" destOrd="0" presId="urn:microsoft.com/office/officeart/2005/8/layout/process1"/>
    <dgm:cxn modelId="{A08E6510-AD17-1540-9E39-4954B3985D99}" srcId="{0AC9943A-BE2C-4541-A453-B4700423355F}" destId="{7951E3F9-C936-8644-A209-21A25AC8EED1}" srcOrd="0" destOrd="0" parTransId="{706C2A49-E315-6044-B6EC-493E6490821A}" sibTransId="{114E5607-8DF9-9545-9E5B-FEE2F10CEEE1}"/>
    <dgm:cxn modelId="{5B314216-02D0-7846-B1CF-81814FF0E05B}" srcId="{224ADE32-E5EE-C348-A41F-F1A45373715B}" destId="{38C6B418-D21F-6141-AA4C-169AD1D2384B}" srcOrd="1" destOrd="0" parTransId="{0D634A6A-EF3A-A443-95FA-5703E6628AB1}" sibTransId="{3BF0C2ED-F60C-6146-9197-CC5CA4498CD3}"/>
    <dgm:cxn modelId="{53B0031A-827A-0D47-9464-498975FE8A75}" srcId="{C1702EB5-CE0B-E144-B046-2FAA17D05F05}" destId="{0C1E9D60-E425-964F-AE74-23B0335F1916}" srcOrd="0" destOrd="0" parTransId="{ABA557B6-C724-6148-9509-B5892FDF4A2B}" sibTransId="{3CB3465B-F49E-224F-A6A4-3A101A81CD34}"/>
    <dgm:cxn modelId="{71472F1C-DA5C-8B4E-96D0-97F0B661354D}" srcId="{2353B024-C95C-4B42-A5AC-F462A9EB2E65}" destId="{C46AF851-A028-7441-9CB2-18D561515A28}" srcOrd="0" destOrd="0" parTransId="{20437D6C-8277-3E4B-A93E-4D1AAB220F6B}" sibTransId="{B4FDCD34-0C2A-5D4B-BA33-595926AD4A0C}"/>
    <dgm:cxn modelId="{A186D81F-56CA-9441-8F6F-B7AA157CEC2C}" type="presOf" srcId="{205B8D6F-D4E9-C04D-98F4-5C46B7487001}" destId="{4A3BF4F2-704B-3342-ABF4-8A127BA17438}" srcOrd="0" destOrd="0" presId="urn:microsoft.com/office/officeart/2005/8/layout/process1"/>
    <dgm:cxn modelId="{57A46523-3EC4-AE43-8F2A-9B9CB033B261}" srcId="{7951E3F9-C936-8644-A209-21A25AC8EED1}" destId="{FD9B3DA9-6024-1C4F-B05F-9C7991B4F65E}" srcOrd="0" destOrd="0" parTransId="{404E7891-550B-3443-8F2B-B646E3722C3D}" sibTransId="{72D0E7B9-5532-4748-AE09-EC145F152044}"/>
    <dgm:cxn modelId="{7362CE28-65D0-324D-8D90-84CEDD5FDB55}" srcId="{7951E3F9-C936-8644-A209-21A25AC8EED1}" destId="{638A9F45-326E-0446-B4F8-E31BAE8E07C1}" srcOrd="2" destOrd="0" parTransId="{4305B7DB-6575-C148-9957-69D3D7A5BB98}" sibTransId="{DB89E060-3697-2241-BDCA-9DB1204B0A2C}"/>
    <dgm:cxn modelId="{160D2129-0AA4-5649-9C0A-29F382852159}" type="presOf" srcId="{4EAB9B00-EAEF-874B-9E2E-8F25FD52DDD9}" destId="{1F60A89D-8112-7E46-875A-1CD221042DC2}" srcOrd="0" destOrd="3" presId="urn:microsoft.com/office/officeart/2005/8/layout/process1"/>
    <dgm:cxn modelId="{51C46333-71A9-F843-8F4D-D0BA8F8501A3}" type="presOf" srcId="{8477A695-1142-6747-87F4-8BC514BCC0FA}" destId="{42B2F4D6-8526-744C-8DCD-4D99F87F17DD}" srcOrd="0" destOrd="0" presId="urn:microsoft.com/office/officeart/2005/8/layout/process1"/>
    <dgm:cxn modelId="{B7BA9A33-2011-924E-B8B0-6A5C11ADDF5F}" type="presOf" srcId="{638A9F45-326E-0446-B4F8-E31BAE8E07C1}" destId="{F82A4C8E-DCF9-944C-B7F7-7FA2EF97C469}" srcOrd="0" destOrd="3" presId="urn:microsoft.com/office/officeart/2005/8/layout/process1"/>
    <dgm:cxn modelId="{16245834-F642-9045-96BD-A473B74296DE}" srcId="{0AC9943A-BE2C-4541-A453-B4700423355F}" destId="{8477A695-1142-6747-87F4-8BC514BCC0FA}" srcOrd="3" destOrd="0" parTransId="{F5448F63-55AB-0845-A32E-5A6029105388}" sibTransId="{46D4ADF8-6D6F-3840-8486-846C5A0A957B}"/>
    <dgm:cxn modelId="{5E819838-FBE5-5B45-9076-A8540C14F288}" srcId="{0AC9943A-BE2C-4541-A453-B4700423355F}" destId="{224ADE32-E5EE-C348-A41F-F1A45373715B}" srcOrd="1" destOrd="0" parTransId="{FA163F80-8DFF-6148-8451-A7A0EBCD8BB1}" sibTransId="{B78389BF-9263-4A46-B9AC-700A67E32471}"/>
    <dgm:cxn modelId="{73498D3A-C8E5-E449-A91D-AC65B6EC49F2}" type="presOf" srcId="{5291AAFB-626B-7B47-BFA3-CC0362291E97}" destId="{F18E4A8F-8B1B-3646-AFA5-082CD3D7FC14}" srcOrd="1" destOrd="0" presId="urn:microsoft.com/office/officeart/2005/8/layout/process1"/>
    <dgm:cxn modelId="{44156D3D-0545-1342-87F1-20559F40C3ED}" type="presOf" srcId="{801AA38F-FB2A-2B4B-ADEB-7DF9A05CF1FB}" destId="{42B2F4D6-8526-744C-8DCD-4D99F87F17DD}" srcOrd="0" destOrd="4" presId="urn:microsoft.com/office/officeart/2005/8/layout/process1"/>
    <dgm:cxn modelId="{E1AB723D-5F45-6747-8F85-E94F07E02711}" srcId="{7951E3F9-C936-8644-A209-21A25AC8EED1}" destId="{52A4E5B5-91D1-004F-A3EF-AFEEF5A47306}" srcOrd="1" destOrd="0" parTransId="{74A2E6A6-9558-3A42-9FC7-E36C944C2338}" sibTransId="{C0D30B7E-29F2-E34E-9806-9E72FAA3719A}"/>
    <dgm:cxn modelId="{00489F3F-345F-1249-A07A-216BF12DACEB}" type="presOf" srcId="{C68430E6-F52F-8748-9361-DF2E0FC3DD8B}" destId="{4A3BF4F2-704B-3342-ABF4-8A127BA17438}" srcOrd="0" destOrd="3" presId="urn:microsoft.com/office/officeart/2005/8/layout/process1"/>
    <dgm:cxn modelId="{AFAC6C5D-3384-9647-B4A3-F08425145A95}" type="presOf" srcId="{7951E3F9-C936-8644-A209-21A25AC8EED1}" destId="{F82A4C8E-DCF9-944C-B7F7-7FA2EF97C469}" srcOrd="0" destOrd="0" presId="urn:microsoft.com/office/officeart/2005/8/layout/process1"/>
    <dgm:cxn modelId="{D26CD65F-6610-0148-9007-EE655B9E73D4}" type="presOf" srcId="{46D4ADF8-6D6F-3840-8486-846C5A0A957B}" destId="{59C86DA9-4775-EA4E-ADC1-A9AD33B10097}" srcOrd="0" destOrd="0" presId="urn:microsoft.com/office/officeart/2005/8/layout/process1"/>
    <dgm:cxn modelId="{16895360-6CEE-C747-8C81-CD1311F60BC6}" type="presOf" srcId="{2C20EBE4-7DD6-264A-8BF1-811E509BB438}" destId="{8FB036A7-4DE0-7D40-BD06-EC5FCDAF080B}" srcOrd="0" destOrd="1" presId="urn:microsoft.com/office/officeart/2005/8/layout/process1"/>
    <dgm:cxn modelId="{C89EB360-44FB-5B42-B41A-52927A784CF7}" type="presOf" srcId="{B78389BF-9263-4A46-B9AC-700A67E32471}" destId="{B5056DCD-B961-C244-81CD-FD19A63AFE39}" srcOrd="1" destOrd="0" presId="urn:microsoft.com/office/officeart/2005/8/layout/process1"/>
    <dgm:cxn modelId="{21FDBD49-8385-A841-AEB5-8B06DBCED826}" srcId="{205B8D6F-D4E9-C04D-98F4-5C46B7487001}" destId="{644B4CC7-0AF1-6943-A37C-7FE1B1C74B0C}" srcOrd="1" destOrd="0" parTransId="{10B0142B-3B65-8040-8496-36783488F8C8}" sibTransId="{D35232E1-6975-A948-9A4A-2345A8092B0A}"/>
    <dgm:cxn modelId="{8183306B-F195-6E46-84B0-61A44FACF9D2}" type="presOf" srcId="{4339D05A-431F-894E-814F-F6CF90047571}" destId="{8ACDB1DC-30FD-F043-AD6F-32BFEDB16BCA}" srcOrd="0" destOrd="3" presId="urn:microsoft.com/office/officeart/2005/8/layout/process1"/>
    <dgm:cxn modelId="{0C27EA51-F116-584C-9E2B-4911F2BD5559}" type="presOf" srcId="{46D4ADF8-6D6F-3840-8486-846C5A0A957B}" destId="{9F41E914-F21C-E640-A872-69C6393F78A2}" srcOrd="1" destOrd="0" presId="urn:microsoft.com/office/officeart/2005/8/layout/process1"/>
    <dgm:cxn modelId="{9613A552-6DFF-4F45-89C4-C6829DBCCB4C}" type="presOf" srcId="{C1702EB5-CE0B-E144-B046-2FAA17D05F05}" destId="{1F60A89D-8112-7E46-875A-1CD221042DC2}" srcOrd="0" destOrd="0" presId="urn:microsoft.com/office/officeart/2005/8/layout/process1"/>
    <dgm:cxn modelId="{FCAF6A53-A2F2-F443-86AE-37659F982FBA}" type="presOf" srcId="{644B4CC7-0AF1-6943-A37C-7FE1B1C74B0C}" destId="{4A3BF4F2-704B-3342-ABF4-8A127BA17438}" srcOrd="0" destOrd="2" presId="urn:microsoft.com/office/officeart/2005/8/layout/process1"/>
    <dgm:cxn modelId="{062B1A55-7F12-2B40-B295-D4413FF813A0}" srcId="{2353B024-C95C-4B42-A5AC-F462A9EB2E65}" destId="{22C7A14E-6211-D84F-985C-10A94DB2D094}" srcOrd="1" destOrd="0" parTransId="{F68996EE-DEE1-8B46-9B39-AFF4F83AEBCB}" sibTransId="{1987FBAB-674C-F244-B37D-BC88CFDF6446}"/>
    <dgm:cxn modelId="{30E1BD55-FE12-3C4B-931D-64870A50D059}" type="presOf" srcId="{FD9B3DA9-6024-1C4F-B05F-9C7991B4F65E}" destId="{F82A4C8E-DCF9-944C-B7F7-7FA2EF97C469}" srcOrd="0" destOrd="1" presId="urn:microsoft.com/office/officeart/2005/8/layout/process1"/>
    <dgm:cxn modelId="{B8292A56-AFE0-6642-B3C4-AC850BB8869A}" type="presOf" srcId="{0AC9943A-BE2C-4541-A453-B4700423355F}" destId="{CCAB57F7-7E5A-9E4D-8BE7-9BD24C8290AA}" srcOrd="0" destOrd="0" presId="urn:microsoft.com/office/officeart/2005/8/layout/process1"/>
    <dgm:cxn modelId="{0544B178-9500-E94D-8B7C-CBBAF3F43196}" srcId="{224ADE32-E5EE-C348-A41F-F1A45373715B}" destId="{2C20EBE4-7DD6-264A-8BF1-811E509BB438}" srcOrd="0" destOrd="0" parTransId="{3B8F0FE1-6A2F-FD4A-A352-797952278346}" sibTransId="{3144F6BF-8FD0-984F-9E6F-AF639258FE8D}"/>
    <dgm:cxn modelId="{B860BB5A-3835-2340-A6BE-90FFC36052DA}" srcId="{C1702EB5-CE0B-E144-B046-2FAA17D05F05}" destId="{4EAB9B00-EAEF-874B-9E2E-8F25FD52DDD9}" srcOrd="2" destOrd="0" parTransId="{1BB74313-90ED-1B4D-9FE5-4AFDA8BD98F0}" sibTransId="{7713EF0D-D82F-8E49-A3D0-06A2D28D01EE}"/>
    <dgm:cxn modelId="{CFF1B37F-F77A-ED4C-9B9F-96AD4135D33B}" type="presOf" srcId="{0C1E9D60-E425-964F-AE74-23B0335F1916}" destId="{1F60A89D-8112-7E46-875A-1CD221042DC2}" srcOrd="0" destOrd="1" presId="urn:microsoft.com/office/officeart/2005/8/layout/process1"/>
    <dgm:cxn modelId="{0A3AD67F-9B4D-3C4B-AEC6-8ED1DD2BBCB2}" srcId="{8477A695-1142-6747-87F4-8BC514BCC0FA}" destId="{0B83695D-583C-4E4F-9E32-8A9F9DC674A0}" srcOrd="0" destOrd="0" parTransId="{614E898C-0231-5A47-AE8B-0941163A784D}" sibTransId="{104EF70D-5E11-734D-9A72-9078BE88735B}"/>
    <dgm:cxn modelId="{724BC381-43FD-8A4B-A286-2E4389066AC4}" srcId="{0AC9943A-BE2C-4541-A453-B4700423355F}" destId="{205B8D6F-D4E9-C04D-98F4-5C46B7487001}" srcOrd="5" destOrd="0" parTransId="{7F0784D6-316A-A44F-944B-D6E306447B86}" sibTransId="{4B94EC3E-55BB-074E-BDFB-B8AB7C64CFB4}"/>
    <dgm:cxn modelId="{3A17EC8B-5AAA-A84A-8345-F2B7850EE0FA}" type="presOf" srcId="{114E5607-8DF9-9545-9E5B-FEE2F10CEEE1}" destId="{738260FB-14B6-854A-8997-BC521E5BC1B4}" srcOrd="0" destOrd="0" presId="urn:microsoft.com/office/officeart/2005/8/layout/process1"/>
    <dgm:cxn modelId="{B77E8490-4286-CF4E-8A01-73A016F8EB1C}" type="presOf" srcId="{C46AF851-A028-7441-9CB2-18D561515A28}" destId="{8ACDB1DC-30FD-F043-AD6F-32BFEDB16BCA}" srcOrd="0" destOrd="1" presId="urn:microsoft.com/office/officeart/2005/8/layout/process1"/>
    <dgm:cxn modelId="{9BF9B197-5668-6043-8CBD-9ADDE902739C}" type="presOf" srcId="{A425D60F-F5B3-7B45-A221-7D92C9F28D73}" destId="{7CB94482-912B-7E45-9FE5-C9C670992908}" srcOrd="0" destOrd="0" presId="urn:microsoft.com/office/officeart/2005/8/layout/process1"/>
    <dgm:cxn modelId="{C561899B-A354-2640-B248-F60DA18A8691}" srcId="{8477A695-1142-6747-87F4-8BC514BCC0FA}" destId="{7CB7B15C-028A-5B42-919A-8398CF98EFB6}" srcOrd="1" destOrd="0" parTransId="{A413D0EC-DC34-F94D-8A9A-03F4544811CC}" sibTransId="{5AF87F16-7841-A64B-8D86-A391B364EFAF}"/>
    <dgm:cxn modelId="{E0D6BD9C-D01F-574B-80C0-0051EA0A6998}" type="presOf" srcId="{B6ABE5A5-8E64-094D-8980-7108AFCE0D46}" destId="{4A3BF4F2-704B-3342-ABF4-8A127BA17438}" srcOrd="0" destOrd="1" presId="urn:microsoft.com/office/officeart/2005/8/layout/process1"/>
    <dgm:cxn modelId="{7912E59E-60DF-AC4C-90D9-967A00E2AFAB}" type="presOf" srcId="{114E5607-8DF9-9545-9E5B-FEE2F10CEEE1}" destId="{D561AF9D-07D1-864E-8344-780E4BBFFB62}" srcOrd="1" destOrd="0" presId="urn:microsoft.com/office/officeart/2005/8/layout/process1"/>
    <dgm:cxn modelId="{996542B0-1962-0B4D-9790-3EF473C64BC1}" type="presOf" srcId="{0B83695D-583C-4E4F-9E32-8A9F9DC674A0}" destId="{42B2F4D6-8526-744C-8DCD-4D99F87F17DD}" srcOrd="0" destOrd="1" presId="urn:microsoft.com/office/officeart/2005/8/layout/process1"/>
    <dgm:cxn modelId="{602BFAB0-32B1-9B47-8122-FA67F98177F5}" srcId="{8477A695-1142-6747-87F4-8BC514BCC0FA}" destId="{801AA38F-FB2A-2B4B-ADEB-7DF9A05CF1FB}" srcOrd="3" destOrd="0" parTransId="{862ACF14-2B21-284D-8002-57909ABF775B}" sibTransId="{A4C657EB-5C2D-B44A-B385-10AB61E42033}"/>
    <dgm:cxn modelId="{E9CDC1B1-4287-9B46-86C4-6220C5BEA6E1}" srcId="{2353B024-C95C-4B42-A5AC-F462A9EB2E65}" destId="{4339D05A-431F-894E-814F-F6CF90047571}" srcOrd="2" destOrd="0" parTransId="{CD099C46-F598-A744-AE67-176C596BEC50}" sibTransId="{266DEB3B-271B-EF4F-80A6-B61AF9FF86F6}"/>
    <dgm:cxn modelId="{DBC26ABA-F5A5-F94F-8150-E80E8DEFAC76}" type="presOf" srcId="{7CB7B15C-028A-5B42-919A-8398CF98EFB6}" destId="{42B2F4D6-8526-744C-8DCD-4D99F87F17DD}" srcOrd="0" destOrd="2" presId="urn:microsoft.com/office/officeart/2005/8/layout/process1"/>
    <dgm:cxn modelId="{D55E9ABB-C55F-AB42-A8A2-6ECBFAF8F48E}" srcId="{205B8D6F-D4E9-C04D-98F4-5C46B7487001}" destId="{B6ABE5A5-8E64-094D-8980-7108AFCE0D46}" srcOrd="0" destOrd="0" parTransId="{075C0FE5-6E3D-8A4E-A32B-94A0116AFEEB}" sibTransId="{97174B13-E831-E747-9399-558E30F8A94B}"/>
    <dgm:cxn modelId="{089485C7-4481-274C-B41A-5E5D70C6AC75}" srcId="{C1702EB5-CE0B-E144-B046-2FAA17D05F05}" destId="{70B40F7E-FD01-1E49-9DDF-B25EDE259488}" srcOrd="1" destOrd="0" parTransId="{A43FA006-D51F-344A-AAA5-5F205AD7CF3A}" sibTransId="{FDBA013F-7AEF-6B4A-A8C0-89BB58C66F8C}"/>
    <dgm:cxn modelId="{7D691CC8-4090-2C46-B1BE-63C485F35F64}" srcId="{0AC9943A-BE2C-4541-A453-B4700423355F}" destId="{2353B024-C95C-4B42-A5AC-F462A9EB2E65}" srcOrd="2" destOrd="0" parTransId="{CE7269EF-BFFA-D646-9E6F-449F3FBCCDDF}" sibTransId="{5291AAFB-626B-7B47-BFA3-CC0362291E97}"/>
    <dgm:cxn modelId="{F95415CC-15C2-5441-9589-558244EBF8E5}" type="presOf" srcId="{22C7A14E-6211-D84F-985C-10A94DB2D094}" destId="{8ACDB1DC-30FD-F043-AD6F-32BFEDB16BCA}" srcOrd="0" destOrd="2" presId="urn:microsoft.com/office/officeart/2005/8/layout/process1"/>
    <dgm:cxn modelId="{FD3B4ECD-4D1C-9B4F-95DC-B7C0EE787875}" srcId="{205B8D6F-D4E9-C04D-98F4-5C46B7487001}" destId="{C68430E6-F52F-8748-9361-DF2E0FC3DD8B}" srcOrd="2" destOrd="0" parTransId="{CA06CF75-31C0-2E4E-993E-205A2BDAE140}" sibTransId="{46D433AD-3A71-3D4C-A73D-9A07F3A6BBE0}"/>
    <dgm:cxn modelId="{511465D0-1183-4E4D-9096-B0F513E946E3}" type="presOf" srcId="{5291AAFB-626B-7B47-BFA3-CC0362291E97}" destId="{D22ADD5D-9A3B-B34D-A435-8166950E3C6E}" srcOrd="0" destOrd="0" presId="urn:microsoft.com/office/officeart/2005/8/layout/process1"/>
    <dgm:cxn modelId="{621021D1-B316-3940-8C99-82A07A79B419}" srcId="{0AC9943A-BE2C-4541-A453-B4700423355F}" destId="{C1702EB5-CE0B-E144-B046-2FAA17D05F05}" srcOrd="4" destOrd="0" parTransId="{FD93DC8D-F46E-F145-BBA5-931340BEB1DD}" sibTransId="{A425D60F-F5B3-7B45-A221-7D92C9F28D73}"/>
    <dgm:cxn modelId="{D463BCE1-C1E4-7F42-8FD6-0C292854B728}" type="presOf" srcId="{38C6B418-D21F-6141-AA4C-169AD1D2384B}" destId="{8FB036A7-4DE0-7D40-BD06-EC5FCDAF080B}" srcOrd="0" destOrd="2" presId="urn:microsoft.com/office/officeart/2005/8/layout/process1"/>
    <dgm:cxn modelId="{B0D906E2-2902-4749-94C2-E9F22AEBC052}" srcId="{8477A695-1142-6747-87F4-8BC514BCC0FA}" destId="{94D4CC44-DCBB-3C40-BAF7-C62E54F0228A}" srcOrd="2" destOrd="0" parTransId="{75303986-08F1-564C-A1C4-0AEC67FA0A5A}" sibTransId="{85A54D07-C1B7-FE44-8200-CE78DE7D625D}"/>
    <dgm:cxn modelId="{FBD645E2-064D-8047-995B-748BFB0102F1}" type="presOf" srcId="{B78389BF-9263-4A46-B9AC-700A67E32471}" destId="{0394F3B0-B6EA-F649-BB15-1568AB06DE31}" srcOrd="0" destOrd="0" presId="urn:microsoft.com/office/officeart/2005/8/layout/process1"/>
    <dgm:cxn modelId="{9C73F0E2-8006-EF4B-B7A3-E82BEEFEB296}" type="presOf" srcId="{52A4E5B5-91D1-004F-A3EF-AFEEF5A47306}" destId="{F82A4C8E-DCF9-944C-B7F7-7FA2EF97C469}" srcOrd="0" destOrd="2" presId="urn:microsoft.com/office/officeart/2005/8/layout/process1"/>
    <dgm:cxn modelId="{DD2231EF-AB80-6A48-9C85-C73783660D13}" type="presOf" srcId="{224ADE32-E5EE-C348-A41F-F1A45373715B}" destId="{8FB036A7-4DE0-7D40-BD06-EC5FCDAF080B}" srcOrd="0" destOrd="0" presId="urn:microsoft.com/office/officeart/2005/8/layout/process1"/>
    <dgm:cxn modelId="{0ED6CEFF-9264-0643-A5F2-7A88E899CEEC}" type="presOf" srcId="{70B40F7E-FD01-1E49-9DDF-B25EDE259488}" destId="{1F60A89D-8112-7E46-875A-1CD221042DC2}" srcOrd="0" destOrd="2" presId="urn:microsoft.com/office/officeart/2005/8/layout/process1"/>
    <dgm:cxn modelId="{307491E8-9292-6440-9233-6F90688B8807}" type="presParOf" srcId="{CCAB57F7-7E5A-9E4D-8BE7-9BD24C8290AA}" destId="{F82A4C8E-DCF9-944C-B7F7-7FA2EF97C469}" srcOrd="0" destOrd="0" presId="urn:microsoft.com/office/officeart/2005/8/layout/process1"/>
    <dgm:cxn modelId="{AECB118D-5943-584D-9841-14658563EBB7}" type="presParOf" srcId="{CCAB57F7-7E5A-9E4D-8BE7-9BD24C8290AA}" destId="{738260FB-14B6-854A-8997-BC521E5BC1B4}" srcOrd="1" destOrd="0" presId="urn:microsoft.com/office/officeart/2005/8/layout/process1"/>
    <dgm:cxn modelId="{C3C4E8A5-0938-A64A-8CC9-EDA14ED057D8}" type="presParOf" srcId="{738260FB-14B6-854A-8997-BC521E5BC1B4}" destId="{D561AF9D-07D1-864E-8344-780E4BBFFB62}" srcOrd="0" destOrd="0" presId="urn:microsoft.com/office/officeart/2005/8/layout/process1"/>
    <dgm:cxn modelId="{DB7A1614-23B2-054B-B9FC-467A5086B7D7}" type="presParOf" srcId="{CCAB57F7-7E5A-9E4D-8BE7-9BD24C8290AA}" destId="{8FB036A7-4DE0-7D40-BD06-EC5FCDAF080B}" srcOrd="2" destOrd="0" presId="urn:microsoft.com/office/officeart/2005/8/layout/process1"/>
    <dgm:cxn modelId="{272529F4-67E5-224A-B416-9A8362288CE2}" type="presParOf" srcId="{CCAB57F7-7E5A-9E4D-8BE7-9BD24C8290AA}" destId="{0394F3B0-B6EA-F649-BB15-1568AB06DE31}" srcOrd="3" destOrd="0" presId="urn:microsoft.com/office/officeart/2005/8/layout/process1"/>
    <dgm:cxn modelId="{2906D45A-7CB1-DF4F-92E1-9DDD73FE1943}" type="presParOf" srcId="{0394F3B0-B6EA-F649-BB15-1568AB06DE31}" destId="{B5056DCD-B961-C244-81CD-FD19A63AFE39}" srcOrd="0" destOrd="0" presId="urn:microsoft.com/office/officeart/2005/8/layout/process1"/>
    <dgm:cxn modelId="{E4C4D379-967A-5C4B-BB88-673E693B4F9D}" type="presParOf" srcId="{CCAB57F7-7E5A-9E4D-8BE7-9BD24C8290AA}" destId="{8ACDB1DC-30FD-F043-AD6F-32BFEDB16BCA}" srcOrd="4" destOrd="0" presId="urn:microsoft.com/office/officeart/2005/8/layout/process1"/>
    <dgm:cxn modelId="{C2FBDDC8-B12A-CA4E-BF9D-11753CA8BD51}" type="presParOf" srcId="{CCAB57F7-7E5A-9E4D-8BE7-9BD24C8290AA}" destId="{D22ADD5D-9A3B-B34D-A435-8166950E3C6E}" srcOrd="5" destOrd="0" presId="urn:microsoft.com/office/officeart/2005/8/layout/process1"/>
    <dgm:cxn modelId="{2A9EDB14-0DF1-1642-BBE5-DC250FED108A}" type="presParOf" srcId="{D22ADD5D-9A3B-B34D-A435-8166950E3C6E}" destId="{F18E4A8F-8B1B-3646-AFA5-082CD3D7FC14}" srcOrd="0" destOrd="0" presId="urn:microsoft.com/office/officeart/2005/8/layout/process1"/>
    <dgm:cxn modelId="{37C45020-8DAB-5148-BFA7-4ABDC9A8FFC9}" type="presParOf" srcId="{CCAB57F7-7E5A-9E4D-8BE7-9BD24C8290AA}" destId="{42B2F4D6-8526-744C-8DCD-4D99F87F17DD}" srcOrd="6" destOrd="0" presId="urn:microsoft.com/office/officeart/2005/8/layout/process1"/>
    <dgm:cxn modelId="{1580F9E4-4832-6D4C-94C1-3673F4DCADE1}" type="presParOf" srcId="{CCAB57F7-7E5A-9E4D-8BE7-9BD24C8290AA}" destId="{59C86DA9-4775-EA4E-ADC1-A9AD33B10097}" srcOrd="7" destOrd="0" presId="urn:microsoft.com/office/officeart/2005/8/layout/process1"/>
    <dgm:cxn modelId="{31564A0C-87CC-9942-BF83-6BD25411B449}" type="presParOf" srcId="{59C86DA9-4775-EA4E-ADC1-A9AD33B10097}" destId="{9F41E914-F21C-E640-A872-69C6393F78A2}" srcOrd="0" destOrd="0" presId="urn:microsoft.com/office/officeart/2005/8/layout/process1"/>
    <dgm:cxn modelId="{89121CE7-E288-9A45-9FDC-D4F13349D86D}" type="presParOf" srcId="{CCAB57F7-7E5A-9E4D-8BE7-9BD24C8290AA}" destId="{1F60A89D-8112-7E46-875A-1CD221042DC2}" srcOrd="8" destOrd="0" presId="urn:microsoft.com/office/officeart/2005/8/layout/process1"/>
    <dgm:cxn modelId="{C5E36337-92C7-1744-AB0A-5F3923E6F5CD}" type="presParOf" srcId="{CCAB57F7-7E5A-9E4D-8BE7-9BD24C8290AA}" destId="{7CB94482-912B-7E45-9FE5-C9C670992908}" srcOrd="9" destOrd="0" presId="urn:microsoft.com/office/officeart/2005/8/layout/process1"/>
    <dgm:cxn modelId="{86758033-4475-AD44-B6CF-6E46B363C43D}" type="presParOf" srcId="{7CB94482-912B-7E45-9FE5-C9C670992908}" destId="{0C1F8F6D-C613-1949-BD2C-EA42B558CA3B}" srcOrd="0" destOrd="0" presId="urn:microsoft.com/office/officeart/2005/8/layout/process1"/>
    <dgm:cxn modelId="{A88DE821-62A5-9046-BFA9-8DF5CD28F532}" type="presParOf" srcId="{CCAB57F7-7E5A-9E4D-8BE7-9BD24C8290AA}" destId="{4A3BF4F2-704B-3342-ABF4-8A127BA17438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E567B5F-5893-AA41-90B4-9D163AFD81D9}" type="doc">
      <dgm:prSet loTypeId="urn:microsoft.com/office/officeart/2005/8/layout/chevron1" loCatId="" qsTypeId="urn:microsoft.com/office/officeart/2005/8/quickstyle/simple1" qsCatId="simple" csTypeId="urn:microsoft.com/office/officeart/2005/8/colors/accent1_2" csCatId="accent1" phldr="1"/>
      <dgm:spPr/>
    </dgm:pt>
    <dgm:pt modelId="{C0BDC063-B9D1-2C4F-8E37-BCB1212F0705}">
      <dgm:prSet phldrT="[Text]"/>
      <dgm:spPr/>
      <dgm:t>
        <a:bodyPr/>
        <a:lstStyle/>
        <a:p>
          <a:r>
            <a:rPr lang="en-US"/>
            <a:t>User Action on the website</a:t>
          </a:r>
        </a:p>
      </dgm:t>
    </dgm:pt>
    <dgm:pt modelId="{7CEA9F85-45CC-4747-945D-2DF31D71C9ED}" type="parTrans" cxnId="{E2D8DD8B-34B1-A049-B70F-9A70233B9578}">
      <dgm:prSet/>
      <dgm:spPr/>
      <dgm:t>
        <a:bodyPr/>
        <a:lstStyle/>
        <a:p>
          <a:endParaRPr lang="en-US"/>
        </a:p>
      </dgm:t>
    </dgm:pt>
    <dgm:pt modelId="{089E214C-B3E4-B942-A6D0-642E8E4AE61D}" type="sibTrans" cxnId="{E2D8DD8B-34B1-A049-B70F-9A70233B9578}">
      <dgm:prSet/>
      <dgm:spPr/>
      <dgm:t>
        <a:bodyPr/>
        <a:lstStyle/>
        <a:p>
          <a:endParaRPr lang="en-US"/>
        </a:p>
      </dgm:t>
    </dgm:pt>
    <dgm:pt modelId="{3D97C9FB-1AF5-8B4B-9794-01A8897F3C76}">
      <dgm:prSet phldrT="[Text]"/>
      <dgm:spPr/>
      <dgm:t>
        <a:bodyPr/>
        <a:lstStyle/>
        <a:p>
          <a:r>
            <a:rPr lang="en-US"/>
            <a:t>Tags Fire (GA4, Ad Platforms)</a:t>
          </a:r>
        </a:p>
      </dgm:t>
    </dgm:pt>
    <dgm:pt modelId="{6356E854-59C5-8349-BBFD-0E7664AFDBF4}" type="parTrans" cxnId="{E0464F71-B1A6-D54A-9C84-89A599CD702F}">
      <dgm:prSet/>
      <dgm:spPr/>
      <dgm:t>
        <a:bodyPr/>
        <a:lstStyle/>
        <a:p>
          <a:endParaRPr lang="en-US"/>
        </a:p>
      </dgm:t>
    </dgm:pt>
    <dgm:pt modelId="{CD87D3D5-2E13-104E-BFCC-8EE38FF4FE50}" type="sibTrans" cxnId="{E0464F71-B1A6-D54A-9C84-89A599CD702F}">
      <dgm:prSet/>
      <dgm:spPr/>
      <dgm:t>
        <a:bodyPr/>
        <a:lstStyle/>
        <a:p>
          <a:endParaRPr lang="en-US"/>
        </a:p>
      </dgm:t>
    </dgm:pt>
    <dgm:pt modelId="{03CE4079-29E1-6F4F-BAA2-F34E2E5FC562}">
      <dgm:prSet phldrT="[Text]"/>
      <dgm:spPr/>
      <dgm:t>
        <a:bodyPr/>
        <a:lstStyle/>
        <a:p>
          <a:r>
            <a:rPr lang="en-US"/>
            <a:t>Website (HTML/JS)</a:t>
          </a:r>
        </a:p>
      </dgm:t>
    </dgm:pt>
    <dgm:pt modelId="{2D8E8E19-DBC1-2D44-8277-1332F3FCEF85}" type="parTrans" cxnId="{A5C06D57-D4C7-5B43-A6BB-4FBC603A15FA}">
      <dgm:prSet/>
      <dgm:spPr/>
      <dgm:t>
        <a:bodyPr/>
        <a:lstStyle/>
        <a:p>
          <a:endParaRPr lang="en-US"/>
        </a:p>
      </dgm:t>
    </dgm:pt>
    <dgm:pt modelId="{91FB7492-40E9-9B40-A770-B146B91DFCF4}" type="sibTrans" cxnId="{A5C06D57-D4C7-5B43-A6BB-4FBC603A15FA}">
      <dgm:prSet/>
      <dgm:spPr/>
      <dgm:t>
        <a:bodyPr/>
        <a:lstStyle/>
        <a:p>
          <a:endParaRPr lang="en-US"/>
        </a:p>
      </dgm:t>
    </dgm:pt>
    <dgm:pt modelId="{371B89A8-A89E-744F-90DC-FD33FDD2CFDC}">
      <dgm:prSet phldrT="[Text]"/>
      <dgm:spPr/>
      <dgm:t>
        <a:bodyPr/>
        <a:lstStyle/>
        <a:p>
          <a:r>
            <a:rPr lang="en-US"/>
            <a:t>Data Layer (structured data)</a:t>
          </a:r>
        </a:p>
      </dgm:t>
    </dgm:pt>
    <dgm:pt modelId="{C738F78E-DC67-7D4D-ABD0-69A69E10418D}" type="parTrans" cxnId="{EFB2570A-B76C-794C-A97E-24FA9911FEBD}">
      <dgm:prSet/>
      <dgm:spPr/>
      <dgm:t>
        <a:bodyPr/>
        <a:lstStyle/>
        <a:p>
          <a:endParaRPr lang="en-US"/>
        </a:p>
      </dgm:t>
    </dgm:pt>
    <dgm:pt modelId="{340A00A7-A253-3B44-85B6-783177B1A632}" type="sibTrans" cxnId="{EFB2570A-B76C-794C-A97E-24FA9911FEBD}">
      <dgm:prSet/>
      <dgm:spPr/>
      <dgm:t>
        <a:bodyPr/>
        <a:lstStyle/>
        <a:p>
          <a:endParaRPr lang="en-US"/>
        </a:p>
      </dgm:t>
    </dgm:pt>
    <dgm:pt modelId="{69014C80-6569-1F45-8452-81312D7010B9}">
      <dgm:prSet phldrT="[Text]"/>
      <dgm:spPr/>
      <dgm:t>
        <a:bodyPr/>
        <a:lstStyle/>
        <a:p>
          <a:r>
            <a:rPr lang="en-US"/>
            <a:t>Google Tag Manager</a:t>
          </a:r>
        </a:p>
      </dgm:t>
    </dgm:pt>
    <dgm:pt modelId="{49626799-6A6E-6344-BE49-485CC3A936FE}" type="parTrans" cxnId="{C02F1264-91D6-CE40-9AEB-47F49D458C83}">
      <dgm:prSet/>
      <dgm:spPr/>
      <dgm:t>
        <a:bodyPr/>
        <a:lstStyle/>
        <a:p>
          <a:endParaRPr lang="en-US"/>
        </a:p>
      </dgm:t>
    </dgm:pt>
    <dgm:pt modelId="{386B3CCC-3FD5-9040-B3BC-BE82EE18352B}" type="sibTrans" cxnId="{C02F1264-91D6-CE40-9AEB-47F49D458C83}">
      <dgm:prSet/>
      <dgm:spPr/>
      <dgm:t>
        <a:bodyPr/>
        <a:lstStyle/>
        <a:p>
          <a:endParaRPr lang="en-US"/>
        </a:p>
      </dgm:t>
    </dgm:pt>
    <dgm:pt modelId="{4492716F-9DC9-4F40-B2E0-CFB90CED70C9}" type="pres">
      <dgm:prSet presAssocID="{DE567B5F-5893-AA41-90B4-9D163AFD81D9}" presName="Name0" presStyleCnt="0">
        <dgm:presLayoutVars>
          <dgm:dir/>
          <dgm:animLvl val="lvl"/>
          <dgm:resizeHandles val="exact"/>
        </dgm:presLayoutVars>
      </dgm:prSet>
      <dgm:spPr/>
    </dgm:pt>
    <dgm:pt modelId="{254EDB15-9569-C74C-B2FB-CDBCE2E9768D}" type="pres">
      <dgm:prSet presAssocID="{C0BDC063-B9D1-2C4F-8E37-BCB1212F0705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A81368D7-0D25-504A-BB1B-1DA06DA8003C}" type="pres">
      <dgm:prSet presAssocID="{089E214C-B3E4-B942-A6D0-642E8E4AE61D}" presName="parTxOnlySpace" presStyleCnt="0"/>
      <dgm:spPr/>
    </dgm:pt>
    <dgm:pt modelId="{56AE0E16-AC3E-A448-8735-E929C4060ECB}" type="pres">
      <dgm:prSet presAssocID="{03CE4079-29E1-6F4F-BAA2-F34E2E5FC562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51FCCABE-66C8-C14A-8682-F5F5C00758B0}" type="pres">
      <dgm:prSet presAssocID="{91FB7492-40E9-9B40-A770-B146B91DFCF4}" presName="parTxOnlySpace" presStyleCnt="0"/>
      <dgm:spPr/>
    </dgm:pt>
    <dgm:pt modelId="{1621B512-4D95-B248-9841-4206B76819DC}" type="pres">
      <dgm:prSet presAssocID="{371B89A8-A89E-744F-90DC-FD33FDD2CFDC}" presName="parTxOnly" presStyleLbl="node1" presStyleIdx="2" presStyleCnt="5" custLinFactNeighborX="1" custLinFactNeighborY="-1462">
        <dgm:presLayoutVars>
          <dgm:chMax val="0"/>
          <dgm:chPref val="0"/>
          <dgm:bulletEnabled val="1"/>
        </dgm:presLayoutVars>
      </dgm:prSet>
      <dgm:spPr/>
    </dgm:pt>
    <dgm:pt modelId="{2D72E00D-A029-CA4E-9335-BAE016126464}" type="pres">
      <dgm:prSet presAssocID="{340A00A7-A253-3B44-85B6-783177B1A632}" presName="parTxOnlySpace" presStyleCnt="0"/>
      <dgm:spPr/>
    </dgm:pt>
    <dgm:pt modelId="{2E31244D-2D81-7746-8765-A0016B66DF4E}" type="pres">
      <dgm:prSet presAssocID="{69014C80-6569-1F45-8452-81312D7010B9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C3094EB4-45C7-E546-B6E7-839D37ACB211}" type="pres">
      <dgm:prSet presAssocID="{386B3CCC-3FD5-9040-B3BC-BE82EE18352B}" presName="parTxOnlySpace" presStyleCnt="0"/>
      <dgm:spPr/>
    </dgm:pt>
    <dgm:pt modelId="{5F67631D-8C69-8B40-98A0-45800F9B72E1}" type="pres">
      <dgm:prSet presAssocID="{3D97C9FB-1AF5-8B4B-9794-01A8897F3C76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EFB2570A-B76C-794C-A97E-24FA9911FEBD}" srcId="{DE567B5F-5893-AA41-90B4-9D163AFD81D9}" destId="{371B89A8-A89E-744F-90DC-FD33FDD2CFDC}" srcOrd="2" destOrd="0" parTransId="{C738F78E-DC67-7D4D-ABD0-69A69E10418D}" sibTransId="{340A00A7-A253-3B44-85B6-783177B1A632}"/>
    <dgm:cxn modelId="{38428A0D-D611-CF44-9AB0-3C2202658FAC}" type="presOf" srcId="{DE567B5F-5893-AA41-90B4-9D163AFD81D9}" destId="{4492716F-9DC9-4F40-B2E0-CFB90CED70C9}" srcOrd="0" destOrd="0" presId="urn:microsoft.com/office/officeart/2005/8/layout/chevron1"/>
    <dgm:cxn modelId="{2397063E-4895-E742-AD25-95247964C45D}" type="presOf" srcId="{03CE4079-29E1-6F4F-BAA2-F34E2E5FC562}" destId="{56AE0E16-AC3E-A448-8735-E929C4060ECB}" srcOrd="0" destOrd="0" presId="urn:microsoft.com/office/officeart/2005/8/layout/chevron1"/>
    <dgm:cxn modelId="{C02F1264-91D6-CE40-9AEB-47F49D458C83}" srcId="{DE567B5F-5893-AA41-90B4-9D163AFD81D9}" destId="{69014C80-6569-1F45-8452-81312D7010B9}" srcOrd="3" destOrd="0" parTransId="{49626799-6A6E-6344-BE49-485CC3A936FE}" sibTransId="{386B3CCC-3FD5-9040-B3BC-BE82EE18352B}"/>
    <dgm:cxn modelId="{E0464F71-B1A6-D54A-9C84-89A599CD702F}" srcId="{DE567B5F-5893-AA41-90B4-9D163AFD81D9}" destId="{3D97C9FB-1AF5-8B4B-9794-01A8897F3C76}" srcOrd="4" destOrd="0" parTransId="{6356E854-59C5-8349-BBFD-0E7664AFDBF4}" sibTransId="{CD87D3D5-2E13-104E-BFCC-8EE38FF4FE50}"/>
    <dgm:cxn modelId="{A5C06D57-D4C7-5B43-A6BB-4FBC603A15FA}" srcId="{DE567B5F-5893-AA41-90B4-9D163AFD81D9}" destId="{03CE4079-29E1-6F4F-BAA2-F34E2E5FC562}" srcOrd="1" destOrd="0" parTransId="{2D8E8E19-DBC1-2D44-8277-1332F3FCEF85}" sibTransId="{91FB7492-40E9-9B40-A770-B146B91DFCF4}"/>
    <dgm:cxn modelId="{7C33577C-CFF9-434F-B014-C2611C417FAF}" type="presOf" srcId="{3D97C9FB-1AF5-8B4B-9794-01A8897F3C76}" destId="{5F67631D-8C69-8B40-98A0-45800F9B72E1}" srcOrd="0" destOrd="0" presId="urn:microsoft.com/office/officeart/2005/8/layout/chevron1"/>
    <dgm:cxn modelId="{A8141C81-28A8-C946-B006-0FB3ED716CC9}" type="presOf" srcId="{371B89A8-A89E-744F-90DC-FD33FDD2CFDC}" destId="{1621B512-4D95-B248-9841-4206B76819DC}" srcOrd="0" destOrd="0" presId="urn:microsoft.com/office/officeart/2005/8/layout/chevron1"/>
    <dgm:cxn modelId="{E2D8DD8B-34B1-A049-B70F-9A70233B9578}" srcId="{DE567B5F-5893-AA41-90B4-9D163AFD81D9}" destId="{C0BDC063-B9D1-2C4F-8E37-BCB1212F0705}" srcOrd="0" destOrd="0" parTransId="{7CEA9F85-45CC-4747-945D-2DF31D71C9ED}" sibTransId="{089E214C-B3E4-B942-A6D0-642E8E4AE61D}"/>
    <dgm:cxn modelId="{5A4EFEC1-BD2B-9743-90E7-4E461394D7E1}" type="presOf" srcId="{C0BDC063-B9D1-2C4F-8E37-BCB1212F0705}" destId="{254EDB15-9569-C74C-B2FB-CDBCE2E9768D}" srcOrd="0" destOrd="0" presId="urn:microsoft.com/office/officeart/2005/8/layout/chevron1"/>
    <dgm:cxn modelId="{CA93C2EF-DDF2-6647-A56B-0EEBE66C6EBE}" type="presOf" srcId="{69014C80-6569-1F45-8452-81312D7010B9}" destId="{2E31244D-2D81-7746-8765-A0016B66DF4E}" srcOrd="0" destOrd="0" presId="urn:microsoft.com/office/officeart/2005/8/layout/chevron1"/>
    <dgm:cxn modelId="{1432A251-1E5F-2A4F-886E-AFF6393BB472}" type="presParOf" srcId="{4492716F-9DC9-4F40-B2E0-CFB90CED70C9}" destId="{254EDB15-9569-C74C-B2FB-CDBCE2E9768D}" srcOrd="0" destOrd="0" presId="urn:microsoft.com/office/officeart/2005/8/layout/chevron1"/>
    <dgm:cxn modelId="{BA2A0D00-AAF1-8F4E-BC8C-C3A6F2FBFD08}" type="presParOf" srcId="{4492716F-9DC9-4F40-B2E0-CFB90CED70C9}" destId="{A81368D7-0D25-504A-BB1B-1DA06DA8003C}" srcOrd="1" destOrd="0" presId="urn:microsoft.com/office/officeart/2005/8/layout/chevron1"/>
    <dgm:cxn modelId="{30B5F114-9771-2A41-A078-1632853E50D9}" type="presParOf" srcId="{4492716F-9DC9-4F40-B2E0-CFB90CED70C9}" destId="{56AE0E16-AC3E-A448-8735-E929C4060ECB}" srcOrd="2" destOrd="0" presId="urn:microsoft.com/office/officeart/2005/8/layout/chevron1"/>
    <dgm:cxn modelId="{657FAA92-4C70-B64A-87C1-FE8DD09380B8}" type="presParOf" srcId="{4492716F-9DC9-4F40-B2E0-CFB90CED70C9}" destId="{51FCCABE-66C8-C14A-8682-F5F5C00758B0}" srcOrd="3" destOrd="0" presId="urn:microsoft.com/office/officeart/2005/8/layout/chevron1"/>
    <dgm:cxn modelId="{96C17052-FE7C-D54A-A78C-45E6CB85DC9C}" type="presParOf" srcId="{4492716F-9DC9-4F40-B2E0-CFB90CED70C9}" destId="{1621B512-4D95-B248-9841-4206B76819DC}" srcOrd="4" destOrd="0" presId="urn:microsoft.com/office/officeart/2005/8/layout/chevron1"/>
    <dgm:cxn modelId="{6DDACA92-EAFD-9A49-883F-146C6B7592A7}" type="presParOf" srcId="{4492716F-9DC9-4F40-B2E0-CFB90CED70C9}" destId="{2D72E00D-A029-CA4E-9335-BAE016126464}" srcOrd="5" destOrd="0" presId="urn:microsoft.com/office/officeart/2005/8/layout/chevron1"/>
    <dgm:cxn modelId="{ED203F1C-C03F-0F42-A9CD-2031C071552E}" type="presParOf" srcId="{4492716F-9DC9-4F40-B2E0-CFB90CED70C9}" destId="{2E31244D-2D81-7746-8765-A0016B66DF4E}" srcOrd="6" destOrd="0" presId="urn:microsoft.com/office/officeart/2005/8/layout/chevron1"/>
    <dgm:cxn modelId="{2F415A7F-FD6A-2744-852D-F5519F2E3F79}" type="presParOf" srcId="{4492716F-9DC9-4F40-B2E0-CFB90CED70C9}" destId="{C3094EB4-45C7-E546-B6E7-839D37ACB211}" srcOrd="7" destOrd="0" presId="urn:microsoft.com/office/officeart/2005/8/layout/chevron1"/>
    <dgm:cxn modelId="{238EFB3A-B1B5-BD4C-8A16-E246C522A315}" type="presParOf" srcId="{4492716F-9DC9-4F40-B2E0-CFB90CED70C9}" destId="{5F67631D-8C69-8B40-98A0-45800F9B72E1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2A4C8E-DCF9-944C-B7F7-7FA2EF97C469}">
      <dsp:nvSpPr>
        <dsp:cNvPr id="0" name=""/>
        <dsp:cNvSpPr/>
      </dsp:nvSpPr>
      <dsp:spPr>
        <a:xfrm>
          <a:off x="0" y="185667"/>
          <a:ext cx="1039585" cy="13338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Page Design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Wireframes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Blocks, </a:t>
          </a:r>
          <a:r>
            <a:rPr lang="en-US" sz="900" kern="1200">
              <a:latin typeface="Aptos Display" panose="02110004020202020204"/>
            </a:rPr>
            <a:t>modules</a:t>
          </a:r>
          <a:endParaRPr lang="en-US" sz="900" kern="120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Variants, </a:t>
          </a:r>
          <a:r>
            <a:rPr lang="en-US" sz="900" kern="1200">
              <a:latin typeface="Aptos Display" panose="02110004020202020204"/>
            </a:rPr>
            <a:t>actions</a:t>
          </a:r>
          <a:endParaRPr lang="en-US" sz="900" kern="1200"/>
        </a:p>
      </dsp:txBody>
      <dsp:txXfrm>
        <a:off x="30448" y="216115"/>
        <a:ext cx="978689" cy="1272984"/>
      </dsp:txXfrm>
    </dsp:sp>
    <dsp:sp modelId="{738260FB-14B6-854A-8997-BC521E5BC1B4}">
      <dsp:nvSpPr>
        <dsp:cNvPr id="0" name=""/>
        <dsp:cNvSpPr/>
      </dsp:nvSpPr>
      <dsp:spPr>
        <a:xfrm>
          <a:off x="1143544" y="723699"/>
          <a:ext cx="220392" cy="25781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1143544" y="775262"/>
        <a:ext cx="154274" cy="154691"/>
      </dsp:txXfrm>
    </dsp:sp>
    <dsp:sp modelId="{8FB036A7-4DE0-7D40-BD06-EC5FCDAF080B}">
      <dsp:nvSpPr>
        <dsp:cNvPr id="0" name=""/>
        <dsp:cNvSpPr/>
      </dsp:nvSpPr>
      <dsp:spPr>
        <a:xfrm>
          <a:off x="1455420" y="185667"/>
          <a:ext cx="1039585" cy="13338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GA4 Requirements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Use </a:t>
          </a:r>
          <a:r>
            <a:rPr lang="en-US" sz="900" kern="1200">
              <a:latin typeface="Aptos Display" panose="02110004020202020204"/>
            </a:rPr>
            <a:t>cases</a:t>
          </a:r>
          <a:endParaRPr lang="en-US" sz="900" kern="120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Actionable </a:t>
          </a:r>
          <a:r>
            <a:rPr lang="en-US" sz="900" kern="1200">
              <a:latin typeface="Aptos Display" panose="02110004020202020204"/>
            </a:rPr>
            <a:t>insights</a:t>
          </a:r>
          <a:r>
            <a:rPr lang="en-US" sz="900" kern="1200"/>
            <a:t> needed</a:t>
          </a:r>
        </a:p>
      </dsp:txBody>
      <dsp:txXfrm>
        <a:off x="1485868" y="216115"/>
        <a:ext cx="978689" cy="1272984"/>
      </dsp:txXfrm>
    </dsp:sp>
    <dsp:sp modelId="{0394F3B0-B6EA-F649-BB15-1568AB06DE31}">
      <dsp:nvSpPr>
        <dsp:cNvPr id="0" name=""/>
        <dsp:cNvSpPr/>
      </dsp:nvSpPr>
      <dsp:spPr>
        <a:xfrm>
          <a:off x="2598964" y="723699"/>
          <a:ext cx="220392" cy="25781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2598964" y="775262"/>
        <a:ext cx="154274" cy="154691"/>
      </dsp:txXfrm>
    </dsp:sp>
    <dsp:sp modelId="{8ACDB1DC-30FD-F043-AD6F-32BFEDB16BCA}">
      <dsp:nvSpPr>
        <dsp:cNvPr id="0" name=""/>
        <dsp:cNvSpPr/>
      </dsp:nvSpPr>
      <dsp:spPr>
        <a:xfrm>
          <a:off x="2910840" y="185667"/>
          <a:ext cx="1039585" cy="13338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Tagging Plan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Events that need tagging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Code snippets for event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Description of insights gained</a:t>
          </a:r>
        </a:p>
      </dsp:txBody>
      <dsp:txXfrm>
        <a:off x="2941288" y="216115"/>
        <a:ext cx="978689" cy="1272984"/>
      </dsp:txXfrm>
    </dsp:sp>
    <dsp:sp modelId="{D22ADD5D-9A3B-B34D-A435-8166950E3C6E}">
      <dsp:nvSpPr>
        <dsp:cNvPr id="0" name=""/>
        <dsp:cNvSpPr/>
      </dsp:nvSpPr>
      <dsp:spPr>
        <a:xfrm>
          <a:off x="4054384" y="723699"/>
          <a:ext cx="220392" cy="25781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4054384" y="775262"/>
        <a:ext cx="154274" cy="154691"/>
      </dsp:txXfrm>
    </dsp:sp>
    <dsp:sp modelId="{42B2F4D6-8526-744C-8DCD-4D99F87F17DD}">
      <dsp:nvSpPr>
        <dsp:cNvPr id="0" name=""/>
        <dsp:cNvSpPr/>
      </dsp:nvSpPr>
      <dsp:spPr>
        <a:xfrm>
          <a:off x="4366260" y="185667"/>
          <a:ext cx="1039585" cy="13338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Tech Design for Dev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JIRA tickets 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Include tagging plan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Link to GA4 JIRA board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Testing plan</a:t>
          </a:r>
        </a:p>
      </dsp:txBody>
      <dsp:txXfrm>
        <a:off x="4396708" y="216115"/>
        <a:ext cx="978689" cy="1272984"/>
      </dsp:txXfrm>
    </dsp:sp>
    <dsp:sp modelId="{59C86DA9-4775-EA4E-ADC1-A9AD33B10097}">
      <dsp:nvSpPr>
        <dsp:cNvPr id="0" name=""/>
        <dsp:cNvSpPr/>
      </dsp:nvSpPr>
      <dsp:spPr>
        <a:xfrm>
          <a:off x="5509804" y="723699"/>
          <a:ext cx="220392" cy="25781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5509804" y="775262"/>
        <a:ext cx="154274" cy="154691"/>
      </dsp:txXfrm>
    </dsp:sp>
    <dsp:sp modelId="{1F60A89D-8112-7E46-875A-1CD221042DC2}">
      <dsp:nvSpPr>
        <dsp:cNvPr id="0" name=""/>
        <dsp:cNvSpPr/>
      </dsp:nvSpPr>
      <dsp:spPr>
        <a:xfrm>
          <a:off x="5821680" y="185667"/>
          <a:ext cx="1039585" cy="13338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Development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Implement push to </a:t>
          </a:r>
          <a:r>
            <a:rPr lang="en-US" sz="900" kern="1200" err="1"/>
            <a:t>dataLayer</a:t>
          </a:r>
          <a:endParaRPr lang="en-US" sz="900" kern="120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GTM development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Unit testing</a:t>
          </a:r>
        </a:p>
      </dsp:txBody>
      <dsp:txXfrm>
        <a:off x="5852128" y="216115"/>
        <a:ext cx="978689" cy="1272984"/>
      </dsp:txXfrm>
    </dsp:sp>
    <dsp:sp modelId="{7CB94482-912B-7E45-9FE5-C9C670992908}">
      <dsp:nvSpPr>
        <dsp:cNvPr id="0" name=""/>
        <dsp:cNvSpPr/>
      </dsp:nvSpPr>
      <dsp:spPr>
        <a:xfrm>
          <a:off x="6965224" y="723699"/>
          <a:ext cx="220392" cy="25781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6965224" y="775262"/>
        <a:ext cx="154274" cy="154691"/>
      </dsp:txXfrm>
    </dsp:sp>
    <dsp:sp modelId="{4A3BF4F2-704B-3342-ABF4-8A127BA17438}">
      <dsp:nvSpPr>
        <dsp:cNvPr id="0" name=""/>
        <dsp:cNvSpPr/>
      </dsp:nvSpPr>
      <dsp:spPr>
        <a:xfrm>
          <a:off x="7277100" y="185667"/>
          <a:ext cx="1039585" cy="13338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Launch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GA4 tag validation in UAT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launch 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GA4 tag validation in prod</a:t>
          </a:r>
        </a:p>
      </dsp:txBody>
      <dsp:txXfrm>
        <a:off x="7307548" y="216115"/>
        <a:ext cx="978689" cy="127298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4EDB15-9569-C74C-B2FB-CDBCE2E9768D}">
      <dsp:nvSpPr>
        <dsp:cNvPr id="0" name=""/>
        <dsp:cNvSpPr/>
      </dsp:nvSpPr>
      <dsp:spPr>
        <a:xfrm>
          <a:off x="1677" y="0"/>
          <a:ext cx="1493295" cy="29578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User Action on the website</a:t>
          </a:r>
        </a:p>
      </dsp:txBody>
      <dsp:txXfrm>
        <a:off x="149571" y="0"/>
        <a:ext cx="1197508" cy="295787"/>
      </dsp:txXfrm>
    </dsp:sp>
    <dsp:sp modelId="{56AE0E16-AC3E-A448-8735-E929C4060ECB}">
      <dsp:nvSpPr>
        <dsp:cNvPr id="0" name=""/>
        <dsp:cNvSpPr/>
      </dsp:nvSpPr>
      <dsp:spPr>
        <a:xfrm>
          <a:off x="1345643" y="0"/>
          <a:ext cx="1493295" cy="29578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Website (HTML/JS)</a:t>
          </a:r>
        </a:p>
      </dsp:txBody>
      <dsp:txXfrm>
        <a:off x="1493537" y="0"/>
        <a:ext cx="1197508" cy="295787"/>
      </dsp:txXfrm>
    </dsp:sp>
    <dsp:sp modelId="{1621B512-4D95-B248-9841-4206B76819DC}">
      <dsp:nvSpPr>
        <dsp:cNvPr id="0" name=""/>
        <dsp:cNvSpPr/>
      </dsp:nvSpPr>
      <dsp:spPr>
        <a:xfrm>
          <a:off x="2689610" y="0"/>
          <a:ext cx="1493295" cy="29578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Data Layer (structured data)</a:t>
          </a:r>
        </a:p>
      </dsp:txBody>
      <dsp:txXfrm>
        <a:off x="2837504" y="0"/>
        <a:ext cx="1197508" cy="295787"/>
      </dsp:txXfrm>
    </dsp:sp>
    <dsp:sp modelId="{2E31244D-2D81-7746-8765-A0016B66DF4E}">
      <dsp:nvSpPr>
        <dsp:cNvPr id="0" name=""/>
        <dsp:cNvSpPr/>
      </dsp:nvSpPr>
      <dsp:spPr>
        <a:xfrm>
          <a:off x="4033574" y="0"/>
          <a:ext cx="1493295" cy="29578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Google Tag Manager</a:t>
          </a:r>
        </a:p>
      </dsp:txBody>
      <dsp:txXfrm>
        <a:off x="4181468" y="0"/>
        <a:ext cx="1197508" cy="295787"/>
      </dsp:txXfrm>
    </dsp:sp>
    <dsp:sp modelId="{5F67631D-8C69-8B40-98A0-45800F9B72E1}">
      <dsp:nvSpPr>
        <dsp:cNvPr id="0" name=""/>
        <dsp:cNvSpPr/>
      </dsp:nvSpPr>
      <dsp:spPr>
        <a:xfrm>
          <a:off x="5377540" y="0"/>
          <a:ext cx="1493295" cy="29578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Tags Fire (GA4, Ad Platforms)</a:t>
          </a:r>
        </a:p>
      </dsp:txBody>
      <dsp:txXfrm>
        <a:off x="5525434" y="0"/>
        <a:ext cx="1197508" cy="2957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71C66D-9B00-9DF7-9274-F92A7AB821B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BB5384-CE5D-C79C-2BF8-F65E228E161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C10D1D-14C9-7147-8D5E-1F395C4E6E7F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399F95-C394-ECD1-DDB0-DED33B77B23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E36F78-BFD3-A222-63F0-2E7DE792146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044145-83B9-7B4F-AF74-73E80EFDE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9703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540216-F876-7447-86C0-D1E1DDC90AC2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1D9C2-2260-AC4F-AA16-86308DDC7D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463674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1D9C2-2260-AC4F-AA16-86308DDC7D0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5367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7" Type="http://schemas.openxmlformats.org/officeDocument/2006/relationships/image" Target="../media/image14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3.png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32.svg"/><Relationship Id="rId4" Type="http://schemas.openxmlformats.org/officeDocument/2006/relationships/image" Target="../media/image31.png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image" Target="../media/image45.png"/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2" Type="http://schemas.openxmlformats.org/officeDocument/2006/relationships/image" Target="../media/image47.png"/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7" Type="http://schemas.openxmlformats.org/officeDocument/2006/relationships/image" Target="../media/image54.svg"/><Relationship Id="rId2" Type="http://schemas.openxmlformats.org/officeDocument/2006/relationships/image" Target="../media/image49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53.png"/><Relationship Id="rId5" Type="http://schemas.openxmlformats.org/officeDocument/2006/relationships/image" Target="../media/image52.svg"/><Relationship Id="rId4" Type="http://schemas.openxmlformats.org/officeDocument/2006/relationships/image" Target="../media/image51.png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56.svg"/><Relationship Id="rId4" Type="http://schemas.openxmlformats.org/officeDocument/2006/relationships/image" Target="../media/image55.png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/Relationships>
</file>

<file path=ppt/slideLayouts/_rels/slideLayout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4.xml"/></Relationships>
</file>

<file path=ppt/slideLayouts/_rels/slideLayout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svg"/><Relationship Id="rId2" Type="http://schemas.openxmlformats.org/officeDocument/2006/relationships/image" Target="../media/image57.png"/><Relationship Id="rId1" Type="http://schemas.openxmlformats.org/officeDocument/2006/relationships/slideMaster" Target="../slideMasters/slideMaster4.xml"/></Relationships>
</file>

<file path=ppt/slideLayouts/_rels/slideLayout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4.xml"/></Relationships>
</file>

<file path=ppt/slideLayouts/_rels/slideLayout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svg"/><Relationship Id="rId2" Type="http://schemas.openxmlformats.org/officeDocument/2006/relationships/image" Target="../media/image57.png"/><Relationship Id="rId1" Type="http://schemas.openxmlformats.org/officeDocument/2006/relationships/slideMaster" Target="../slideMasters/slideMaster4.xml"/></Relationships>
</file>

<file path=ppt/slideLayouts/_rels/slideLayout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svg"/><Relationship Id="rId2" Type="http://schemas.openxmlformats.org/officeDocument/2006/relationships/image" Target="../media/image59.png"/><Relationship Id="rId1" Type="http://schemas.openxmlformats.org/officeDocument/2006/relationships/slideMaster" Target="../slideMasters/slideMaster4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svg"/><Relationship Id="rId7" Type="http://schemas.openxmlformats.org/officeDocument/2006/relationships/image" Target="../media/image14.svg"/><Relationship Id="rId2" Type="http://schemas.openxmlformats.org/officeDocument/2006/relationships/image" Target="../media/image6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13.png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svg"/><Relationship Id="rId2" Type="http://schemas.openxmlformats.org/officeDocument/2006/relationships/image" Target="../media/image63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32.svg"/><Relationship Id="rId4" Type="http://schemas.openxmlformats.org/officeDocument/2006/relationships/image" Target="../media/image31.png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Slide | Servicema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662FFB-20B9-23C4-55EA-3C1C110FBD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42437C-B7BC-36E9-B4AB-B0D7AD8A4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pic>
        <p:nvPicPr>
          <p:cNvPr id="5" name="Picture 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FE1B2BD-6987-F993-5E9A-955306E721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04438" y="1714123"/>
            <a:ext cx="3844455" cy="1288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927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 Slide | Trefoil Whi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338F879D-6055-3DEA-B3B0-966D5DF18E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37096" y="1473052"/>
            <a:ext cx="2069806" cy="2069804"/>
          </a:xfrm>
          <a:prstGeom prst="rect">
            <a:avLst/>
          </a:prstGeom>
        </p:spPr>
      </p:pic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6C6584C6-1024-1222-FD1D-D3B35F3554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35250" y="4324290"/>
            <a:ext cx="3873500" cy="482600"/>
          </a:xfrm>
        </p:spPr>
        <p:txBody>
          <a:bodyPr anchor="b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 b="0" i="0">
                <a:latin typeface="Girl Scout Display Light" panose="02020003000000000000" pitchFamily="18" charset="0"/>
              </a:defRPr>
            </a:lvl1pPr>
            <a:lvl2pPr marL="457200" indent="0" algn="ctr">
              <a:buFont typeface="Arial" panose="020B0604020202020204" pitchFamily="34" charset="0"/>
              <a:buNone/>
              <a:defRPr sz="1400" b="0" i="0">
                <a:latin typeface="Girl Scout Display Light" panose="02020003000000000000" pitchFamily="18" charset="0"/>
              </a:defRPr>
            </a:lvl2pPr>
            <a:lvl3pPr marL="914400" indent="0" algn="ctr">
              <a:buFont typeface="Arial" panose="020B0604020202020204" pitchFamily="34" charset="0"/>
              <a:buNone/>
              <a:defRPr sz="1400" b="0" i="0">
                <a:latin typeface="Girl Scout Display Light" panose="02020003000000000000" pitchFamily="18" charset="0"/>
              </a:defRPr>
            </a:lvl3pPr>
            <a:lvl4pPr marL="1371600" indent="0" algn="ctr">
              <a:buFont typeface="Arial" panose="020B0604020202020204" pitchFamily="34" charset="0"/>
              <a:buNone/>
              <a:defRPr sz="1400" b="0" i="0">
                <a:latin typeface="Girl Scout Display Light" panose="02020003000000000000" pitchFamily="18" charset="0"/>
              </a:defRPr>
            </a:lvl4pPr>
            <a:lvl5pPr marL="1828800" indent="0" algn="ctr">
              <a:buFont typeface="Arial" panose="020B0604020202020204" pitchFamily="34" charset="0"/>
              <a:buNone/>
              <a:defRPr sz="14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404097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over Slide | Title Cent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68506-8E5A-6DA3-B7E6-63E12F3B50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1456267"/>
            <a:ext cx="7886700" cy="2230966"/>
          </a:xfrm>
        </p:spPr>
        <p:txBody>
          <a:bodyPr>
            <a:noAutofit/>
          </a:bodyPr>
          <a:lstStyle>
            <a:lvl1pPr algn="ctr">
              <a:defRPr sz="4400"/>
            </a:lvl1pPr>
          </a:lstStyle>
          <a:p>
            <a:r>
              <a:rPr lang="en-US"/>
              <a:t>2024</a:t>
            </a:r>
            <a:br>
              <a:rPr lang="en-US"/>
            </a:br>
            <a:r>
              <a:rPr lang="en-US"/>
              <a:t>Presentation Title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AEF130C-967B-FB18-F644-B4CB56E3C6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5170" y="4464344"/>
            <a:ext cx="453658" cy="453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936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72A34FC-91B7-8DF6-D0AB-D00AF0D94E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6E0882-FD07-2313-4CBA-B32A12E17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E3D87942-57D5-7F37-597B-CA82E8C157F9}"/>
              </a:ext>
            </a:extLst>
          </p:cNvPr>
          <p:cNvSpPr/>
          <p:nvPr userDrawn="1"/>
        </p:nvSpPr>
        <p:spPr>
          <a:xfrm>
            <a:off x="-135467" y="304800"/>
            <a:ext cx="4552572" cy="4347500"/>
          </a:xfrm>
          <a:custGeom>
            <a:avLst/>
            <a:gdLst>
              <a:gd name="connsiteX0" fmla="*/ 0 w 4552572"/>
              <a:gd name="connsiteY0" fmla="*/ 0 h 4347500"/>
              <a:gd name="connsiteX1" fmla="*/ 4443580 w 4552572"/>
              <a:gd name="connsiteY1" fmla="*/ 0 h 4347500"/>
              <a:gd name="connsiteX2" fmla="*/ 4552572 w 4552572"/>
              <a:gd name="connsiteY2" fmla="*/ 108992 h 4347500"/>
              <a:gd name="connsiteX3" fmla="*/ 4552572 w 4552572"/>
              <a:gd name="connsiteY3" fmla="*/ 4238508 h 4347500"/>
              <a:gd name="connsiteX4" fmla="*/ 4443580 w 4552572"/>
              <a:gd name="connsiteY4" fmla="*/ 4347500 h 4347500"/>
              <a:gd name="connsiteX5" fmla="*/ 0 w 4552572"/>
              <a:gd name="connsiteY5" fmla="*/ 4347500 h 4347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52572" h="4347500">
                <a:moveTo>
                  <a:pt x="0" y="0"/>
                </a:moveTo>
                <a:lnTo>
                  <a:pt x="4443580" y="0"/>
                </a:lnTo>
                <a:cubicBezTo>
                  <a:pt x="4503775" y="0"/>
                  <a:pt x="4552572" y="48797"/>
                  <a:pt x="4552572" y="108992"/>
                </a:cubicBezTo>
                <a:lnTo>
                  <a:pt x="4552572" y="4238508"/>
                </a:lnTo>
                <a:cubicBezTo>
                  <a:pt x="4552572" y="4298703"/>
                  <a:pt x="4503775" y="4347500"/>
                  <a:pt x="4443580" y="4347500"/>
                </a:cubicBezTo>
                <a:lnTo>
                  <a:pt x="0" y="4347500"/>
                </a:lnTo>
                <a:close/>
              </a:path>
            </a:pathLst>
          </a:custGeom>
          <a:noFill/>
          <a:ln w="15875">
            <a:solidFill>
              <a:schemeClr val="accent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200">
              <a:solidFill>
                <a:schemeClr val="tx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6" name="Picture Placeholder 18">
            <a:extLst>
              <a:ext uri="{FF2B5EF4-FFF2-40B4-BE49-F238E27FC236}">
                <a16:creationId xmlns:a16="http://schemas.microsoft.com/office/drawing/2014/main" id="{5D9BB258-B65E-6445-BA72-D907DA560C8C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008955" y="586728"/>
            <a:ext cx="2263728" cy="2268538"/>
          </a:xfrm>
          <a:prstGeom prst="roundRect">
            <a:avLst>
              <a:gd name="adj" fmla="val 4351"/>
            </a:avLst>
          </a:pr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image</a:t>
            </a:r>
          </a:p>
        </p:txBody>
      </p:sp>
      <p:sp>
        <p:nvSpPr>
          <p:cNvPr id="7" name="Text Placeholder 38">
            <a:extLst>
              <a:ext uri="{FF2B5EF4-FFF2-40B4-BE49-F238E27FC236}">
                <a16:creationId xmlns:a16="http://schemas.microsoft.com/office/drawing/2014/main" id="{944CE24F-DAA2-29E1-5DCD-3F57AB5BED9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08954" y="3045041"/>
            <a:ext cx="2263728" cy="1263549"/>
          </a:xfrm>
        </p:spPr>
        <p:txBody>
          <a:bodyPr>
            <a:normAutofit/>
          </a:bodyPr>
          <a:lstStyle>
            <a:lvl1pPr marL="0" indent="0" algn="ctr">
              <a:buNone/>
              <a:defRPr sz="16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First &amp; Last Name</a:t>
            </a:r>
          </a:p>
          <a:p>
            <a:pPr lvl="0"/>
            <a:r>
              <a:rPr lang="en-US"/>
              <a:t>Title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2DFA676-756B-1E57-645F-2654C6571894}"/>
              </a:ext>
            </a:extLst>
          </p:cNvPr>
          <p:cNvSpPr/>
          <p:nvPr userDrawn="1"/>
        </p:nvSpPr>
        <p:spPr>
          <a:xfrm>
            <a:off x="4726897" y="304800"/>
            <a:ext cx="4186297" cy="4347500"/>
          </a:xfrm>
          <a:prstGeom prst="roundRect">
            <a:avLst>
              <a:gd name="adj" fmla="val 3715"/>
            </a:avLst>
          </a:prstGeom>
          <a:solidFill>
            <a:schemeClr val="accent3"/>
          </a:solidFill>
          <a:ln w="15875"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9" name="Text Placeholder 38">
            <a:extLst>
              <a:ext uri="{FF2B5EF4-FFF2-40B4-BE49-F238E27FC236}">
                <a16:creationId xmlns:a16="http://schemas.microsoft.com/office/drawing/2014/main" id="{79D9B024-837D-9D01-6BCA-AB7EB32C0A7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669731" y="2281562"/>
            <a:ext cx="2263728" cy="1263549"/>
          </a:xfrm>
        </p:spPr>
        <p:txBody>
          <a:bodyPr>
            <a:normAutofit/>
          </a:bodyPr>
          <a:lstStyle>
            <a:lvl1pPr marL="0" indent="0" algn="ctr">
              <a:buNone/>
              <a:defRPr sz="28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Section </a:t>
            </a:r>
          </a:p>
          <a:p>
            <a:pPr lvl="0"/>
            <a:r>
              <a:rPr lang="en-US"/>
              <a:t>Title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BCC1B1B-23D1-74EB-9771-7A8BCAF9AE0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410613" y="1180128"/>
            <a:ext cx="818864" cy="76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955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ver Slide | Split | No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7D21A-F00A-F2DD-63D1-48BDE532F6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93605" y="1436643"/>
            <a:ext cx="3962528" cy="993775"/>
          </a:xfrm>
        </p:spPr>
        <p:txBody>
          <a:bodyPr anchor="b">
            <a:normAutofit/>
          </a:bodyPr>
          <a:lstStyle>
            <a:lvl1pPr algn="ctr"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Type Here to Enter a</a:t>
            </a:r>
            <a:br>
              <a:rPr lang="en-US"/>
            </a:br>
            <a:r>
              <a:rPr lang="en-US"/>
              <a:t>Multi-line Transition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990E1E-711E-0B04-086A-D35243A55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C17498-C78D-FF42-4599-E51DFD729730}"/>
              </a:ext>
            </a:extLst>
          </p:cNvPr>
          <p:cNvSpPr/>
          <p:nvPr userDrawn="1"/>
        </p:nvSpPr>
        <p:spPr>
          <a:xfrm>
            <a:off x="0" y="6255"/>
            <a:ext cx="4572000" cy="51435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b="0" i="0">
              <a:solidFill>
                <a:schemeClr val="bg1"/>
              </a:solidFill>
              <a:latin typeface="Girl Scout Display Light" panose="02020003000000000000" pitchFamily="18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9355827-8871-F484-D5ED-67DAC1342F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4087" y="419102"/>
            <a:ext cx="4305300" cy="4305300"/>
          </a:xfrm>
          <a:prstGeom prst="rect">
            <a:avLst/>
          </a:prstGeom>
        </p:spPr>
      </p:pic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1108D74F-3CCB-7AF8-ABE1-963E63C9B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1449" y="4998093"/>
            <a:ext cx="5673297" cy="154578"/>
          </a:xfrm>
        </p:spPr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7C172C11-3A9D-E792-9BD5-2251D837DF6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93605" y="2591284"/>
            <a:ext cx="3962400" cy="1898825"/>
          </a:xfrm>
        </p:spPr>
        <p:txBody>
          <a:bodyPr>
            <a:normAutofit/>
          </a:bodyPr>
          <a:lstStyle>
            <a:lvl1pPr marL="0" indent="0" algn="ctr">
              <a:buNone/>
              <a:defRPr sz="1400" b="0" i="0">
                <a:latin typeface="Trefoil Sans Light" panose="020B0000000000000000" pitchFamily="34" charset="0"/>
              </a:defRPr>
            </a:lvl1pPr>
            <a:lvl2pPr marL="742950" indent="-285750" algn="ctr">
              <a:buFont typeface="Arial" panose="020B0604020202020204" pitchFamily="34" charset="0"/>
              <a:buChar char="•"/>
              <a:defRPr sz="1400"/>
            </a:lvl2pPr>
            <a:lvl3pPr marL="1200150" indent="-285750" algn="ctr">
              <a:buFont typeface="Arial" panose="020B0604020202020204" pitchFamily="34" charset="0"/>
              <a:buChar char="•"/>
              <a:defRPr sz="1400"/>
            </a:lvl3pPr>
            <a:lvl4pPr marL="1657350" indent="-285750" algn="ctr">
              <a:buFont typeface="Arial" panose="020B0604020202020204" pitchFamily="34" charset="0"/>
              <a:buChar char="•"/>
              <a:defRPr sz="1400"/>
            </a:lvl4pPr>
            <a:lvl5pPr marL="2114550" indent="-285750" algn="ctr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70413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Agend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05E2A21-37F6-7633-D741-6F19F155C212}"/>
              </a:ext>
            </a:extLst>
          </p:cNvPr>
          <p:cNvSpPr/>
          <p:nvPr userDrawn="1"/>
        </p:nvSpPr>
        <p:spPr>
          <a:xfrm>
            <a:off x="4572000" y="9171"/>
            <a:ext cx="4572000" cy="51435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b="0" i="0">
              <a:solidFill>
                <a:schemeClr val="bg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20B0B7-D2B0-2866-918C-9633806BCD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C5F834-BF27-9600-63ED-1B539273B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6055397-2808-E45F-3203-629C74B12C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4013" y="1303475"/>
            <a:ext cx="4215587" cy="25365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990260D-6D7B-BD3C-14FA-F5609B80493C}"/>
              </a:ext>
            </a:extLst>
          </p:cNvPr>
          <p:cNvSpPr txBox="1"/>
          <p:nvPr userDrawn="1"/>
        </p:nvSpPr>
        <p:spPr>
          <a:xfrm>
            <a:off x="266700" y="2227844"/>
            <a:ext cx="4076700" cy="68848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marR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Girl Scout Display Light" panose="02020003000000000000" pitchFamily="18" charset="0"/>
                <a:ea typeface="+mj-ea"/>
                <a:cs typeface="+mj-cs"/>
              </a:rPr>
              <a:t>Agenda</a:t>
            </a:r>
            <a:endParaRPr lang="en-US" sz="4400" b="0" i="0">
              <a:solidFill>
                <a:schemeClr val="bg2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7C12F6F-1502-3BC5-9600-90DF91EF2F7D}"/>
              </a:ext>
            </a:extLst>
          </p:cNvPr>
          <p:cNvSpPr/>
          <p:nvPr userDrawn="1"/>
        </p:nvSpPr>
        <p:spPr>
          <a:xfrm>
            <a:off x="4824185" y="485320"/>
            <a:ext cx="4064000" cy="4172858"/>
          </a:xfrm>
          <a:prstGeom prst="roundRect">
            <a:avLst>
              <a:gd name="adj" fmla="val 4524"/>
            </a:avLst>
          </a:prstGeom>
          <a:noFill/>
          <a:ln w="158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77F3D30B-AE2E-9591-089D-6F113EE4169A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226912" y="1027011"/>
            <a:ext cx="3258548" cy="30894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>
              <a:lnSpc>
                <a:spcPct val="150000"/>
              </a:lnSpc>
              <a:buFont typeface="+mj-lt"/>
              <a:buAutoNum type="arabicPeriod"/>
              <a:defRPr sz="1600" b="0" i="0">
                <a:solidFill>
                  <a:schemeClr val="accent1"/>
                </a:solidFill>
                <a:latin typeface="Trefoil Sans Light" panose="020B0000000000000000" pitchFamily="34" charset="0"/>
              </a:defRPr>
            </a:lvl1pPr>
            <a:lvl2pPr marL="800100" indent="-342900">
              <a:lnSpc>
                <a:spcPct val="150000"/>
              </a:lnSpc>
              <a:buFont typeface="Arial" panose="020B0604020202020204" pitchFamily="34" charset="0"/>
              <a:buChar char="•"/>
              <a:defRPr sz="1600" b="0" i="0">
                <a:solidFill>
                  <a:schemeClr val="accent1"/>
                </a:solidFill>
                <a:latin typeface="Trefoil Sans Light" panose="020B0000000000000000" pitchFamily="34" charset="0"/>
              </a:defRPr>
            </a:lvl2pPr>
            <a:lvl3pPr marL="1257300" indent="-342900">
              <a:lnSpc>
                <a:spcPct val="150000"/>
              </a:lnSpc>
              <a:buFont typeface="Arial" panose="020B0604020202020204" pitchFamily="34" charset="0"/>
              <a:buChar char="•"/>
              <a:defRPr sz="1600" b="0" i="0">
                <a:solidFill>
                  <a:schemeClr val="accent1"/>
                </a:solidFill>
                <a:latin typeface="Trefoil Sans Light" panose="020B0000000000000000" pitchFamily="34" charset="0"/>
              </a:defRPr>
            </a:lvl3pPr>
            <a:lvl4pPr marL="1714500" indent="-342900">
              <a:lnSpc>
                <a:spcPct val="150000"/>
              </a:lnSpc>
              <a:buFont typeface="Arial" panose="020B0604020202020204" pitchFamily="34" charset="0"/>
              <a:buChar char="•"/>
              <a:defRPr sz="1600" b="0" i="0">
                <a:solidFill>
                  <a:schemeClr val="accent1"/>
                </a:solidFill>
                <a:latin typeface="Trefoil Sans Light" panose="020B0000000000000000" pitchFamily="34" charset="0"/>
              </a:defRPr>
            </a:lvl4pPr>
            <a:lvl5pPr marL="2171700" indent="-342900">
              <a:lnSpc>
                <a:spcPct val="150000"/>
              </a:lnSpc>
              <a:buFont typeface="Arial" panose="020B0604020202020204" pitchFamily="34" charset="0"/>
              <a:buChar char="•"/>
              <a:defRPr sz="1600" b="0" i="0">
                <a:solidFill>
                  <a:schemeClr val="accent1"/>
                </a:solidFill>
                <a:latin typeface="Trefoil Sans Light" panose="020B0000000000000000" pitchFamily="34" charset="0"/>
              </a:defRPr>
            </a:lvl5pPr>
          </a:lstStyle>
          <a:p>
            <a:pPr lvl="0"/>
            <a:r>
              <a:rPr lang="en-US"/>
              <a:t>Type agenda item here.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96482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able of Contents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587238-0E66-5483-3E75-027008F21F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DC1AB8-2720-8DB4-6E33-94C371167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7" name="Text Placeholder 46">
            <a:extLst>
              <a:ext uri="{FF2B5EF4-FFF2-40B4-BE49-F238E27FC236}">
                <a16:creationId xmlns:a16="http://schemas.microsoft.com/office/drawing/2014/main" id="{E2AC4945-2B6F-405B-38B9-9C01D4163C0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96738" y="1393469"/>
            <a:ext cx="2535910" cy="41409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tx1"/>
                </a:solidFill>
                <a:latin typeface="Girl Scout Text Book" panose="02020003000000000000" pitchFamily="18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Short Section Title</a:t>
            </a:r>
          </a:p>
        </p:txBody>
      </p:sp>
      <p:sp>
        <p:nvSpPr>
          <p:cNvPr id="8" name="Text Placeholder 46">
            <a:extLst>
              <a:ext uri="{FF2B5EF4-FFF2-40B4-BE49-F238E27FC236}">
                <a16:creationId xmlns:a16="http://schemas.microsoft.com/office/drawing/2014/main" id="{585EE3CA-DBE5-D41E-8103-0F4CCD32AC7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94839" y="1393469"/>
            <a:ext cx="444839" cy="33344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tx1"/>
                </a:solidFill>
                <a:latin typeface="Girl Scout Text Book" panose="02020003000000000000" pitchFamily="18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  <a:p>
            <a:pPr lvl="0"/>
            <a:r>
              <a:rPr lang="en-US"/>
              <a:t>02</a:t>
            </a:r>
          </a:p>
          <a:p>
            <a:pPr lvl="0"/>
            <a:endParaRPr lang="en-US"/>
          </a:p>
          <a:p>
            <a:pPr lvl="0"/>
            <a:br>
              <a:rPr lang="en-US"/>
            </a:br>
            <a:br>
              <a:rPr lang="en-US"/>
            </a:br>
            <a:r>
              <a:rPr lang="en-US"/>
              <a:t>04</a:t>
            </a:r>
          </a:p>
          <a:p>
            <a:pPr lvl="0"/>
            <a:r>
              <a:rPr lang="en-US"/>
              <a:t>05</a:t>
            </a:r>
          </a:p>
          <a:p>
            <a:pPr lvl="0"/>
            <a:r>
              <a:rPr lang="en-US"/>
              <a:t>06</a:t>
            </a:r>
          </a:p>
          <a:p>
            <a:pPr lvl="0"/>
            <a:r>
              <a:rPr lang="en-US"/>
              <a:t>07</a:t>
            </a:r>
          </a:p>
        </p:txBody>
      </p:sp>
      <p:sp>
        <p:nvSpPr>
          <p:cNvPr id="9" name="Text Placeholder 46">
            <a:extLst>
              <a:ext uri="{FF2B5EF4-FFF2-40B4-BE49-F238E27FC236}">
                <a16:creationId xmlns:a16="http://schemas.microsoft.com/office/drawing/2014/main" id="{B0FE1C62-AE35-C616-6E07-C30C6C61FBC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96738" y="1631412"/>
            <a:ext cx="2535910" cy="41409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accent1"/>
                </a:solidFill>
                <a:latin typeface="Trefoil Sans Light" panose="020B0000000000000000" pitchFamily="34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Sub-Section Title</a:t>
            </a:r>
          </a:p>
        </p:txBody>
      </p:sp>
      <p:sp>
        <p:nvSpPr>
          <p:cNvPr id="10" name="Text Placeholder 46">
            <a:extLst>
              <a:ext uri="{FF2B5EF4-FFF2-40B4-BE49-F238E27FC236}">
                <a16:creationId xmlns:a16="http://schemas.microsoft.com/office/drawing/2014/main" id="{A47CC996-D12E-56A8-1945-2765E4E1759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6738" y="2075242"/>
            <a:ext cx="2535910" cy="52683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tx1"/>
                </a:solidFill>
                <a:latin typeface="Girl Scout Text Book" panose="02020003000000000000" pitchFamily="18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Medium Section Title on Two Lines</a:t>
            </a:r>
          </a:p>
        </p:txBody>
      </p:sp>
      <p:sp>
        <p:nvSpPr>
          <p:cNvPr id="11" name="Text Placeholder 46">
            <a:extLst>
              <a:ext uri="{FF2B5EF4-FFF2-40B4-BE49-F238E27FC236}">
                <a16:creationId xmlns:a16="http://schemas.microsoft.com/office/drawing/2014/main" id="{F2F5AF45-EB77-77DA-D68B-A228AF1DFA8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96738" y="2608803"/>
            <a:ext cx="2535910" cy="572581"/>
          </a:xfrm>
        </p:spPr>
        <p:txBody>
          <a:bodyPr anchor="t">
            <a:normAutofit/>
          </a:bodyPr>
          <a:lstStyle>
            <a:lvl1pPr marL="0" indent="0">
              <a:lnSpc>
                <a:spcPct val="50000"/>
              </a:lnSpc>
              <a:buNone/>
              <a:defRPr sz="1400" b="0" i="0">
                <a:solidFill>
                  <a:schemeClr val="accent1"/>
                </a:solidFill>
                <a:latin typeface="Trefoil Sans Light" panose="020B0000000000000000" pitchFamily="34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Sub-Section Title</a:t>
            </a:r>
          </a:p>
          <a:p>
            <a:pPr lvl="0"/>
            <a:r>
              <a:rPr lang="en-US"/>
              <a:t>Sub-Section Title</a:t>
            </a:r>
          </a:p>
        </p:txBody>
      </p:sp>
      <p:sp>
        <p:nvSpPr>
          <p:cNvPr id="12" name="Text Placeholder 46">
            <a:extLst>
              <a:ext uri="{FF2B5EF4-FFF2-40B4-BE49-F238E27FC236}">
                <a16:creationId xmlns:a16="http://schemas.microsoft.com/office/drawing/2014/main" id="{F088FFFD-A4DD-1FA3-C032-1A2F557C954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96736" y="3188109"/>
            <a:ext cx="3548435" cy="1572041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tx1"/>
                </a:solidFill>
                <a:latin typeface="Girl Scout Text Book" panose="02020003000000000000" pitchFamily="18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Short Section Title</a:t>
            </a:r>
          </a:p>
          <a:p>
            <a:pPr lvl="0"/>
            <a:r>
              <a:rPr lang="en-US"/>
              <a:t>Short Section Title with </a:t>
            </a:r>
            <a:r>
              <a:rPr lang="en-US" err="1"/>
              <a:t>Verylongwords</a:t>
            </a:r>
            <a:endParaRPr lang="en-US"/>
          </a:p>
          <a:p>
            <a:pPr lvl="0"/>
            <a:r>
              <a:rPr lang="en-US"/>
              <a:t>Section Title</a:t>
            </a:r>
          </a:p>
          <a:p>
            <a:pPr lvl="0"/>
            <a:r>
              <a:rPr lang="en-US"/>
              <a:t>Section Title with </a:t>
            </a:r>
            <a:r>
              <a:rPr lang="en-US" err="1"/>
              <a:t>Verylongwords</a:t>
            </a:r>
            <a:endParaRPr lang="en-US"/>
          </a:p>
        </p:txBody>
      </p:sp>
      <p:sp>
        <p:nvSpPr>
          <p:cNvPr id="13" name="Text Placeholder 46">
            <a:extLst>
              <a:ext uri="{FF2B5EF4-FFF2-40B4-BE49-F238E27FC236}">
                <a16:creationId xmlns:a16="http://schemas.microsoft.com/office/drawing/2014/main" id="{7F736F3A-C6B8-4469-333B-6E4AF20D21C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45947" y="1393469"/>
            <a:ext cx="2535910" cy="41409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tx1"/>
                </a:solidFill>
                <a:latin typeface="Girl Scout Text Book" panose="02020003000000000000" pitchFamily="18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Short Section Title</a:t>
            </a:r>
          </a:p>
        </p:txBody>
      </p:sp>
      <p:sp>
        <p:nvSpPr>
          <p:cNvPr id="14" name="Text Placeholder 46">
            <a:extLst>
              <a:ext uri="{FF2B5EF4-FFF2-40B4-BE49-F238E27FC236}">
                <a16:creationId xmlns:a16="http://schemas.microsoft.com/office/drawing/2014/main" id="{C23468F3-42BF-ECEB-78D0-7CFD2C9B5FB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944048" y="1393469"/>
            <a:ext cx="444839" cy="33344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tx1"/>
                </a:solidFill>
                <a:latin typeface="Girl Scout Text Book" panose="02020003000000000000" pitchFamily="18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08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r>
              <a:rPr lang="en-US"/>
              <a:t>09</a:t>
            </a:r>
          </a:p>
          <a:p>
            <a:pPr lvl="0"/>
            <a:r>
              <a:rPr lang="en-US"/>
              <a:t>10</a:t>
            </a:r>
          </a:p>
          <a:p>
            <a:pPr lvl="0"/>
            <a:r>
              <a:rPr lang="en-US"/>
              <a:t>11</a:t>
            </a:r>
          </a:p>
        </p:txBody>
      </p:sp>
      <p:sp>
        <p:nvSpPr>
          <p:cNvPr id="15" name="Text Placeholder 46">
            <a:extLst>
              <a:ext uri="{FF2B5EF4-FFF2-40B4-BE49-F238E27FC236}">
                <a16:creationId xmlns:a16="http://schemas.microsoft.com/office/drawing/2014/main" id="{0779C7E8-AD04-680F-E04A-458F5F297D0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545947" y="1631411"/>
            <a:ext cx="2251853" cy="2153944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accent1"/>
                </a:solidFill>
                <a:latin typeface="Trefoil Sans Light" panose="020B0000000000000000" pitchFamily="34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Sub-Section Title</a:t>
            </a:r>
          </a:p>
          <a:p>
            <a:pPr lvl="0"/>
            <a:r>
              <a:rPr lang="en-US"/>
              <a:t>Sub-Section Title that is on two lines</a:t>
            </a:r>
          </a:p>
          <a:p>
            <a:pPr lvl="0"/>
            <a:r>
              <a:rPr lang="en-US"/>
              <a:t>Very Long Sub-Section Title that is on three long lines like this</a:t>
            </a:r>
          </a:p>
          <a:p>
            <a:pPr lvl="0"/>
            <a:r>
              <a:rPr lang="en-US"/>
              <a:t>Sub Section Title</a:t>
            </a:r>
          </a:p>
          <a:p>
            <a:pPr lvl="0"/>
            <a:r>
              <a:rPr lang="en-US"/>
              <a:t>Sub-Section Title</a:t>
            </a:r>
          </a:p>
        </p:txBody>
      </p:sp>
      <p:sp>
        <p:nvSpPr>
          <p:cNvPr id="16" name="Text Placeholder 46">
            <a:extLst>
              <a:ext uri="{FF2B5EF4-FFF2-40B4-BE49-F238E27FC236}">
                <a16:creationId xmlns:a16="http://schemas.microsoft.com/office/drawing/2014/main" id="{B7C9F0EB-5FA0-6293-2E32-5918FA5F885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545947" y="3785355"/>
            <a:ext cx="3548435" cy="932459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tx1"/>
                </a:solidFill>
                <a:latin typeface="Girl Scout Text Book" panose="02020003000000000000" pitchFamily="18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Section Title</a:t>
            </a:r>
          </a:p>
          <a:p>
            <a:pPr lvl="0"/>
            <a:r>
              <a:rPr lang="en-US"/>
              <a:t>Section Title</a:t>
            </a:r>
          </a:p>
          <a:p>
            <a:pPr lvl="0"/>
            <a:r>
              <a:rPr lang="en-US"/>
              <a:t>Section Title</a:t>
            </a:r>
          </a:p>
        </p:txBody>
      </p:sp>
      <p:sp>
        <p:nvSpPr>
          <p:cNvPr id="17" name="Text Placeholder 46">
            <a:extLst>
              <a:ext uri="{FF2B5EF4-FFF2-40B4-BE49-F238E27FC236}">
                <a16:creationId xmlns:a16="http://schemas.microsoft.com/office/drawing/2014/main" id="{FAF80888-2CAD-66F9-04B0-92A294D9184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94839" y="-11945"/>
            <a:ext cx="8801100" cy="27922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tx1"/>
                </a:solidFill>
                <a:latin typeface="Trefoil Sans Medium" panose="020B0000000000000000" pitchFamily="34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Type here to enter the presentation section name.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40CB4363-9E1C-AAB2-469B-D8284C6E0E3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94839" y="660277"/>
            <a:ext cx="7886700" cy="621537"/>
          </a:xfrm>
        </p:spPr>
        <p:txBody>
          <a:bodyPr anchor="ctr">
            <a:noAutofit/>
          </a:bodyPr>
          <a:lstStyle>
            <a:lvl1pPr marL="0" indent="0">
              <a:buNone/>
              <a:defRPr sz="28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28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28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28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28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3871915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le of Contents-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D73FE4-73F4-E3B9-ADCD-D01453D4AB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5177C1-CA80-3A37-D57B-094DB987B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6" name="Delay 5">
            <a:extLst>
              <a:ext uri="{FF2B5EF4-FFF2-40B4-BE49-F238E27FC236}">
                <a16:creationId xmlns:a16="http://schemas.microsoft.com/office/drawing/2014/main" id="{A02F7A34-1C07-8D9E-0935-1DBEF963A0C1}"/>
              </a:ext>
            </a:extLst>
          </p:cNvPr>
          <p:cNvSpPr/>
          <p:nvPr userDrawn="1"/>
        </p:nvSpPr>
        <p:spPr>
          <a:xfrm rot="16200000">
            <a:off x="4484786" y="1059087"/>
            <a:ext cx="629732" cy="625581"/>
          </a:xfrm>
          <a:prstGeom prst="flowChartDelay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3123B02D-E019-3D0B-6F5F-B97289749179}"/>
              </a:ext>
            </a:extLst>
          </p:cNvPr>
          <p:cNvSpPr/>
          <p:nvPr userDrawn="1"/>
        </p:nvSpPr>
        <p:spPr>
          <a:xfrm>
            <a:off x="4421604" y="1775682"/>
            <a:ext cx="756096" cy="651807"/>
          </a:xfrm>
          <a:prstGeom prst="hexagon">
            <a:avLst>
              <a:gd name="adj" fmla="val 28448"/>
              <a:gd name="vf" fmla="val 11547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B3B0546-7B01-214E-A1E5-6DABFA87007B}"/>
              </a:ext>
            </a:extLst>
          </p:cNvPr>
          <p:cNvSpPr/>
          <p:nvPr userDrawn="1"/>
        </p:nvSpPr>
        <p:spPr>
          <a:xfrm>
            <a:off x="4473749" y="2526990"/>
            <a:ext cx="651806" cy="65180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D7D95DE-1B9E-7EE8-1071-5B61CFD3F616}"/>
              </a:ext>
            </a:extLst>
          </p:cNvPr>
          <p:cNvSpPr/>
          <p:nvPr userDrawn="1"/>
        </p:nvSpPr>
        <p:spPr>
          <a:xfrm>
            <a:off x="4516278" y="3989567"/>
            <a:ext cx="566749" cy="65809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Octagon 9">
            <a:extLst>
              <a:ext uri="{FF2B5EF4-FFF2-40B4-BE49-F238E27FC236}">
                <a16:creationId xmlns:a16="http://schemas.microsoft.com/office/drawing/2014/main" id="{B2F436AC-9BAE-8DEB-4C48-E49A4F7D9B41}"/>
              </a:ext>
            </a:extLst>
          </p:cNvPr>
          <p:cNvSpPr/>
          <p:nvPr userDrawn="1"/>
        </p:nvSpPr>
        <p:spPr>
          <a:xfrm>
            <a:off x="4486086" y="3273496"/>
            <a:ext cx="627133" cy="627133"/>
          </a:xfrm>
          <a:prstGeom prst="oct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A647192-E07B-CC16-47AB-AB1083EAFDC8}"/>
              </a:ext>
            </a:extLst>
          </p:cNvPr>
          <p:cNvSpPr/>
          <p:nvPr userDrawn="1"/>
        </p:nvSpPr>
        <p:spPr>
          <a:xfrm>
            <a:off x="5273750" y="1039178"/>
            <a:ext cx="3675412" cy="629733"/>
          </a:xfrm>
          <a:prstGeom prst="roundRect">
            <a:avLst>
              <a:gd name="adj" fmla="val 11039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6159974-9051-C859-A5B0-8764873E4050}"/>
              </a:ext>
            </a:extLst>
          </p:cNvPr>
          <p:cNvSpPr/>
          <p:nvPr userDrawn="1"/>
        </p:nvSpPr>
        <p:spPr>
          <a:xfrm>
            <a:off x="5273750" y="1783084"/>
            <a:ext cx="3675412" cy="629733"/>
          </a:xfrm>
          <a:prstGeom prst="roundRect">
            <a:avLst>
              <a:gd name="adj" fmla="val 11039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36B4DDF-DBCC-40A4-003C-FC8F3A6A803C}"/>
              </a:ext>
            </a:extLst>
          </p:cNvPr>
          <p:cNvSpPr/>
          <p:nvPr userDrawn="1"/>
        </p:nvSpPr>
        <p:spPr>
          <a:xfrm>
            <a:off x="5273750" y="2526990"/>
            <a:ext cx="3675412" cy="629733"/>
          </a:xfrm>
          <a:prstGeom prst="roundRect">
            <a:avLst>
              <a:gd name="adj" fmla="val 1103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DFA3E5E-1786-71F6-21C9-1205DBA389D4}"/>
              </a:ext>
            </a:extLst>
          </p:cNvPr>
          <p:cNvSpPr/>
          <p:nvPr userDrawn="1"/>
        </p:nvSpPr>
        <p:spPr>
          <a:xfrm>
            <a:off x="5273750" y="3270896"/>
            <a:ext cx="3675412" cy="629733"/>
          </a:xfrm>
          <a:prstGeom prst="roundRect">
            <a:avLst>
              <a:gd name="adj" fmla="val 11039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BFAFBC5-CFD4-C696-DE9D-37914CC597DB}"/>
              </a:ext>
            </a:extLst>
          </p:cNvPr>
          <p:cNvSpPr/>
          <p:nvPr userDrawn="1"/>
        </p:nvSpPr>
        <p:spPr>
          <a:xfrm>
            <a:off x="5273750" y="4017931"/>
            <a:ext cx="3675412" cy="629733"/>
          </a:xfrm>
          <a:prstGeom prst="roundRect">
            <a:avLst>
              <a:gd name="adj" fmla="val 11039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46">
            <a:extLst>
              <a:ext uri="{FF2B5EF4-FFF2-40B4-BE49-F238E27FC236}">
                <a16:creationId xmlns:a16="http://schemas.microsoft.com/office/drawing/2014/main" id="{A5E6540E-1B00-9F69-4697-3855E129DC1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418355" y="1044600"/>
            <a:ext cx="3399580" cy="62118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000" b="0" i="0">
                <a:solidFill>
                  <a:schemeClr val="tx1"/>
                </a:solidFill>
                <a:latin typeface="Girl Scout Text Book" panose="02020003000000000000" pitchFamily="18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Section 1 Title</a:t>
            </a:r>
          </a:p>
        </p:txBody>
      </p:sp>
      <p:sp>
        <p:nvSpPr>
          <p:cNvPr id="17" name="Text Placeholder 46">
            <a:extLst>
              <a:ext uri="{FF2B5EF4-FFF2-40B4-BE49-F238E27FC236}">
                <a16:creationId xmlns:a16="http://schemas.microsoft.com/office/drawing/2014/main" id="{9C3ABEE9-7002-279E-9BE9-83E1520158B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418355" y="1788879"/>
            <a:ext cx="3399580" cy="620809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000" b="0" i="0">
                <a:solidFill>
                  <a:schemeClr val="tx1"/>
                </a:solidFill>
                <a:latin typeface="Girl Scout Text Book" panose="02020003000000000000" pitchFamily="18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Section 2 Title</a:t>
            </a:r>
          </a:p>
        </p:txBody>
      </p:sp>
      <p:sp>
        <p:nvSpPr>
          <p:cNvPr id="18" name="Text Placeholder 46">
            <a:extLst>
              <a:ext uri="{FF2B5EF4-FFF2-40B4-BE49-F238E27FC236}">
                <a16:creationId xmlns:a16="http://schemas.microsoft.com/office/drawing/2014/main" id="{45E5D917-9461-658E-36B5-83357A56D4B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18355" y="2526097"/>
            <a:ext cx="3399580" cy="620809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000" b="0" i="0">
                <a:solidFill>
                  <a:schemeClr val="bg1"/>
                </a:solidFill>
                <a:latin typeface="Girl Scout Text Book" panose="02020003000000000000" pitchFamily="18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Section 3 Title</a:t>
            </a:r>
          </a:p>
        </p:txBody>
      </p:sp>
      <p:sp>
        <p:nvSpPr>
          <p:cNvPr id="19" name="Text Placeholder 46">
            <a:extLst>
              <a:ext uri="{FF2B5EF4-FFF2-40B4-BE49-F238E27FC236}">
                <a16:creationId xmlns:a16="http://schemas.microsoft.com/office/drawing/2014/main" id="{5D3A2EF0-8925-4C32-7FB7-4917D53EB52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418355" y="3270896"/>
            <a:ext cx="3399580" cy="620809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000" b="0" i="0">
                <a:solidFill>
                  <a:schemeClr val="tx1"/>
                </a:solidFill>
                <a:latin typeface="Girl Scout Text Book" panose="02020003000000000000" pitchFamily="18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Section 4 Title</a:t>
            </a:r>
          </a:p>
        </p:txBody>
      </p:sp>
      <p:sp>
        <p:nvSpPr>
          <p:cNvPr id="20" name="Text Placeholder 46">
            <a:extLst>
              <a:ext uri="{FF2B5EF4-FFF2-40B4-BE49-F238E27FC236}">
                <a16:creationId xmlns:a16="http://schemas.microsoft.com/office/drawing/2014/main" id="{3608F797-E7D5-AC3F-43DE-DEE2C5363E8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418355" y="4026855"/>
            <a:ext cx="3399580" cy="620809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000" b="0" i="0">
                <a:solidFill>
                  <a:schemeClr val="tx1"/>
                </a:solidFill>
                <a:latin typeface="Girl Scout Text Book" panose="02020003000000000000" pitchFamily="18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Section 5 Title</a:t>
            </a:r>
          </a:p>
        </p:txBody>
      </p:sp>
      <p:sp>
        <p:nvSpPr>
          <p:cNvPr id="21" name="Text Placeholder 46">
            <a:extLst>
              <a:ext uri="{FF2B5EF4-FFF2-40B4-BE49-F238E27FC236}">
                <a16:creationId xmlns:a16="http://schemas.microsoft.com/office/drawing/2014/main" id="{C8F09761-9B93-39E8-273B-4E5D864F8FA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86085" y="1053577"/>
            <a:ext cx="625582" cy="629733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0" i="0">
                <a:solidFill>
                  <a:schemeClr val="tx1"/>
                </a:solidFill>
                <a:latin typeface="Girl Scout Text Book" panose="02020003000000000000" pitchFamily="18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22" name="Text Placeholder 46">
            <a:extLst>
              <a:ext uri="{FF2B5EF4-FFF2-40B4-BE49-F238E27FC236}">
                <a16:creationId xmlns:a16="http://schemas.microsoft.com/office/drawing/2014/main" id="{55A4E490-5E53-0B6B-327A-6B7477751DC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86085" y="1783680"/>
            <a:ext cx="625582" cy="643809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0" i="0">
                <a:solidFill>
                  <a:schemeClr val="bg1"/>
                </a:solidFill>
                <a:latin typeface="Girl Scout Text Book" panose="02020003000000000000" pitchFamily="18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2</a:t>
            </a:r>
          </a:p>
        </p:txBody>
      </p:sp>
      <p:sp>
        <p:nvSpPr>
          <p:cNvPr id="23" name="Text Placeholder 46">
            <a:extLst>
              <a:ext uri="{FF2B5EF4-FFF2-40B4-BE49-F238E27FC236}">
                <a16:creationId xmlns:a16="http://schemas.microsoft.com/office/drawing/2014/main" id="{2109A760-F3AC-1279-BE5B-7FBD2D21A26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86085" y="2535047"/>
            <a:ext cx="625582" cy="643809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0" i="0">
                <a:solidFill>
                  <a:schemeClr val="tx1"/>
                </a:solidFill>
                <a:latin typeface="Girl Scout Text Book" panose="02020003000000000000" pitchFamily="18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3</a:t>
            </a:r>
          </a:p>
        </p:txBody>
      </p:sp>
      <p:sp>
        <p:nvSpPr>
          <p:cNvPr id="24" name="Text Placeholder 46">
            <a:extLst>
              <a:ext uri="{FF2B5EF4-FFF2-40B4-BE49-F238E27FC236}">
                <a16:creationId xmlns:a16="http://schemas.microsoft.com/office/drawing/2014/main" id="{8DC9EB12-BCA8-6531-93D9-EBB3357287F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86085" y="3286416"/>
            <a:ext cx="625582" cy="60529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0" i="0">
                <a:solidFill>
                  <a:schemeClr val="tx1"/>
                </a:solidFill>
                <a:latin typeface="Girl Scout Text Book" panose="02020003000000000000" pitchFamily="18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4</a:t>
            </a:r>
          </a:p>
        </p:txBody>
      </p:sp>
      <p:sp>
        <p:nvSpPr>
          <p:cNvPr id="25" name="Text Placeholder 46">
            <a:extLst>
              <a:ext uri="{FF2B5EF4-FFF2-40B4-BE49-F238E27FC236}">
                <a16:creationId xmlns:a16="http://schemas.microsoft.com/office/drawing/2014/main" id="{061CC797-71BB-3D89-7FD4-54D5298E54E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86085" y="3995252"/>
            <a:ext cx="625582" cy="65241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0" i="0">
                <a:solidFill>
                  <a:schemeClr val="bg1"/>
                </a:solidFill>
                <a:latin typeface="Girl Scout Text Book" panose="02020003000000000000" pitchFamily="18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5</a:t>
            </a:r>
          </a:p>
        </p:txBody>
      </p:sp>
      <p:sp>
        <p:nvSpPr>
          <p:cNvPr id="27" name="Text Placeholder 46">
            <a:extLst>
              <a:ext uri="{FF2B5EF4-FFF2-40B4-BE49-F238E27FC236}">
                <a16:creationId xmlns:a16="http://schemas.microsoft.com/office/drawing/2014/main" id="{64135BB8-56D4-A68E-4F7F-13622EE7B3C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94839" y="-11945"/>
            <a:ext cx="8801100" cy="27922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tx1"/>
                </a:solidFill>
                <a:latin typeface="Trefoil Sans Medium" panose="020B0000000000000000" pitchFamily="34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Type here to enter the presentation section name.</a:t>
            </a:r>
          </a:p>
        </p:txBody>
      </p:sp>
      <p:sp>
        <p:nvSpPr>
          <p:cNvPr id="29" name="Text Placeholder 19">
            <a:extLst>
              <a:ext uri="{FF2B5EF4-FFF2-40B4-BE49-F238E27FC236}">
                <a16:creationId xmlns:a16="http://schemas.microsoft.com/office/drawing/2014/main" id="{B1A0DC14-6A1F-14DA-F376-CDF974DA4DC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94839" y="608611"/>
            <a:ext cx="7886700" cy="621537"/>
          </a:xfrm>
        </p:spPr>
        <p:txBody>
          <a:bodyPr anchor="ctr">
            <a:noAutofit/>
          </a:bodyPr>
          <a:lstStyle>
            <a:lvl1pPr marL="0" indent="0">
              <a:buNone/>
              <a:defRPr sz="28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28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28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28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28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3578879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Section Slide - Rectang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9B66E87-A9B3-430E-2936-14B1FE9DD931}"/>
              </a:ext>
            </a:extLst>
          </p:cNvPr>
          <p:cNvSpPr/>
          <p:nvPr userDrawn="1"/>
        </p:nvSpPr>
        <p:spPr>
          <a:xfrm>
            <a:off x="244893" y="240185"/>
            <a:ext cx="8654213" cy="4606567"/>
          </a:xfrm>
          <a:prstGeom prst="roundRect">
            <a:avLst>
              <a:gd name="adj" fmla="val 582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02E96F3-C9DC-23F3-1F8D-D06FAB0535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85459" y="4972051"/>
            <a:ext cx="550592" cy="18273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600" b="0" i="0">
                <a:solidFill>
                  <a:schemeClr val="tx1"/>
                </a:solidFill>
                <a:latin typeface="Girl Scout Text Book" panose="02020003000000000000" pitchFamily="18" charset="0"/>
              </a:defRPr>
            </a:lvl1pPr>
          </a:lstStyle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0ADEA62C-69C6-D9E4-D176-13A9385FDF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1449" y="4998093"/>
            <a:ext cx="5673297" cy="15457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0" marR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450" b="0" i="0" u="none" strike="noStrike" smtClean="0">
                <a:effectLst/>
                <a:latin typeface="Girl Scout Text Book" panose="02020003000000000000" pitchFamily="18" charset="0"/>
              </a:defRPr>
            </a:lvl1pPr>
          </a:lstStyle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D7F59519-B477-27D0-CEAA-C809C5FAF4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541" y="609600"/>
            <a:ext cx="7826918" cy="3924300"/>
          </a:xfrm>
        </p:spPr>
        <p:txBody>
          <a:bodyPr anchor="ctr">
            <a:noAutofit/>
          </a:bodyPr>
          <a:lstStyle>
            <a:lvl1pPr marL="0" indent="0" algn="ctr">
              <a:buNone/>
              <a:defRPr sz="7000" b="0" i="0">
                <a:latin typeface="Girl Scout Display Light" panose="02020003000000000000" pitchFamily="18" charset="0"/>
              </a:defRPr>
            </a:lvl1pPr>
            <a:lvl2pPr marL="457200" indent="0">
              <a:buNone/>
              <a:defRPr sz="70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70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70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70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Edit Section Title/#</a:t>
            </a:r>
          </a:p>
        </p:txBody>
      </p:sp>
    </p:spTree>
    <p:extLst>
      <p:ext uri="{BB962C8B-B14F-4D97-AF65-F5344CB8AC3E}">
        <p14:creationId xmlns:p14="http://schemas.microsoft.com/office/powerpoint/2010/main" val="3067104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Section Slide - Capsu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1390F0-A767-3F9A-2880-AF539C30A1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AD6C58-22AB-B6CC-D535-40422DC0E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BAE5CC1-CC28-6E75-A6D1-453DA747621C}"/>
              </a:ext>
            </a:extLst>
          </p:cNvPr>
          <p:cNvSpPr/>
          <p:nvPr userDrawn="1"/>
        </p:nvSpPr>
        <p:spPr>
          <a:xfrm rot="16200000">
            <a:off x="2589667" y="-1699851"/>
            <a:ext cx="3964666" cy="8437937"/>
          </a:xfrm>
          <a:prstGeom prst="roundRect">
            <a:avLst>
              <a:gd name="adj" fmla="val 50000"/>
            </a:avLst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endParaRPr lang="en-US" sz="9600">
              <a:solidFill>
                <a:srgbClr val="CCB2FA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8" name="Text Placeholder 18">
            <a:extLst>
              <a:ext uri="{FF2B5EF4-FFF2-40B4-BE49-F238E27FC236}">
                <a16:creationId xmlns:a16="http://schemas.microsoft.com/office/drawing/2014/main" id="{8E2EDD88-0B72-A6F1-E6E5-9ADCE4E149B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541" y="712608"/>
            <a:ext cx="7826918" cy="3718284"/>
          </a:xfrm>
        </p:spPr>
        <p:txBody>
          <a:bodyPr anchor="ctr">
            <a:noAutofit/>
          </a:bodyPr>
          <a:lstStyle>
            <a:lvl1pPr marL="0" indent="0" algn="ctr">
              <a:buNone/>
              <a:defRPr sz="70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70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70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70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70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Edit Section Title/#</a:t>
            </a:r>
          </a:p>
        </p:txBody>
      </p:sp>
    </p:spTree>
    <p:extLst>
      <p:ext uri="{BB962C8B-B14F-4D97-AF65-F5344CB8AC3E}">
        <p14:creationId xmlns:p14="http://schemas.microsoft.com/office/powerpoint/2010/main" val="2874208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Blank Slide |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A734A4EB-5C34-F9E2-46C7-DB737EE51762}"/>
              </a:ext>
            </a:extLst>
          </p:cNvPr>
          <p:cNvGrpSpPr/>
          <p:nvPr userDrawn="1"/>
        </p:nvGrpSpPr>
        <p:grpSpPr>
          <a:xfrm>
            <a:off x="-20163" y="4972051"/>
            <a:ext cx="9164163" cy="193572"/>
            <a:chOff x="-20163" y="4972051"/>
            <a:chExt cx="9164163" cy="19357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FCF7CCB-F1E4-EA15-54A1-996572EB8C7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291462" y="4972051"/>
              <a:ext cx="191143" cy="19114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 b="0" i="0">
                <a:solidFill>
                  <a:schemeClr val="bg1"/>
                </a:solidFill>
                <a:latin typeface="Girl Scout Display Light" panose="02020003000000000000" pitchFamily="18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A975486-3371-8431-638C-AA06E1F3656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82604" y="4972051"/>
              <a:ext cx="191143" cy="19114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 b="0" i="0">
                <a:solidFill>
                  <a:schemeClr val="bg1"/>
                </a:solidFill>
                <a:latin typeface="Girl Scout Display Light" panose="02020003000000000000" pitchFamily="18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2F60166-F3B4-E74A-6453-4871A91D03E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73746" y="4972051"/>
              <a:ext cx="470254" cy="19114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 b="0" i="0">
                <a:solidFill>
                  <a:schemeClr val="bg1"/>
                </a:solidFill>
                <a:latin typeface="Girl Scout Display Light" panose="02020003000000000000" pitchFamily="18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EC90754-537A-43D1-AA74-18E43DAFB12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20163" y="4974480"/>
              <a:ext cx="8119809" cy="19114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 b="0" i="0">
                <a:solidFill>
                  <a:schemeClr val="bg1"/>
                </a:solidFill>
                <a:latin typeface="Girl Scout Display Light" panose="02020003000000000000" pitchFamily="18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A0C2229-5110-B90E-53FC-6D7FF06F323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01073" y="4972051"/>
              <a:ext cx="191143" cy="19114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 b="0" i="0">
                <a:solidFill>
                  <a:schemeClr val="bg1"/>
                </a:solidFill>
                <a:latin typeface="Girl Scout Display Light" panose="02020003000000000000" pitchFamily="18" charset="0"/>
              </a:endParaRPr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C4C21FD5-6695-4CDD-7667-35E9508D004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503637" y="4996900"/>
              <a:ext cx="146304" cy="146304"/>
            </a:xfrm>
            <a:prstGeom prst="rect">
              <a:avLst/>
            </a:prstGeom>
          </p:spPr>
        </p:pic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D7085DD7-DBBB-1A3F-33B2-3EC578C1D5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317203" y="4998338"/>
              <a:ext cx="137160" cy="137160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E0F2D166-BA62-79D8-95BF-1CDC9AADEBC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148515" y="4999042"/>
              <a:ext cx="100871" cy="137160"/>
            </a:xfrm>
            <a:prstGeom prst="rect">
              <a:avLst/>
            </a:prstGeom>
          </p:spPr>
        </p:pic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194D26-0CEC-F9B4-9417-A58E2380E8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EC401D-E804-B35D-6E4B-4F5422767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23" name="Text Placeholder 46">
            <a:extLst>
              <a:ext uri="{FF2B5EF4-FFF2-40B4-BE49-F238E27FC236}">
                <a16:creationId xmlns:a16="http://schemas.microsoft.com/office/drawing/2014/main" id="{CA5BE4F5-53C5-4DDD-1E51-EE6C82B0E84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94839" y="-11945"/>
            <a:ext cx="8801100" cy="27922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tx1"/>
                </a:solidFill>
                <a:latin typeface="Trefoil Sans Medium" panose="020B0000000000000000" pitchFamily="34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Type here to enter the presentation section name.</a:t>
            </a:r>
          </a:p>
        </p:txBody>
      </p:sp>
    </p:spTree>
    <p:extLst>
      <p:ext uri="{BB962C8B-B14F-4D97-AF65-F5344CB8AC3E}">
        <p14:creationId xmlns:p14="http://schemas.microsoft.com/office/powerpoint/2010/main" val="15350276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Statement Slide | XL Tex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D7393D5-A1E6-0C20-8234-B0BE8476A5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93DE9F-3295-EF29-E327-800C5036E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B66F5CFB-1190-4016-255A-5BAC26B1D6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92488" y="274638"/>
            <a:ext cx="8843562" cy="4390494"/>
          </a:xfrm>
        </p:spPr>
        <p:txBody>
          <a:bodyPr anchor="t">
            <a:noAutofit/>
          </a:bodyPr>
          <a:lstStyle>
            <a:lvl1pPr marL="0" indent="0" algn="l">
              <a:buNone/>
              <a:defRPr sz="60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70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70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70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70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a large multi-line statement text.</a:t>
            </a:r>
          </a:p>
        </p:txBody>
      </p:sp>
    </p:spTree>
    <p:extLst>
      <p:ext uri="{BB962C8B-B14F-4D97-AF65-F5344CB8AC3E}">
        <p14:creationId xmlns:p14="http://schemas.microsoft.com/office/powerpoint/2010/main" val="36784663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Statement Slide | S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D7393D5-A1E6-0C20-8234-B0BE8476A5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93DE9F-3295-EF29-E327-800C5036E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5" name="Text Placeholder 18">
            <a:extLst>
              <a:ext uri="{FF2B5EF4-FFF2-40B4-BE49-F238E27FC236}">
                <a16:creationId xmlns:a16="http://schemas.microsoft.com/office/drawing/2014/main" id="{B41F3119-42F1-B5D7-C700-42EB509404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92488" y="274638"/>
            <a:ext cx="8843562" cy="4390494"/>
          </a:xfrm>
        </p:spPr>
        <p:txBody>
          <a:bodyPr anchor="t">
            <a:noAutofit/>
          </a:bodyPr>
          <a:lstStyle>
            <a:lvl1pPr marL="0" indent="0" algn="l">
              <a:buNone/>
              <a:defRPr sz="40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70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70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70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70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a small multi-line statement text.</a:t>
            </a:r>
          </a:p>
        </p:txBody>
      </p:sp>
    </p:spTree>
    <p:extLst>
      <p:ext uri="{BB962C8B-B14F-4D97-AF65-F5344CB8AC3E}">
        <p14:creationId xmlns:p14="http://schemas.microsoft.com/office/powerpoint/2010/main" val="30801352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3_Statement Slide - Capsule Shap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1390F0-A767-3F9A-2880-AF539C30A1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AD6C58-22AB-B6CC-D535-40422DC0E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2" name="Text Placeholder 46">
            <a:extLst>
              <a:ext uri="{FF2B5EF4-FFF2-40B4-BE49-F238E27FC236}">
                <a16:creationId xmlns:a16="http://schemas.microsoft.com/office/drawing/2014/main" id="{05242535-DC30-4081-7735-B987D5408FF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94839" y="-11945"/>
            <a:ext cx="8801100" cy="27922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tx1"/>
                </a:solidFill>
                <a:latin typeface="Trefoil Sans Medium" panose="020B0000000000000000" pitchFamily="34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Type here to enter the presentation section name.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7716EDA-9342-27C5-B7D9-E58A8B08365B}"/>
              </a:ext>
            </a:extLst>
          </p:cNvPr>
          <p:cNvSpPr/>
          <p:nvPr userDrawn="1"/>
        </p:nvSpPr>
        <p:spPr>
          <a:xfrm rot="16200000">
            <a:off x="2646795" y="-1458058"/>
            <a:ext cx="3850410" cy="819365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11" name="Text Placeholder 18">
            <a:extLst>
              <a:ext uri="{FF2B5EF4-FFF2-40B4-BE49-F238E27FC236}">
                <a16:creationId xmlns:a16="http://schemas.microsoft.com/office/drawing/2014/main" id="{5E790FC0-FDFA-5C73-7CDD-76BCEC55101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34067" y="1140113"/>
            <a:ext cx="5875866" cy="2959100"/>
          </a:xfrm>
        </p:spPr>
        <p:txBody>
          <a:bodyPr anchor="ctr">
            <a:noAutofit/>
          </a:bodyPr>
          <a:lstStyle>
            <a:lvl1pPr marL="0" indent="0" algn="ctr">
              <a:buNone/>
              <a:defRPr sz="4500" b="0" i="0">
                <a:solidFill>
                  <a:schemeClr val="accent3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70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70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70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70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Slide Header</a:t>
            </a:r>
          </a:p>
        </p:txBody>
      </p:sp>
    </p:spTree>
    <p:extLst>
      <p:ext uri="{BB962C8B-B14F-4D97-AF65-F5344CB8AC3E}">
        <p14:creationId xmlns:p14="http://schemas.microsoft.com/office/powerpoint/2010/main" val="42472701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4_Statement Slide - Semi-Circle Shap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E1E49928-F0FA-F03C-8DBE-2F68D733FB82}"/>
              </a:ext>
            </a:extLst>
          </p:cNvPr>
          <p:cNvSpPr/>
          <p:nvPr userDrawn="1"/>
        </p:nvSpPr>
        <p:spPr>
          <a:xfrm>
            <a:off x="766599" y="713564"/>
            <a:ext cx="7657579" cy="3850411"/>
          </a:xfrm>
          <a:custGeom>
            <a:avLst/>
            <a:gdLst>
              <a:gd name="connsiteX0" fmla="*/ 570975 w 1141950"/>
              <a:gd name="connsiteY0" fmla="*/ 0 h 574390"/>
              <a:gd name="connsiteX1" fmla="*/ 1141950 w 1141950"/>
              <a:gd name="connsiteY1" fmla="*/ 570975 h 574390"/>
              <a:gd name="connsiteX2" fmla="*/ 1141606 w 1141950"/>
              <a:gd name="connsiteY2" fmla="*/ 574390 h 574390"/>
              <a:gd name="connsiteX3" fmla="*/ 345 w 1141950"/>
              <a:gd name="connsiteY3" fmla="*/ 574390 h 574390"/>
              <a:gd name="connsiteX4" fmla="*/ 0 w 1141950"/>
              <a:gd name="connsiteY4" fmla="*/ 570975 h 574390"/>
              <a:gd name="connsiteX5" fmla="*/ 570975 w 1141950"/>
              <a:gd name="connsiteY5" fmla="*/ 0 h 574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41950" h="574390">
                <a:moveTo>
                  <a:pt x="570975" y="0"/>
                </a:moveTo>
                <a:cubicBezTo>
                  <a:pt x="886316" y="0"/>
                  <a:pt x="1141950" y="255634"/>
                  <a:pt x="1141950" y="570975"/>
                </a:cubicBezTo>
                <a:lnTo>
                  <a:pt x="1141606" y="574390"/>
                </a:lnTo>
                <a:lnTo>
                  <a:pt x="345" y="574390"/>
                </a:lnTo>
                <a:lnTo>
                  <a:pt x="0" y="570975"/>
                </a:lnTo>
                <a:cubicBezTo>
                  <a:pt x="0" y="255634"/>
                  <a:pt x="255634" y="0"/>
                  <a:pt x="570975" y="0"/>
                </a:cubicBezTo>
                <a:close/>
              </a:path>
            </a:pathLst>
          </a:custGeom>
          <a:noFill/>
          <a:ln w="254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1390F0-A767-3F9A-2880-AF539C30A1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AD6C58-22AB-B6CC-D535-40422DC0E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2" name="Text Placeholder 46">
            <a:extLst>
              <a:ext uri="{FF2B5EF4-FFF2-40B4-BE49-F238E27FC236}">
                <a16:creationId xmlns:a16="http://schemas.microsoft.com/office/drawing/2014/main" id="{05242535-DC30-4081-7735-B987D5408FF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94839" y="-11945"/>
            <a:ext cx="8801100" cy="27922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tx1"/>
                </a:solidFill>
                <a:latin typeface="Trefoil Sans Medium" panose="020B0000000000000000" pitchFamily="34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Type here to enter the presentation section name.</a:t>
            </a:r>
          </a:p>
        </p:txBody>
      </p:sp>
      <p:sp>
        <p:nvSpPr>
          <p:cNvPr id="9" name="Text Placeholder 18">
            <a:extLst>
              <a:ext uri="{FF2B5EF4-FFF2-40B4-BE49-F238E27FC236}">
                <a16:creationId xmlns:a16="http://schemas.microsoft.com/office/drawing/2014/main" id="{EC2560ED-3F0B-CE1E-18CE-BD6155524D1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34067" y="1604875"/>
            <a:ext cx="5875866" cy="2959100"/>
          </a:xfrm>
        </p:spPr>
        <p:txBody>
          <a:bodyPr anchor="ctr">
            <a:noAutofit/>
          </a:bodyPr>
          <a:lstStyle>
            <a:lvl1pPr marL="0" indent="0" algn="ctr">
              <a:buNone/>
              <a:defRPr sz="4500" b="0" i="0">
                <a:solidFill>
                  <a:schemeClr val="tx1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70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70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70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70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Slide Header</a:t>
            </a:r>
          </a:p>
        </p:txBody>
      </p:sp>
    </p:spTree>
    <p:extLst>
      <p:ext uri="{BB962C8B-B14F-4D97-AF65-F5344CB8AC3E}">
        <p14:creationId xmlns:p14="http://schemas.microsoft.com/office/powerpoint/2010/main" val="25212701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Statement Slide | Frame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4DCF8CC6-0488-98FA-7921-E0837D9B48CE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>
              <a:gd name="connsiteX0" fmla="*/ 636268 w 9143999"/>
              <a:gd name="connsiteY0" fmla="*/ 617032 h 5143500"/>
              <a:gd name="connsiteX1" fmla="*/ 636268 w 9143999"/>
              <a:gd name="connsiteY1" fmla="*/ 4526468 h 5143500"/>
              <a:gd name="connsiteX2" fmla="*/ 8507730 w 9143999"/>
              <a:gd name="connsiteY2" fmla="*/ 4526468 h 5143500"/>
              <a:gd name="connsiteX3" fmla="*/ 8507730 w 9143999"/>
              <a:gd name="connsiteY3" fmla="*/ 617032 h 5143500"/>
              <a:gd name="connsiteX4" fmla="*/ 0 w 9143999"/>
              <a:gd name="connsiteY4" fmla="*/ 0 h 5143500"/>
              <a:gd name="connsiteX5" fmla="*/ 9143999 w 9143999"/>
              <a:gd name="connsiteY5" fmla="*/ 0 h 5143500"/>
              <a:gd name="connsiteX6" fmla="*/ 9143999 w 9143999"/>
              <a:gd name="connsiteY6" fmla="*/ 5143500 h 5143500"/>
              <a:gd name="connsiteX7" fmla="*/ 0 w 9143999"/>
              <a:gd name="connsiteY7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3999" h="5143500">
                <a:moveTo>
                  <a:pt x="636268" y="617032"/>
                </a:moveTo>
                <a:lnTo>
                  <a:pt x="636268" y="4526468"/>
                </a:lnTo>
                <a:lnTo>
                  <a:pt x="8507730" y="4526468"/>
                </a:lnTo>
                <a:lnTo>
                  <a:pt x="8507730" y="617032"/>
                </a:lnTo>
                <a:close/>
                <a:moveTo>
                  <a:pt x="0" y="0"/>
                </a:moveTo>
                <a:lnTo>
                  <a:pt x="9143999" y="0"/>
                </a:lnTo>
                <a:lnTo>
                  <a:pt x="9143999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CD129EEF-6CD7-632C-104A-365C8CF0BED8}"/>
              </a:ext>
            </a:extLst>
          </p:cNvPr>
          <p:cNvSpPr/>
          <p:nvPr userDrawn="1"/>
        </p:nvSpPr>
        <p:spPr>
          <a:xfrm flipV="1">
            <a:off x="133320" y="124885"/>
            <a:ext cx="8877359" cy="4893730"/>
          </a:xfrm>
          <a:custGeom>
            <a:avLst/>
            <a:gdLst>
              <a:gd name="connsiteX0" fmla="*/ 8339566 w 8877359"/>
              <a:gd name="connsiteY0" fmla="*/ 220099 h 4893730"/>
              <a:gd name="connsiteX1" fmla="*/ 8378642 w 8877359"/>
              <a:gd name="connsiteY1" fmla="*/ 181023 h 4893730"/>
              <a:gd name="connsiteX2" fmla="*/ 8339566 w 8877359"/>
              <a:gd name="connsiteY2" fmla="*/ 141947 h 4893730"/>
              <a:gd name="connsiteX3" fmla="*/ 8300490 w 8877359"/>
              <a:gd name="connsiteY3" fmla="*/ 181023 h 4893730"/>
              <a:gd name="connsiteX4" fmla="*/ 8339566 w 8877359"/>
              <a:gd name="connsiteY4" fmla="*/ 220099 h 4893730"/>
              <a:gd name="connsiteX5" fmla="*/ 7630314 w 8877359"/>
              <a:gd name="connsiteY5" fmla="*/ 220099 h 4893730"/>
              <a:gd name="connsiteX6" fmla="*/ 7669390 w 8877359"/>
              <a:gd name="connsiteY6" fmla="*/ 181023 h 4893730"/>
              <a:gd name="connsiteX7" fmla="*/ 7630314 w 8877359"/>
              <a:gd name="connsiteY7" fmla="*/ 141947 h 4893730"/>
              <a:gd name="connsiteX8" fmla="*/ 7591238 w 8877359"/>
              <a:gd name="connsiteY8" fmla="*/ 181023 h 4893730"/>
              <a:gd name="connsiteX9" fmla="*/ 7630314 w 8877359"/>
              <a:gd name="connsiteY9" fmla="*/ 220099 h 4893730"/>
              <a:gd name="connsiteX10" fmla="*/ 6921062 w 8877359"/>
              <a:gd name="connsiteY10" fmla="*/ 220099 h 4893730"/>
              <a:gd name="connsiteX11" fmla="*/ 6960138 w 8877359"/>
              <a:gd name="connsiteY11" fmla="*/ 181023 h 4893730"/>
              <a:gd name="connsiteX12" fmla="*/ 6921062 w 8877359"/>
              <a:gd name="connsiteY12" fmla="*/ 141947 h 4893730"/>
              <a:gd name="connsiteX13" fmla="*/ 6881986 w 8877359"/>
              <a:gd name="connsiteY13" fmla="*/ 181023 h 4893730"/>
              <a:gd name="connsiteX14" fmla="*/ 6921062 w 8877359"/>
              <a:gd name="connsiteY14" fmla="*/ 220099 h 4893730"/>
              <a:gd name="connsiteX15" fmla="*/ 6211810 w 8877359"/>
              <a:gd name="connsiteY15" fmla="*/ 220099 h 4893730"/>
              <a:gd name="connsiteX16" fmla="*/ 6250886 w 8877359"/>
              <a:gd name="connsiteY16" fmla="*/ 181023 h 4893730"/>
              <a:gd name="connsiteX17" fmla="*/ 6211810 w 8877359"/>
              <a:gd name="connsiteY17" fmla="*/ 141947 h 4893730"/>
              <a:gd name="connsiteX18" fmla="*/ 6172734 w 8877359"/>
              <a:gd name="connsiteY18" fmla="*/ 181023 h 4893730"/>
              <a:gd name="connsiteX19" fmla="*/ 6211810 w 8877359"/>
              <a:gd name="connsiteY19" fmla="*/ 220099 h 4893730"/>
              <a:gd name="connsiteX20" fmla="*/ 5502558 w 8877359"/>
              <a:gd name="connsiteY20" fmla="*/ 220099 h 4893730"/>
              <a:gd name="connsiteX21" fmla="*/ 5541634 w 8877359"/>
              <a:gd name="connsiteY21" fmla="*/ 181023 h 4893730"/>
              <a:gd name="connsiteX22" fmla="*/ 5502558 w 8877359"/>
              <a:gd name="connsiteY22" fmla="*/ 141947 h 4893730"/>
              <a:gd name="connsiteX23" fmla="*/ 5463482 w 8877359"/>
              <a:gd name="connsiteY23" fmla="*/ 181023 h 4893730"/>
              <a:gd name="connsiteX24" fmla="*/ 5502558 w 8877359"/>
              <a:gd name="connsiteY24" fmla="*/ 220099 h 4893730"/>
              <a:gd name="connsiteX25" fmla="*/ 4793306 w 8877359"/>
              <a:gd name="connsiteY25" fmla="*/ 220099 h 4893730"/>
              <a:gd name="connsiteX26" fmla="*/ 4832382 w 8877359"/>
              <a:gd name="connsiteY26" fmla="*/ 181023 h 4893730"/>
              <a:gd name="connsiteX27" fmla="*/ 4793306 w 8877359"/>
              <a:gd name="connsiteY27" fmla="*/ 141947 h 4893730"/>
              <a:gd name="connsiteX28" fmla="*/ 4754230 w 8877359"/>
              <a:gd name="connsiteY28" fmla="*/ 181023 h 4893730"/>
              <a:gd name="connsiteX29" fmla="*/ 4793306 w 8877359"/>
              <a:gd name="connsiteY29" fmla="*/ 220099 h 4893730"/>
              <a:gd name="connsiteX30" fmla="*/ 4084054 w 8877359"/>
              <a:gd name="connsiteY30" fmla="*/ 220099 h 4893730"/>
              <a:gd name="connsiteX31" fmla="*/ 4123130 w 8877359"/>
              <a:gd name="connsiteY31" fmla="*/ 181023 h 4893730"/>
              <a:gd name="connsiteX32" fmla="*/ 4084054 w 8877359"/>
              <a:gd name="connsiteY32" fmla="*/ 141947 h 4893730"/>
              <a:gd name="connsiteX33" fmla="*/ 4044984 w 8877359"/>
              <a:gd name="connsiteY33" fmla="*/ 181023 h 4893730"/>
              <a:gd name="connsiteX34" fmla="*/ 4084054 w 8877359"/>
              <a:gd name="connsiteY34" fmla="*/ 220099 h 4893730"/>
              <a:gd name="connsiteX35" fmla="*/ 3374807 w 8877359"/>
              <a:gd name="connsiteY35" fmla="*/ 220099 h 4893730"/>
              <a:gd name="connsiteX36" fmla="*/ 3413884 w 8877359"/>
              <a:gd name="connsiteY36" fmla="*/ 181023 h 4893730"/>
              <a:gd name="connsiteX37" fmla="*/ 3374807 w 8877359"/>
              <a:gd name="connsiteY37" fmla="*/ 141947 h 4893730"/>
              <a:gd name="connsiteX38" fmla="*/ 3335731 w 8877359"/>
              <a:gd name="connsiteY38" fmla="*/ 181023 h 4893730"/>
              <a:gd name="connsiteX39" fmla="*/ 3374807 w 8877359"/>
              <a:gd name="connsiteY39" fmla="*/ 220099 h 4893730"/>
              <a:gd name="connsiteX40" fmla="*/ 2665556 w 8877359"/>
              <a:gd name="connsiteY40" fmla="*/ 220099 h 4893730"/>
              <a:gd name="connsiteX41" fmla="*/ 2704632 w 8877359"/>
              <a:gd name="connsiteY41" fmla="*/ 181023 h 4893730"/>
              <a:gd name="connsiteX42" fmla="*/ 2665556 w 8877359"/>
              <a:gd name="connsiteY42" fmla="*/ 141947 h 4893730"/>
              <a:gd name="connsiteX43" fmla="*/ 2626479 w 8877359"/>
              <a:gd name="connsiteY43" fmla="*/ 181023 h 4893730"/>
              <a:gd name="connsiteX44" fmla="*/ 2665556 w 8877359"/>
              <a:gd name="connsiteY44" fmla="*/ 220099 h 4893730"/>
              <a:gd name="connsiteX45" fmla="*/ 1956304 w 8877359"/>
              <a:gd name="connsiteY45" fmla="*/ 220099 h 4893730"/>
              <a:gd name="connsiteX46" fmla="*/ 1995381 w 8877359"/>
              <a:gd name="connsiteY46" fmla="*/ 181023 h 4893730"/>
              <a:gd name="connsiteX47" fmla="*/ 1956304 w 8877359"/>
              <a:gd name="connsiteY47" fmla="*/ 141947 h 4893730"/>
              <a:gd name="connsiteX48" fmla="*/ 1917228 w 8877359"/>
              <a:gd name="connsiteY48" fmla="*/ 181023 h 4893730"/>
              <a:gd name="connsiteX49" fmla="*/ 1956304 w 8877359"/>
              <a:gd name="connsiteY49" fmla="*/ 220099 h 4893730"/>
              <a:gd name="connsiteX50" fmla="*/ 1247052 w 8877359"/>
              <a:gd name="connsiteY50" fmla="*/ 220099 h 4893730"/>
              <a:gd name="connsiteX51" fmla="*/ 1286129 w 8877359"/>
              <a:gd name="connsiteY51" fmla="*/ 181023 h 4893730"/>
              <a:gd name="connsiteX52" fmla="*/ 1247052 w 8877359"/>
              <a:gd name="connsiteY52" fmla="*/ 141947 h 4893730"/>
              <a:gd name="connsiteX53" fmla="*/ 1207977 w 8877359"/>
              <a:gd name="connsiteY53" fmla="*/ 181023 h 4893730"/>
              <a:gd name="connsiteX54" fmla="*/ 1247052 w 8877359"/>
              <a:gd name="connsiteY54" fmla="*/ 220099 h 4893730"/>
              <a:gd name="connsiteX55" fmla="*/ 537800 w 8877359"/>
              <a:gd name="connsiteY55" fmla="*/ 220099 h 4893730"/>
              <a:gd name="connsiteX56" fmla="*/ 576876 w 8877359"/>
              <a:gd name="connsiteY56" fmla="*/ 181023 h 4893730"/>
              <a:gd name="connsiteX57" fmla="*/ 537800 w 8877359"/>
              <a:gd name="connsiteY57" fmla="*/ 141947 h 4893730"/>
              <a:gd name="connsiteX58" fmla="*/ 498724 w 8877359"/>
              <a:gd name="connsiteY58" fmla="*/ 181023 h 4893730"/>
              <a:gd name="connsiteX59" fmla="*/ 537800 w 8877359"/>
              <a:gd name="connsiteY59" fmla="*/ 220099 h 4893730"/>
              <a:gd name="connsiteX60" fmla="*/ 8653655 w 8877359"/>
              <a:gd name="connsiteY60" fmla="*/ 354073 h 4893730"/>
              <a:gd name="connsiteX61" fmla="*/ 8688538 w 8877359"/>
              <a:gd name="connsiteY61" fmla="*/ 339624 h 4893730"/>
              <a:gd name="connsiteX62" fmla="*/ 8694185 w 8877359"/>
              <a:gd name="connsiteY62" fmla="*/ 332780 h 4893730"/>
              <a:gd name="connsiteX63" fmla="*/ 8699832 w 8877359"/>
              <a:gd name="connsiteY63" fmla="*/ 339624 h 4893730"/>
              <a:gd name="connsiteX64" fmla="*/ 8734715 w 8877359"/>
              <a:gd name="connsiteY64" fmla="*/ 354073 h 4893730"/>
              <a:gd name="connsiteX65" fmla="*/ 8784046 w 8877359"/>
              <a:gd name="connsiteY65" fmla="*/ 304741 h 4893730"/>
              <a:gd name="connsiteX66" fmla="*/ 8783698 w 8877359"/>
              <a:gd name="connsiteY66" fmla="*/ 301284 h 4893730"/>
              <a:gd name="connsiteX67" fmla="*/ 8792636 w 8877359"/>
              <a:gd name="connsiteY67" fmla="*/ 304058 h 4893730"/>
              <a:gd name="connsiteX68" fmla="*/ 8802578 w 8877359"/>
              <a:gd name="connsiteY68" fmla="*/ 305060 h 4893730"/>
              <a:gd name="connsiteX69" fmla="*/ 8851910 w 8877359"/>
              <a:gd name="connsiteY69" fmla="*/ 255729 h 4893730"/>
              <a:gd name="connsiteX70" fmla="*/ 8843485 w 8877359"/>
              <a:gd name="connsiteY70" fmla="*/ 228147 h 4893730"/>
              <a:gd name="connsiteX71" fmla="*/ 8840217 w 8877359"/>
              <a:gd name="connsiteY71" fmla="*/ 224187 h 4893730"/>
              <a:gd name="connsiteX72" fmla="*/ 8847229 w 8877359"/>
              <a:gd name="connsiteY72" fmla="*/ 222010 h 4893730"/>
              <a:gd name="connsiteX73" fmla="*/ 8877359 w 8877359"/>
              <a:gd name="connsiteY73" fmla="*/ 176555 h 4893730"/>
              <a:gd name="connsiteX74" fmla="*/ 8847229 w 8877359"/>
              <a:gd name="connsiteY74" fmla="*/ 131100 h 4893730"/>
              <a:gd name="connsiteX75" fmla="*/ 8840850 w 8877359"/>
              <a:gd name="connsiteY75" fmla="*/ 129120 h 4893730"/>
              <a:gd name="connsiteX76" fmla="*/ 8843485 w 8877359"/>
              <a:gd name="connsiteY76" fmla="*/ 125926 h 4893730"/>
              <a:gd name="connsiteX77" fmla="*/ 8851910 w 8877359"/>
              <a:gd name="connsiteY77" fmla="*/ 98344 h 4893730"/>
              <a:gd name="connsiteX78" fmla="*/ 8802578 w 8877359"/>
              <a:gd name="connsiteY78" fmla="*/ 49012 h 4893730"/>
              <a:gd name="connsiteX79" fmla="*/ 8787908 w 8877359"/>
              <a:gd name="connsiteY79" fmla="*/ 51230 h 4893730"/>
              <a:gd name="connsiteX80" fmla="*/ 8783649 w 8877359"/>
              <a:gd name="connsiteY80" fmla="*/ 53278 h 4893730"/>
              <a:gd name="connsiteX81" fmla="*/ 8784047 w 8877359"/>
              <a:gd name="connsiteY81" fmla="*/ 49331 h 4893730"/>
              <a:gd name="connsiteX82" fmla="*/ 8734715 w 8877359"/>
              <a:gd name="connsiteY82" fmla="*/ 0 h 4893730"/>
              <a:gd name="connsiteX83" fmla="*/ 8699832 w 8877359"/>
              <a:gd name="connsiteY83" fmla="*/ 14449 h 4893730"/>
              <a:gd name="connsiteX84" fmla="*/ 8694185 w 8877359"/>
              <a:gd name="connsiteY84" fmla="*/ 21293 h 4893730"/>
              <a:gd name="connsiteX85" fmla="*/ 8688538 w 8877359"/>
              <a:gd name="connsiteY85" fmla="*/ 14449 h 4893730"/>
              <a:gd name="connsiteX86" fmla="*/ 8653655 w 8877359"/>
              <a:gd name="connsiteY86" fmla="*/ 0 h 4893730"/>
              <a:gd name="connsiteX87" fmla="*/ 8604324 w 8877359"/>
              <a:gd name="connsiteY87" fmla="*/ 49331 h 4893730"/>
              <a:gd name="connsiteX88" fmla="*/ 8604672 w 8877359"/>
              <a:gd name="connsiteY88" fmla="*/ 52789 h 4893730"/>
              <a:gd name="connsiteX89" fmla="*/ 8595734 w 8877359"/>
              <a:gd name="connsiteY89" fmla="*/ 50014 h 4893730"/>
              <a:gd name="connsiteX90" fmla="*/ 8585792 w 8877359"/>
              <a:gd name="connsiteY90" fmla="*/ 49012 h 4893730"/>
              <a:gd name="connsiteX91" fmla="*/ 8536460 w 8877359"/>
              <a:gd name="connsiteY91" fmla="*/ 98344 h 4893730"/>
              <a:gd name="connsiteX92" fmla="*/ 8544885 w 8877359"/>
              <a:gd name="connsiteY92" fmla="*/ 125926 h 4893730"/>
              <a:gd name="connsiteX93" fmla="*/ 8547520 w 8877359"/>
              <a:gd name="connsiteY93" fmla="*/ 129120 h 4893730"/>
              <a:gd name="connsiteX94" fmla="*/ 8541141 w 8877359"/>
              <a:gd name="connsiteY94" fmla="*/ 131100 h 4893730"/>
              <a:gd name="connsiteX95" fmla="*/ 8511011 w 8877359"/>
              <a:gd name="connsiteY95" fmla="*/ 176555 h 4893730"/>
              <a:gd name="connsiteX96" fmla="*/ 8541141 w 8877359"/>
              <a:gd name="connsiteY96" fmla="*/ 222010 h 4893730"/>
              <a:gd name="connsiteX97" fmla="*/ 8548153 w 8877359"/>
              <a:gd name="connsiteY97" fmla="*/ 224187 h 4893730"/>
              <a:gd name="connsiteX98" fmla="*/ 8544885 w 8877359"/>
              <a:gd name="connsiteY98" fmla="*/ 228147 h 4893730"/>
              <a:gd name="connsiteX99" fmla="*/ 8536460 w 8877359"/>
              <a:gd name="connsiteY99" fmla="*/ 255729 h 4893730"/>
              <a:gd name="connsiteX100" fmla="*/ 8585792 w 8877359"/>
              <a:gd name="connsiteY100" fmla="*/ 305060 h 4893730"/>
              <a:gd name="connsiteX101" fmla="*/ 8595734 w 8877359"/>
              <a:gd name="connsiteY101" fmla="*/ 304058 h 4893730"/>
              <a:gd name="connsiteX102" fmla="*/ 8604672 w 8877359"/>
              <a:gd name="connsiteY102" fmla="*/ 301284 h 4893730"/>
              <a:gd name="connsiteX103" fmla="*/ 8604323 w 8877359"/>
              <a:gd name="connsiteY103" fmla="*/ 304741 h 4893730"/>
              <a:gd name="connsiteX104" fmla="*/ 8653655 w 8877359"/>
              <a:gd name="connsiteY104" fmla="*/ 354073 h 4893730"/>
              <a:gd name="connsiteX105" fmla="*/ 7944411 w 8877359"/>
              <a:gd name="connsiteY105" fmla="*/ 354073 h 4893730"/>
              <a:gd name="connsiteX106" fmla="*/ 7979293 w 8877359"/>
              <a:gd name="connsiteY106" fmla="*/ 339624 h 4893730"/>
              <a:gd name="connsiteX107" fmla="*/ 7984940 w 8877359"/>
              <a:gd name="connsiteY107" fmla="*/ 332780 h 4893730"/>
              <a:gd name="connsiteX108" fmla="*/ 7990587 w 8877359"/>
              <a:gd name="connsiteY108" fmla="*/ 339624 h 4893730"/>
              <a:gd name="connsiteX109" fmla="*/ 8025470 w 8877359"/>
              <a:gd name="connsiteY109" fmla="*/ 354073 h 4893730"/>
              <a:gd name="connsiteX110" fmla="*/ 8074802 w 8877359"/>
              <a:gd name="connsiteY110" fmla="*/ 304741 h 4893730"/>
              <a:gd name="connsiteX111" fmla="*/ 8074453 w 8877359"/>
              <a:gd name="connsiteY111" fmla="*/ 301284 h 4893730"/>
              <a:gd name="connsiteX112" fmla="*/ 8083391 w 8877359"/>
              <a:gd name="connsiteY112" fmla="*/ 304058 h 4893730"/>
              <a:gd name="connsiteX113" fmla="*/ 8093333 w 8877359"/>
              <a:gd name="connsiteY113" fmla="*/ 305060 h 4893730"/>
              <a:gd name="connsiteX114" fmla="*/ 8142665 w 8877359"/>
              <a:gd name="connsiteY114" fmla="*/ 255729 h 4893730"/>
              <a:gd name="connsiteX115" fmla="*/ 8134240 w 8877359"/>
              <a:gd name="connsiteY115" fmla="*/ 228147 h 4893730"/>
              <a:gd name="connsiteX116" fmla="*/ 8130973 w 8877359"/>
              <a:gd name="connsiteY116" fmla="*/ 224187 h 4893730"/>
              <a:gd name="connsiteX117" fmla="*/ 8137985 w 8877359"/>
              <a:gd name="connsiteY117" fmla="*/ 222010 h 4893730"/>
              <a:gd name="connsiteX118" fmla="*/ 8168114 w 8877359"/>
              <a:gd name="connsiteY118" fmla="*/ 176555 h 4893730"/>
              <a:gd name="connsiteX119" fmla="*/ 8137985 w 8877359"/>
              <a:gd name="connsiteY119" fmla="*/ 131100 h 4893730"/>
              <a:gd name="connsiteX120" fmla="*/ 8131605 w 8877359"/>
              <a:gd name="connsiteY120" fmla="*/ 129120 h 4893730"/>
              <a:gd name="connsiteX121" fmla="*/ 8134240 w 8877359"/>
              <a:gd name="connsiteY121" fmla="*/ 125926 h 4893730"/>
              <a:gd name="connsiteX122" fmla="*/ 8142665 w 8877359"/>
              <a:gd name="connsiteY122" fmla="*/ 98344 h 4893730"/>
              <a:gd name="connsiteX123" fmla="*/ 8093333 w 8877359"/>
              <a:gd name="connsiteY123" fmla="*/ 49012 h 4893730"/>
              <a:gd name="connsiteX124" fmla="*/ 8078664 w 8877359"/>
              <a:gd name="connsiteY124" fmla="*/ 51230 h 4893730"/>
              <a:gd name="connsiteX125" fmla="*/ 8074404 w 8877359"/>
              <a:gd name="connsiteY125" fmla="*/ 53278 h 4893730"/>
              <a:gd name="connsiteX126" fmla="*/ 8074802 w 8877359"/>
              <a:gd name="connsiteY126" fmla="*/ 49331 h 4893730"/>
              <a:gd name="connsiteX127" fmla="*/ 8025470 w 8877359"/>
              <a:gd name="connsiteY127" fmla="*/ 0 h 4893730"/>
              <a:gd name="connsiteX128" fmla="*/ 7990587 w 8877359"/>
              <a:gd name="connsiteY128" fmla="*/ 14449 h 4893730"/>
              <a:gd name="connsiteX129" fmla="*/ 7984940 w 8877359"/>
              <a:gd name="connsiteY129" fmla="*/ 21293 h 4893730"/>
              <a:gd name="connsiteX130" fmla="*/ 7979294 w 8877359"/>
              <a:gd name="connsiteY130" fmla="*/ 14449 h 4893730"/>
              <a:gd name="connsiteX131" fmla="*/ 7944411 w 8877359"/>
              <a:gd name="connsiteY131" fmla="*/ 0 h 4893730"/>
              <a:gd name="connsiteX132" fmla="*/ 7895079 w 8877359"/>
              <a:gd name="connsiteY132" fmla="*/ 49331 h 4893730"/>
              <a:gd name="connsiteX133" fmla="*/ 7895427 w 8877359"/>
              <a:gd name="connsiteY133" fmla="*/ 52789 h 4893730"/>
              <a:gd name="connsiteX134" fmla="*/ 7886489 w 8877359"/>
              <a:gd name="connsiteY134" fmla="*/ 50014 h 4893730"/>
              <a:gd name="connsiteX135" fmla="*/ 7876547 w 8877359"/>
              <a:gd name="connsiteY135" fmla="*/ 49012 h 4893730"/>
              <a:gd name="connsiteX136" fmla="*/ 7827215 w 8877359"/>
              <a:gd name="connsiteY136" fmla="*/ 98344 h 4893730"/>
              <a:gd name="connsiteX137" fmla="*/ 7835640 w 8877359"/>
              <a:gd name="connsiteY137" fmla="*/ 125926 h 4893730"/>
              <a:gd name="connsiteX138" fmla="*/ 7838276 w 8877359"/>
              <a:gd name="connsiteY138" fmla="*/ 129120 h 4893730"/>
              <a:gd name="connsiteX139" fmla="*/ 7831896 w 8877359"/>
              <a:gd name="connsiteY139" fmla="*/ 131100 h 4893730"/>
              <a:gd name="connsiteX140" fmla="*/ 7801766 w 8877359"/>
              <a:gd name="connsiteY140" fmla="*/ 176555 h 4893730"/>
              <a:gd name="connsiteX141" fmla="*/ 7831896 w 8877359"/>
              <a:gd name="connsiteY141" fmla="*/ 222010 h 4893730"/>
              <a:gd name="connsiteX142" fmla="*/ 7838908 w 8877359"/>
              <a:gd name="connsiteY142" fmla="*/ 224187 h 4893730"/>
              <a:gd name="connsiteX143" fmla="*/ 7835640 w 8877359"/>
              <a:gd name="connsiteY143" fmla="*/ 228147 h 4893730"/>
              <a:gd name="connsiteX144" fmla="*/ 7827215 w 8877359"/>
              <a:gd name="connsiteY144" fmla="*/ 255729 h 4893730"/>
              <a:gd name="connsiteX145" fmla="*/ 7876547 w 8877359"/>
              <a:gd name="connsiteY145" fmla="*/ 305060 h 4893730"/>
              <a:gd name="connsiteX146" fmla="*/ 7886489 w 8877359"/>
              <a:gd name="connsiteY146" fmla="*/ 304058 h 4893730"/>
              <a:gd name="connsiteX147" fmla="*/ 7895427 w 8877359"/>
              <a:gd name="connsiteY147" fmla="*/ 301284 h 4893730"/>
              <a:gd name="connsiteX148" fmla="*/ 7895079 w 8877359"/>
              <a:gd name="connsiteY148" fmla="*/ 304741 h 4893730"/>
              <a:gd name="connsiteX149" fmla="*/ 7944411 w 8877359"/>
              <a:gd name="connsiteY149" fmla="*/ 354073 h 4893730"/>
              <a:gd name="connsiteX150" fmla="*/ 7235159 w 8877359"/>
              <a:gd name="connsiteY150" fmla="*/ 354073 h 4893730"/>
              <a:gd name="connsiteX151" fmla="*/ 7270041 w 8877359"/>
              <a:gd name="connsiteY151" fmla="*/ 339624 h 4893730"/>
              <a:gd name="connsiteX152" fmla="*/ 7275688 w 8877359"/>
              <a:gd name="connsiteY152" fmla="*/ 332780 h 4893730"/>
              <a:gd name="connsiteX153" fmla="*/ 7281335 w 8877359"/>
              <a:gd name="connsiteY153" fmla="*/ 339624 h 4893730"/>
              <a:gd name="connsiteX154" fmla="*/ 7316218 w 8877359"/>
              <a:gd name="connsiteY154" fmla="*/ 354073 h 4893730"/>
              <a:gd name="connsiteX155" fmla="*/ 7365550 w 8877359"/>
              <a:gd name="connsiteY155" fmla="*/ 304741 h 4893730"/>
              <a:gd name="connsiteX156" fmla="*/ 7365201 w 8877359"/>
              <a:gd name="connsiteY156" fmla="*/ 301284 h 4893730"/>
              <a:gd name="connsiteX157" fmla="*/ 7374139 w 8877359"/>
              <a:gd name="connsiteY157" fmla="*/ 304058 h 4893730"/>
              <a:gd name="connsiteX158" fmla="*/ 7384081 w 8877359"/>
              <a:gd name="connsiteY158" fmla="*/ 305060 h 4893730"/>
              <a:gd name="connsiteX159" fmla="*/ 7433413 w 8877359"/>
              <a:gd name="connsiteY159" fmla="*/ 255729 h 4893730"/>
              <a:gd name="connsiteX160" fmla="*/ 7424988 w 8877359"/>
              <a:gd name="connsiteY160" fmla="*/ 228147 h 4893730"/>
              <a:gd name="connsiteX161" fmla="*/ 7421721 w 8877359"/>
              <a:gd name="connsiteY161" fmla="*/ 224187 h 4893730"/>
              <a:gd name="connsiteX162" fmla="*/ 7428733 w 8877359"/>
              <a:gd name="connsiteY162" fmla="*/ 222010 h 4893730"/>
              <a:gd name="connsiteX163" fmla="*/ 7458862 w 8877359"/>
              <a:gd name="connsiteY163" fmla="*/ 176555 h 4893730"/>
              <a:gd name="connsiteX164" fmla="*/ 7428733 w 8877359"/>
              <a:gd name="connsiteY164" fmla="*/ 131100 h 4893730"/>
              <a:gd name="connsiteX165" fmla="*/ 7422353 w 8877359"/>
              <a:gd name="connsiteY165" fmla="*/ 129120 h 4893730"/>
              <a:gd name="connsiteX166" fmla="*/ 7424988 w 8877359"/>
              <a:gd name="connsiteY166" fmla="*/ 125926 h 4893730"/>
              <a:gd name="connsiteX167" fmla="*/ 7433413 w 8877359"/>
              <a:gd name="connsiteY167" fmla="*/ 98344 h 4893730"/>
              <a:gd name="connsiteX168" fmla="*/ 7384081 w 8877359"/>
              <a:gd name="connsiteY168" fmla="*/ 49012 h 4893730"/>
              <a:gd name="connsiteX169" fmla="*/ 7369412 w 8877359"/>
              <a:gd name="connsiteY169" fmla="*/ 51230 h 4893730"/>
              <a:gd name="connsiteX170" fmla="*/ 7365152 w 8877359"/>
              <a:gd name="connsiteY170" fmla="*/ 53278 h 4893730"/>
              <a:gd name="connsiteX171" fmla="*/ 7365550 w 8877359"/>
              <a:gd name="connsiteY171" fmla="*/ 49331 h 4893730"/>
              <a:gd name="connsiteX172" fmla="*/ 7316218 w 8877359"/>
              <a:gd name="connsiteY172" fmla="*/ 0 h 4893730"/>
              <a:gd name="connsiteX173" fmla="*/ 7281335 w 8877359"/>
              <a:gd name="connsiteY173" fmla="*/ 14449 h 4893730"/>
              <a:gd name="connsiteX174" fmla="*/ 7275688 w 8877359"/>
              <a:gd name="connsiteY174" fmla="*/ 21293 h 4893730"/>
              <a:gd name="connsiteX175" fmla="*/ 7270042 w 8877359"/>
              <a:gd name="connsiteY175" fmla="*/ 14449 h 4893730"/>
              <a:gd name="connsiteX176" fmla="*/ 7235159 w 8877359"/>
              <a:gd name="connsiteY176" fmla="*/ 0 h 4893730"/>
              <a:gd name="connsiteX177" fmla="*/ 7185827 w 8877359"/>
              <a:gd name="connsiteY177" fmla="*/ 49331 h 4893730"/>
              <a:gd name="connsiteX178" fmla="*/ 7186175 w 8877359"/>
              <a:gd name="connsiteY178" fmla="*/ 52789 h 4893730"/>
              <a:gd name="connsiteX179" fmla="*/ 7177237 w 8877359"/>
              <a:gd name="connsiteY179" fmla="*/ 50014 h 4893730"/>
              <a:gd name="connsiteX180" fmla="*/ 7167295 w 8877359"/>
              <a:gd name="connsiteY180" fmla="*/ 49012 h 4893730"/>
              <a:gd name="connsiteX181" fmla="*/ 7117963 w 8877359"/>
              <a:gd name="connsiteY181" fmla="*/ 98344 h 4893730"/>
              <a:gd name="connsiteX182" fmla="*/ 7126388 w 8877359"/>
              <a:gd name="connsiteY182" fmla="*/ 125926 h 4893730"/>
              <a:gd name="connsiteX183" fmla="*/ 7129024 w 8877359"/>
              <a:gd name="connsiteY183" fmla="*/ 129120 h 4893730"/>
              <a:gd name="connsiteX184" fmla="*/ 7122644 w 8877359"/>
              <a:gd name="connsiteY184" fmla="*/ 131100 h 4893730"/>
              <a:gd name="connsiteX185" fmla="*/ 7092514 w 8877359"/>
              <a:gd name="connsiteY185" fmla="*/ 176555 h 4893730"/>
              <a:gd name="connsiteX186" fmla="*/ 7122644 w 8877359"/>
              <a:gd name="connsiteY186" fmla="*/ 222010 h 4893730"/>
              <a:gd name="connsiteX187" fmla="*/ 7129656 w 8877359"/>
              <a:gd name="connsiteY187" fmla="*/ 224187 h 4893730"/>
              <a:gd name="connsiteX188" fmla="*/ 7126388 w 8877359"/>
              <a:gd name="connsiteY188" fmla="*/ 228147 h 4893730"/>
              <a:gd name="connsiteX189" fmla="*/ 7117963 w 8877359"/>
              <a:gd name="connsiteY189" fmla="*/ 255729 h 4893730"/>
              <a:gd name="connsiteX190" fmla="*/ 7167295 w 8877359"/>
              <a:gd name="connsiteY190" fmla="*/ 305060 h 4893730"/>
              <a:gd name="connsiteX191" fmla="*/ 7177237 w 8877359"/>
              <a:gd name="connsiteY191" fmla="*/ 304058 h 4893730"/>
              <a:gd name="connsiteX192" fmla="*/ 7186175 w 8877359"/>
              <a:gd name="connsiteY192" fmla="*/ 301284 h 4893730"/>
              <a:gd name="connsiteX193" fmla="*/ 7185827 w 8877359"/>
              <a:gd name="connsiteY193" fmla="*/ 304741 h 4893730"/>
              <a:gd name="connsiteX194" fmla="*/ 7235159 w 8877359"/>
              <a:gd name="connsiteY194" fmla="*/ 354073 h 4893730"/>
              <a:gd name="connsiteX195" fmla="*/ 6525907 w 8877359"/>
              <a:gd name="connsiteY195" fmla="*/ 354073 h 4893730"/>
              <a:gd name="connsiteX196" fmla="*/ 6560789 w 8877359"/>
              <a:gd name="connsiteY196" fmla="*/ 339624 h 4893730"/>
              <a:gd name="connsiteX197" fmla="*/ 6566436 w 8877359"/>
              <a:gd name="connsiteY197" fmla="*/ 332780 h 4893730"/>
              <a:gd name="connsiteX198" fmla="*/ 6572083 w 8877359"/>
              <a:gd name="connsiteY198" fmla="*/ 339624 h 4893730"/>
              <a:gd name="connsiteX199" fmla="*/ 6606966 w 8877359"/>
              <a:gd name="connsiteY199" fmla="*/ 354073 h 4893730"/>
              <a:gd name="connsiteX200" fmla="*/ 6656298 w 8877359"/>
              <a:gd name="connsiteY200" fmla="*/ 304741 h 4893730"/>
              <a:gd name="connsiteX201" fmla="*/ 6655949 w 8877359"/>
              <a:gd name="connsiteY201" fmla="*/ 301284 h 4893730"/>
              <a:gd name="connsiteX202" fmla="*/ 6664887 w 8877359"/>
              <a:gd name="connsiteY202" fmla="*/ 304058 h 4893730"/>
              <a:gd name="connsiteX203" fmla="*/ 6674829 w 8877359"/>
              <a:gd name="connsiteY203" fmla="*/ 305060 h 4893730"/>
              <a:gd name="connsiteX204" fmla="*/ 6724161 w 8877359"/>
              <a:gd name="connsiteY204" fmla="*/ 255729 h 4893730"/>
              <a:gd name="connsiteX205" fmla="*/ 6715736 w 8877359"/>
              <a:gd name="connsiteY205" fmla="*/ 228147 h 4893730"/>
              <a:gd name="connsiteX206" fmla="*/ 6712469 w 8877359"/>
              <a:gd name="connsiteY206" fmla="*/ 224187 h 4893730"/>
              <a:gd name="connsiteX207" fmla="*/ 6719481 w 8877359"/>
              <a:gd name="connsiteY207" fmla="*/ 222010 h 4893730"/>
              <a:gd name="connsiteX208" fmla="*/ 6749610 w 8877359"/>
              <a:gd name="connsiteY208" fmla="*/ 176555 h 4893730"/>
              <a:gd name="connsiteX209" fmla="*/ 6719481 w 8877359"/>
              <a:gd name="connsiteY209" fmla="*/ 131100 h 4893730"/>
              <a:gd name="connsiteX210" fmla="*/ 6713101 w 8877359"/>
              <a:gd name="connsiteY210" fmla="*/ 129120 h 4893730"/>
              <a:gd name="connsiteX211" fmla="*/ 6715736 w 8877359"/>
              <a:gd name="connsiteY211" fmla="*/ 125926 h 4893730"/>
              <a:gd name="connsiteX212" fmla="*/ 6724161 w 8877359"/>
              <a:gd name="connsiteY212" fmla="*/ 98344 h 4893730"/>
              <a:gd name="connsiteX213" fmla="*/ 6674829 w 8877359"/>
              <a:gd name="connsiteY213" fmla="*/ 49012 h 4893730"/>
              <a:gd name="connsiteX214" fmla="*/ 6660160 w 8877359"/>
              <a:gd name="connsiteY214" fmla="*/ 51230 h 4893730"/>
              <a:gd name="connsiteX215" fmla="*/ 6655900 w 8877359"/>
              <a:gd name="connsiteY215" fmla="*/ 53278 h 4893730"/>
              <a:gd name="connsiteX216" fmla="*/ 6656298 w 8877359"/>
              <a:gd name="connsiteY216" fmla="*/ 49331 h 4893730"/>
              <a:gd name="connsiteX217" fmla="*/ 6606966 w 8877359"/>
              <a:gd name="connsiteY217" fmla="*/ 0 h 4893730"/>
              <a:gd name="connsiteX218" fmla="*/ 6572083 w 8877359"/>
              <a:gd name="connsiteY218" fmla="*/ 14449 h 4893730"/>
              <a:gd name="connsiteX219" fmla="*/ 6566436 w 8877359"/>
              <a:gd name="connsiteY219" fmla="*/ 21293 h 4893730"/>
              <a:gd name="connsiteX220" fmla="*/ 6560790 w 8877359"/>
              <a:gd name="connsiteY220" fmla="*/ 14449 h 4893730"/>
              <a:gd name="connsiteX221" fmla="*/ 6525907 w 8877359"/>
              <a:gd name="connsiteY221" fmla="*/ 0 h 4893730"/>
              <a:gd name="connsiteX222" fmla="*/ 6476575 w 8877359"/>
              <a:gd name="connsiteY222" fmla="*/ 49331 h 4893730"/>
              <a:gd name="connsiteX223" fmla="*/ 6476923 w 8877359"/>
              <a:gd name="connsiteY223" fmla="*/ 52789 h 4893730"/>
              <a:gd name="connsiteX224" fmla="*/ 6467985 w 8877359"/>
              <a:gd name="connsiteY224" fmla="*/ 50014 h 4893730"/>
              <a:gd name="connsiteX225" fmla="*/ 6458043 w 8877359"/>
              <a:gd name="connsiteY225" fmla="*/ 49012 h 4893730"/>
              <a:gd name="connsiteX226" fmla="*/ 6408711 w 8877359"/>
              <a:gd name="connsiteY226" fmla="*/ 98344 h 4893730"/>
              <a:gd name="connsiteX227" fmla="*/ 6417136 w 8877359"/>
              <a:gd name="connsiteY227" fmla="*/ 125926 h 4893730"/>
              <a:gd name="connsiteX228" fmla="*/ 6419772 w 8877359"/>
              <a:gd name="connsiteY228" fmla="*/ 129120 h 4893730"/>
              <a:gd name="connsiteX229" fmla="*/ 6413392 w 8877359"/>
              <a:gd name="connsiteY229" fmla="*/ 131100 h 4893730"/>
              <a:gd name="connsiteX230" fmla="*/ 6383262 w 8877359"/>
              <a:gd name="connsiteY230" fmla="*/ 176555 h 4893730"/>
              <a:gd name="connsiteX231" fmla="*/ 6413392 w 8877359"/>
              <a:gd name="connsiteY231" fmla="*/ 222010 h 4893730"/>
              <a:gd name="connsiteX232" fmla="*/ 6420404 w 8877359"/>
              <a:gd name="connsiteY232" fmla="*/ 224187 h 4893730"/>
              <a:gd name="connsiteX233" fmla="*/ 6417136 w 8877359"/>
              <a:gd name="connsiteY233" fmla="*/ 228147 h 4893730"/>
              <a:gd name="connsiteX234" fmla="*/ 6408711 w 8877359"/>
              <a:gd name="connsiteY234" fmla="*/ 255729 h 4893730"/>
              <a:gd name="connsiteX235" fmla="*/ 6458043 w 8877359"/>
              <a:gd name="connsiteY235" fmla="*/ 305060 h 4893730"/>
              <a:gd name="connsiteX236" fmla="*/ 6467985 w 8877359"/>
              <a:gd name="connsiteY236" fmla="*/ 304058 h 4893730"/>
              <a:gd name="connsiteX237" fmla="*/ 6476923 w 8877359"/>
              <a:gd name="connsiteY237" fmla="*/ 301284 h 4893730"/>
              <a:gd name="connsiteX238" fmla="*/ 6476575 w 8877359"/>
              <a:gd name="connsiteY238" fmla="*/ 304741 h 4893730"/>
              <a:gd name="connsiteX239" fmla="*/ 6525907 w 8877359"/>
              <a:gd name="connsiteY239" fmla="*/ 354073 h 4893730"/>
              <a:gd name="connsiteX240" fmla="*/ 5816655 w 8877359"/>
              <a:gd name="connsiteY240" fmla="*/ 354073 h 4893730"/>
              <a:gd name="connsiteX241" fmla="*/ 5851537 w 8877359"/>
              <a:gd name="connsiteY241" fmla="*/ 339624 h 4893730"/>
              <a:gd name="connsiteX242" fmla="*/ 5857184 w 8877359"/>
              <a:gd name="connsiteY242" fmla="*/ 332780 h 4893730"/>
              <a:gd name="connsiteX243" fmla="*/ 5862831 w 8877359"/>
              <a:gd name="connsiteY243" fmla="*/ 339624 h 4893730"/>
              <a:gd name="connsiteX244" fmla="*/ 5897714 w 8877359"/>
              <a:gd name="connsiteY244" fmla="*/ 354073 h 4893730"/>
              <a:gd name="connsiteX245" fmla="*/ 5947046 w 8877359"/>
              <a:gd name="connsiteY245" fmla="*/ 304741 h 4893730"/>
              <a:gd name="connsiteX246" fmla="*/ 5946697 w 8877359"/>
              <a:gd name="connsiteY246" fmla="*/ 301284 h 4893730"/>
              <a:gd name="connsiteX247" fmla="*/ 5955635 w 8877359"/>
              <a:gd name="connsiteY247" fmla="*/ 304058 h 4893730"/>
              <a:gd name="connsiteX248" fmla="*/ 5965577 w 8877359"/>
              <a:gd name="connsiteY248" fmla="*/ 305060 h 4893730"/>
              <a:gd name="connsiteX249" fmla="*/ 6014909 w 8877359"/>
              <a:gd name="connsiteY249" fmla="*/ 255729 h 4893730"/>
              <a:gd name="connsiteX250" fmla="*/ 6006484 w 8877359"/>
              <a:gd name="connsiteY250" fmla="*/ 228147 h 4893730"/>
              <a:gd name="connsiteX251" fmla="*/ 6003217 w 8877359"/>
              <a:gd name="connsiteY251" fmla="*/ 224187 h 4893730"/>
              <a:gd name="connsiteX252" fmla="*/ 6010229 w 8877359"/>
              <a:gd name="connsiteY252" fmla="*/ 222010 h 4893730"/>
              <a:gd name="connsiteX253" fmla="*/ 6040358 w 8877359"/>
              <a:gd name="connsiteY253" fmla="*/ 176555 h 4893730"/>
              <a:gd name="connsiteX254" fmla="*/ 6010229 w 8877359"/>
              <a:gd name="connsiteY254" fmla="*/ 131100 h 4893730"/>
              <a:gd name="connsiteX255" fmla="*/ 6003849 w 8877359"/>
              <a:gd name="connsiteY255" fmla="*/ 129120 h 4893730"/>
              <a:gd name="connsiteX256" fmla="*/ 6006484 w 8877359"/>
              <a:gd name="connsiteY256" fmla="*/ 125926 h 4893730"/>
              <a:gd name="connsiteX257" fmla="*/ 6014909 w 8877359"/>
              <a:gd name="connsiteY257" fmla="*/ 98344 h 4893730"/>
              <a:gd name="connsiteX258" fmla="*/ 5965577 w 8877359"/>
              <a:gd name="connsiteY258" fmla="*/ 49012 h 4893730"/>
              <a:gd name="connsiteX259" fmla="*/ 5950908 w 8877359"/>
              <a:gd name="connsiteY259" fmla="*/ 51230 h 4893730"/>
              <a:gd name="connsiteX260" fmla="*/ 5946648 w 8877359"/>
              <a:gd name="connsiteY260" fmla="*/ 53278 h 4893730"/>
              <a:gd name="connsiteX261" fmla="*/ 5947046 w 8877359"/>
              <a:gd name="connsiteY261" fmla="*/ 49331 h 4893730"/>
              <a:gd name="connsiteX262" fmla="*/ 5897714 w 8877359"/>
              <a:gd name="connsiteY262" fmla="*/ 0 h 4893730"/>
              <a:gd name="connsiteX263" fmla="*/ 5862831 w 8877359"/>
              <a:gd name="connsiteY263" fmla="*/ 14449 h 4893730"/>
              <a:gd name="connsiteX264" fmla="*/ 5857184 w 8877359"/>
              <a:gd name="connsiteY264" fmla="*/ 21293 h 4893730"/>
              <a:gd name="connsiteX265" fmla="*/ 5851538 w 8877359"/>
              <a:gd name="connsiteY265" fmla="*/ 14449 h 4893730"/>
              <a:gd name="connsiteX266" fmla="*/ 5816655 w 8877359"/>
              <a:gd name="connsiteY266" fmla="*/ 0 h 4893730"/>
              <a:gd name="connsiteX267" fmla="*/ 5767323 w 8877359"/>
              <a:gd name="connsiteY267" fmla="*/ 49331 h 4893730"/>
              <a:gd name="connsiteX268" fmla="*/ 5767671 w 8877359"/>
              <a:gd name="connsiteY268" fmla="*/ 52789 h 4893730"/>
              <a:gd name="connsiteX269" fmla="*/ 5758733 w 8877359"/>
              <a:gd name="connsiteY269" fmla="*/ 50014 h 4893730"/>
              <a:gd name="connsiteX270" fmla="*/ 5748791 w 8877359"/>
              <a:gd name="connsiteY270" fmla="*/ 49012 h 4893730"/>
              <a:gd name="connsiteX271" fmla="*/ 5699459 w 8877359"/>
              <a:gd name="connsiteY271" fmla="*/ 98344 h 4893730"/>
              <a:gd name="connsiteX272" fmla="*/ 5707884 w 8877359"/>
              <a:gd name="connsiteY272" fmla="*/ 125926 h 4893730"/>
              <a:gd name="connsiteX273" fmla="*/ 5710520 w 8877359"/>
              <a:gd name="connsiteY273" fmla="*/ 129120 h 4893730"/>
              <a:gd name="connsiteX274" fmla="*/ 5704140 w 8877359"/>
              <a:gd name="connsiteY274" fmla="*/ 131100 h 4893730"/>
              <a:gd name="connsiteX275" fmla="*/ 5674010 w 8877359"/>
              <a:gd name="connsiteY275" fmla="*/ 176555 h 4893730"/>
              <a:gd name="connsiteX276" fmla="*/ 5704140 w 8877359"/>
              <a:gd name="connsiteY276" fmla="*/ 222010 h 4893730"/>
              <a:gd name="connsiteX277" fmla="*/ 5711152 w 8877359"/>
              <a:gd name="connsiteY277" fmla="*/ 224187 h 4893730"/>
              <a:gd name="connsiteX278" fmla="*/ 5707884 w 8877359"/>
              <a:gd name="connsiteY278" fmla="*/ 228147 h 4893730"/>
              <a:gd name="connsiteX279" fmla="*/ 5699459 w 8877359"/>
              <a:gd name="connsiteY279" fmla="*/ 255729 h 4893730"/>
              <a:gd name="connsiteX280" fmla="*/ 5748791 w 8877359"/>
              <a:gd name="connsiteY280" fmla="*/ 305060 h 4893730"/>
              <a:gd name="connsiteX281" fmla="*/ 5758733 w 8877359"/>
              <a:gd name="connsiteY281" fmla="*/ 304058 h 4893730"/>
              <a:gd name="connsiteX282" fmla="*/ 5767671 w 8877359"/>
              <a:gd name="connsiteY282" fmla="*/ 301284 h 4893730"/>
              <a:gd name="connsiteX283" fmla="*/ 5767323 w 8877359"/>
              <a:gd name="connsiteY283" fmla="*/ 304741 h 4893730"/>
              <a:gd name="connsiteX284" fmla="*/ 5816655 w 8877359"/>
              <a:gd name="connsiteY284" fmla="*/ 354073 h 4893730"/>
              <a:gd name="connsiteX285" fmla="*/ 5107403 w 8877359"/>
              <a:gd name="connsiteY285" fmla="*/ 354073 h 4893730"/>
              <a:gd name="connsiteX286" fmla="*/ 5142285 w 8877359"/>
              <a:gd name="connsiteY286" fmla="*/ 339624 h 4893730"/>
              <a:gd name="connsiteX287" fmla="*/ 5147932 w 8877359"/>
              <a:gd name="connsiteY287" fmla="*/ 332780 h 4893730"/>
              <a:gd name="connsiteX288" fmla="*/ 5153579 w 8877359"/>
              <a:gd name="connsiteY288" fmla="*/ 339624 h 4893730"/>
              <a:gd name="connsiteX289" fmla="*/ 5188462 w 8877359"/>
              <a:gd name="connsiteY289" fmla="*/ 354073 h 4893730"/>
              <a:gd name="connsiteX290" fmla="*/ 5237794 w 8877359"/>
              <a:gd name="connsiteY290" fmla="*/ 304741 h 4893730"/>
              <a:gd name="connsiteX291" fmla="*/ 5237445 w 8877359"/>
              <a:gd name="connsiteY291" fmla="*/ 301284 h 4893730"/>
              <a:gd name="connsiteX292" fmla="*/ 5246383 w 8877359"/>
              <a:gd name="connsiteY292" fmla="*/ 304058 h 4893730"/>
              <a:gd name="connsiteX293" fmla="*/ 5256325 w 8877359"/>
              <a:gd name="connsiteY293" fmla="*/ 305060 h 4893730"/>
              <a:gd name="connsiteX294" fmla="*/ 5305657 w 8877359"/>
              <a:gd name="connsiteY294" fmla="*/ 255729 h 4893730"/>
              <a:gd name="connsiteX295" fmla="*/ 5297232 w 8877359"/>
              <a:gd name="connsiteY295" fmla="*/ 228147 h 4893730"/>
              <a:gd name="connsiteX296" fmla="*/ 5293965 w 8877359"/>
              <a:gd name="connsiteY296" fmla="*/ 224187 h 4893730"/>
              <a:gd name="connsiteX297" fmla="*/ 5300977 w 8877359"/>
              <a:gd name="connsiteY297" fmla="*/ 222010 h 4893730"/>
              <a:gd name="connsiteX298" fmla="*/ 5331106 w 8877359"/>
              <a:gd name="connsiteY298" fmla="*/ 176555 h 4893730"/>
              <a:gd name="connsiteX299" fmla="*/ 5300977 w 8877359"/>
              <a:gd name="connsiteY299" fmla="*/ 131100 h 4893730"/>
              <a:gd name="connsiteX300" fmla="*/ 5294597 w 8877359"/>
              <a:gd name="connsiteY300" fmla="*/ 129120 h 4893730"/>
              <a:gd name="connsiteX301" fmla="*/ 5297232 w 8877359"/>
              <a:gd name="connsiteY301" fmla="*/ 125926 h 4893730"/>
              <a:gd name="connsiteX302" fmla="*/ 5305657 w 8877359"/>
              <a:gd name="connsiteY302" fmla="*/ 98344 h 4893730"/>
              <a:gd name="connsiteX303" fmla="*/ 5256325 w 8877359"/>
              <a:gd name="connsiteY303" fmla="*/ 49012 h 4893730"/>
              <a:gd name="connsiteX304" fmla="*/ 5241656 w 8877359"/>
              <a:gd name="connsiteY304" fmla="*/ 51230 h 4893730"/>
              <a:gd name="connsiteX305" fmla="*/ 5237396 w 8877359"/>
              <a:gd name="connsiteY305" fmla="*/ 53278 h 4893730"/>
              <a:gd name="connsiteX306" fmla="*/ 5237794 w 8877359"/>
              <a:gd name="connsiteY306" fmla="*/ 49331 h 4893730"/>
              <a:gd name="connsiteX307" fmla="*/ 5188462 w 8877359"/>
              <a:gd name="connsiteY307" fmla="*/ 0 h 4893730"/>
              <a:gd name="connsiteX308" fmla="*/ 5153579 w 8877359"/>
              <a:gd name="connsiteY308" fmla="*/ 14449 h 4893730"/>
              <a:gd name="connsiteX309" fmla="*/ 5147932 w 8877359"/>
              <a:gd name="connsiteY309" fmla="*/ 21293 h 4893730"/>
              <a:gd name="connsiteX310" fmla="*/ 5142286 w 8877359"/>
              <a:gd name="connsiteY310" fmla="*/ 14449 h 4893730"/>
              <a:gd name="connsiteX311" fmla="*/ 5107403 w 8877359"/>
              <a:gd name="connsiteY311" fmla="*/ 0 h 4893730"/>
              <a:gd name="connsiteX312" fmla="*/ 5058071 w 8877359"/>
              <a:gd name="connsiteY312" fmla="*/ 49331 h 4893730"/>
              <a:gd name="connsiteX313" fmla="*/ 5058419 w 8877359"/>
              <a:gd name="connsiteY313" fmla="*/ 52789 h 4893730"/>
              <a:gd name="connsiteX314" fmla="*/ 5049481 w 8877359"/>
              <a:gd name="connsiteY314" fmla="*/ 50014 h 4893730"/>
              <a:gd name="connsiteX315" fmla="*/ 5039539 w 8877359"/>
              <a:gd name="connsiteY315" fmla="*/ 49012 h 4893730"/>
              <a:gd name="connsiteX316" fmla="*/ 4990207 w 8877359"/>
              <a:gd name="connsiteY316" fmla="*/ 98344 h 4893730"/>
              <a:gd name="connsiteX317" fmla="*/ 4998632 w 8877359"/>
              <a:gd name="connsiteY317" fmla="*/ 125926 h 4893730"/>
              <a:gd name="connsiteX318" fmla="*/ 5001268 w 8877359"/>
              <a:gd name="connsiteY318" fmla="*/ 129120 h 4893730"/>
              <a:gd name="connsiteX319" fmla="*/ 4994888 w 8877359"/>
              <a:gd name="connsiteY319" fmla="*/ 131100 h 4893730"/>
              <a:gd name="connsiteX320" fmla="*/ 4964758 w 8877359"/>
              <a:gd name="connsiteY320" fmla="*/ 176555 h 4893730"/>
              <a:gd name="connsiteX321" fmla="*/ 4994888 w 8877359"/>
              <a:gd name="connsiteY321" fmla="*/ 222010 h 4893730"/>
              <a:gd name="connsiteX322" fmla="*/ 5001900 w 8877359"/>
              <a:gd name="connsiteY322" fmla="*/ 224187 h 4893730"/>
              <a:gd name="connsiteX323" fmla="*/ 4998632 w 8877359"/>
              <a:gd name="connsiteY323" fmla="*/ 228147 h 4893730"/>
              <a:gd name="connsiteX324" fmla="*/ 4990207 w 8877359"/>
              <a:gd name="connsiteY324" fmla="*/ 255729 h 4893730"/>
              <a:gd name="connsiteX325" fmla="*/ 5039539 w 8877359"/>
              <a:gd name="connsiteY325" fmla="*/ 305060 h 4893730"/>
              <a:gd name="connsiteX326" fmla="*/ 5049481 w 8877359"/>
              <a:gd name="connsiteY326" fmla="*/ 304058 h 4893730"/>
              <a:gd name="connsiteX327" fmla="*/ 5058419 w 8877359"/>
              <a:gd name="connsiteY327" fmla="*/ 301284 h 4893730"/>
              <a:gd name="connsiteX328" fmla="*/ 5058071 w 8877359"/>
              <a:gd name="connsiteY328" fmla="*/ 304741 h 4893730"/>
              <a:gd name="connsiteX329" fmla="*/ 5107403 w 8877359"/>
              <a:gd name="connsiteY329" fmla="*/ 354073 h 4893730"/>
              <a:gd name="connsiteX330" fmla="*/ 4398151 w 8877359"/>
              <a:gd name="connsiteY330" fmla="*/ 354073 h 4893730"/>
              <a:gd name="connsiteX331" fmla="*/ 4433033 w 8877359"/>
              <a:gd name="connsiteY331" fmla="*/ 339624 h 4893730"/>
              <a:gd name="connsiteX332" fmla="*/ 4438680 w 8877359"/>
              <a:gd name="connsiteY332" fmla="*/ 332780 h 4893730"/>
              <a:gd name="connsiteX333" fmla="*/ 4444327 w 8877359"/>
              <a:gd name="connsiteY333" fmla="*/ 339624 h 4893730"/>
              <a:gd name="connsiteX334" fmla="*/ 4479210 w 8877359"/>
              <a:gd name="connsiteY334" fmla="*/ 354073 h 4893730"/>
              <a:gd name="connsiteX335" fmla="*/ 4528542 w 8877359"/>
              <a:gd name="connsiteY335" fmla="*/ 304741 h 4893730"/>
              <a:gd name="connsiteX336" fmla="*/ 4528193 w 8877359"/>
              <a:gd name="connsiteY336" fmla="*/ 301284 h 4893730"/>
              <a:gd name="connsiteX337" fmla="*/ 4537131 w 8877359"/>
              <a:gd name="connsiteY337" fmla="*/ 304058 h 4893730"/>
              <a:gd name="connsiteX338" fmla="*/ 4547073 w 8877359"/>
              <a:gd name="connsiteY338" fmla="*/ 305060 h 4893730"/>
              <a:gd name="connsiteX339" fmla="*/ 4596405 w 8877359"/>
              <a:gd name="connsiteY339" fmla="*/ 255729 h 4893730"/>
              <a:gd name="connsiteX340" fmla="*/ 4587980 w 8877359"/>
              <a:gd name="connsiteY340" fmla="*/ 228147 h 4893730"/>
              <a:gd name="connsiteX341" fmla="*/ 4584713 w 8877359"/>
              <a:gd name="connsiteY341" fmla="*/ 224187 h 4893730"/>
              <a:gd name="connsiteX342" fmla="*/ 4591725 w 8877359"/>
              <a:gd name="connsiteY342" fmla="*/ 222010 h 4893730"/>
              <a:gd name="connsiteX343" fmla="*/ 4621854 w 8877359"/>
              <a:gd name="connsiteY343" fmla="*/ 176555 h 4893730"/>
              <a:gd name="connsiteX344" fmla="*/ 4591725 w 8877359"/>
              <a:gd name="connsiteY344" fmla="*/ 131100 h 4893730"/>
              <a:gd name="connsiteX345" fmla="*/ 4585345 w 8877359"/>
              <a:gd name="connsiteY345" fmla="*/ 129120 h 4893730"/>
              <a:gd name="connsiteX346" fmla="*/ 4587980 w 8877359"/>
              <a:gd name="connsiteY346" fmla="*/ 125926 h 4893730"/>
              <a:gd name="connsiteX347" fmla="*/ 4596405 w 8877359"/>
              <a:gd name="connsiteY347" fmla="*/ 98344 h 4893730"/>
              <a:gd name="connsiteX348" fmla="*/ 4547073 w 8877359"/>
              <a:gd name="connsiteY348" fmla="*/ 49012 h 4893730"/>
              <a:gd name="connsiteX349" fmla="*/ 4532404 w 8877359"/>
              <a:gd name="connsiteY349" fmla="*/ 51230 h 4893730"/>
              <a:gd name="connsiteX350" fmla="*/ 4528144 w 8877359"/>
              <a:gd name="connsiteY350" fmla="*/ 53278 h 4893730"/>
              <a:gd name="connsiteX351" fmla="*/ 4528542 w 8877359"/>
              <a:gd name="connsiteY351" fmla="*/ 49331 h 4893730"/>
              <a:gd name="connsiteX352" fmla="*/ 4479210 w 8877359"/>
              <a:gd name="connsiteY352" fmla="*/ 0 h 4893730"/>
              <a:gd name="connsiteX353" fmla="*/ 4444327 w 8877359"/>
              <a:gd name="connsiteY353" fmla="*/ 14449 h 4893730"/>
              <a:gd name="connsiteX354" fmla="*/ 4438680 w 8877359"/>
              <a:gd name="connsiteY354" fmla="*/ 21293 h 4893730"/>
              <a:gd name="connsiteX355" fmla="*/ 4433034 w 8877359"/>
              <a:gd name="connsiteY355" fmla="*/ 14449 h 4893730"/>
              <a:gd name="connsiteX356" fmla="*/ 4398151 w 8877359"/>
              <a:gd name="connsiteY356" fmla="*/ 0 h 4893730"/>
              <a:gd name="connsiteX357" fmla="*/ 4348819 w 8877359"/>
              <a:gd name="connsiteY357" fmla="*/ 49331 h 4893730"/>
              <a:gd name="connsiteX358" fmla="*/ 4349167 w 8877359"/>
              <a:gd name="connsiteY358" fmla="*/ 52789 h 4893730"/>
              <a:gd name="connsiteX359" fmla="*/ 4340229 w 8877359"/>
              <a:gd name="connsiteY359" fmla="*/ 50014 h 4893730"/>
              <a:gd name="connsiteX360" fmla="*/ 4330287 w 8877359"/>
              <a:gd name="connsiteY360" fmla="*/ 49012 h 4893730"/>
              <a:gd name="connsiteX361" fmla="*/ 4280955 w 8877359"/>
              <a:gd name="connsiteY361" fmla="*/ 98344 h 4893730"/>
              <a:gd name="connsiteX362" fmla="*/ 4289380 w 8877359"/>
              <a:gd name="connsiteY362" fmla="*/ 125926 h 4893730"/>
              <a:gd name="connsiteX363" fmla="*/ 4292016 w 8877359"/>
              <a:gd name="connsiteY363" fmla="*/ 129120 h 4893730"/>
              <a:gd name="connsiteX364" fmla="*/ 4285636 w 8877359"/>
              <a:gd name="connsiteY364" fmla="*/ 131100 h 4893730"/>
              <a:gd name="connsiteX365" fmla="*/ 4255506 w 8877359"/>
              <a:gd name="connsiteY365" fmla="*/ 176555 h 4893730"/>
              <a:gd name="connsiteX366" fmla="*/ 4285636 w 8877359"/>
              <a:gd name="connsiteY366" fmla="*/ 222010 h 4893730"/>
              <a:gd name="connsiteX367" fmla="*/ 4292648 w 8877359"/>
              <a:gd name="connsiteY367" fmla="*/ 224187 h 4893730"/>
              <a:gd name="connsiteX368" fmla="*/ 4289380 w 8877359"/>
              <a:gd name="connsiteY368" fmla="*/ 228147 h 4893730"/>
              <a:gd name="connsiteX369" fmla="*/ 4280955 w 8877359"/>
              <a:gd name="connsiteY369" fmla="*/ 255729 h 4893730"/>
              <a:gd name="connsiteX370" fmla="*/ 4330287 w 8877359"/>
              <a:gd name="connsiteY370" fmla="*/ 305060 h 4893730"/>
              <a:gd name="connsiteX371" fmla="*/ 4340229 w 8877359"/>
              <a:gd name="connsiteY371" fmla="*/ 304058 h 4893730"/>
              <a:gd name="connsiteX372" fmla="*/ 4349167 w 8877359"/>
              <a:gd name="connsiteY372" fmla="*/ 301284 h 4893730"/>
              <a:gd name="connsiteX373" fmla="*/ 4348819 w 8877359"/>
              <a:gd name="connsiteY373" fmla="*/ 304741 h 4893730"/>
              <a:gd name="connsiteX374" fmla="*/ 4398151 w 8877359"/>
              <a:gd name="connsiteY374" fmla="*/ 354073 h 4893730"/>
              <a:gd name="connsiteX375" fmla="*/ 3688904 w 8877359"/>
              <a:gd name="connsiteY375" fmla="*/ 354073 h 4893730"/>
              <a:gd name="connsiteX376" fmla="*/ 3723787 w 8877359"/>
              <a:gd name="connsiteY376" fmla="*/ 339624 h 4893730"/>
              <a:gd name="connsiteX377" fmla="*/ 3729434 w 8877359"/>
              <a:gd name="connsiteY377" fmla="*/ 332780 h 4893730"/>
              <a:gd name="connsiteX378" fmla="*/ 3735080 w 8877359"/>
              <a:gd name="connsiteY378" fmla="*/ 339624 h 4893730"/>
              <a:gd name="connsiteX379" fmla="*/ 3769963 w 8877359"/>
              <a:gd name="connsiteY379" fmla="*/ 354073 h 4893730"/>
              <a:gd name="connsiteX380" fmla="*/ 3819295 w 8877359"/>
              <a:gd name="connsiteY380" fmla="*/ 304741 h 4893730"/>
              <a:gd name="connsiteX381" fmla="*/ 3818947 w 8877359"/>
              <a:gd name="connsiteY381" fmla="*/ 301284 h 4893730"/>
              <a:gd name="connsiteX382" fmla="*/ 3827885 w 8877359"/>
              <a:gd name="connsiteY382" fmla="*/ 304058 h 4893730"/>
              <a:gd name="connsiteX383" fmla="*/ 3837827 w 8877359"/>
              <a:gd name="connsiteY383" fmla="*/ 305060 h 4893730"/>
              <a:gd name="connsiteX384" fmla="*/ 3887158 w 8877359"/>
              <a:gd name="connsiteY384" fmla="*/ 255729 h 4893730"/>
              <a:gd name="connsiteX385" fmla="*/ 3878733 w 8877359"/>
              <a:gd name="connsiteY385" fmla="*/ 228147 h 4893730"/>
              <a:gd name="connsiteX386" fmla="*/ 3875466 w 8877359"/>
              <a:gd name="connsiteY386" fmla="*/ 224187 h 4893730"/>
              <a:gd name="connsiteX387" fmla="*/ 3882478 w 8877359"/>
              <a:gd name="connsiteY387" fmla="*/ 222010 h 4893730"/>
              <a:gd name="connsiteX388" fmla="*/ 3912607 w 8877359"/>
              <a:gd name="connsiteY388" fmla="*/ 176555 h 4893730"/>
              <a:gd name="connsiteX389" fmla="*/ 3882478 w 8877359"/>
              <a:gd name="connsiteY389" fmla="*/ 131100 h 4893730"/>
              <a:gd name="connsiteX390" fmla="*/ 3876098 w 8877359"/>
              <a:gd name="connsiteY390" fmla="*/ 129120 h 4893730"/>
              <a:gd name="connsiteX391" fmla="*/ 3878733 w 8877359"/>
              <a:gd name="connsiteY391" fmla="*/ 125926 h 4893730"/>
              <a:gd name="connsiteX392" fmla="*/ 3887158 w 8877359"/>
              <a:gd name="connsiteY392" fmla="*/ 98344 h 4893730"/>
              <a:gd name="connsiteX393" fmla="*/ 3837827 w 8877359"/>
              <a:gd name="connsiteY393" fmla="*/ 49012 h 4893730"/>
              <a:gd name="connsiteX394" fmla="*/ 3823157 w 8877359"/>
              <a:gd name="connsiteY394" fmla="*/ 51230 h 4893730"/>
              <a:gd name="connsiteX395" fmla="*/ 3818898 w 8877359"/>
              <a:gd name="connsiteY395" fmla="*/ 53278 h 4893730"/>
              <a:gd name="connsiteX396" fmla="*/ 3819295 w 8877359"/>
              <a:gd name="connsiteY396" fmla="*/ 49331 h 4893730"/>
              <a:gd name="connsiteX397" fmla="*/ 3769963 w 8877359"/>
              <a:gd name="connsiteY397" fmla="*/ 0 h 4893730"/>
              <a:gd name="connsiteX398" fmla="*/ 3735080 w 8877359"/>
              <a:gd name="connsiteY398" fmla="*/ 14449 h 4893730"/>
              <a:gd name="connsiteX399" fmla="*/ 3729434 w 8877359"/>
              <a:gd name="connsiteY399" fmla="*/ 21293 h 4893730"/>
              <a:gd name="connsiteX400" fmla="*/ 3723787 w 8877359"/>
              <a:gd name="connsiteY400" fmla="*/ 14449 h 4893730"/>
              <a:gd name="connsiteX401" fmla="*/ 3688904 w 8877359"/>
              <a:gd name="connsiteY401" fmla="*/ 0 h 4893730"/>
              <a:gd name="connsiteX402" fmla="*/ 3639572 w 8877359"/>
              <a:gd name="connsiteY402" fmla="*/ 49331 h 4893730"/>
              <a:gd name="connsiteX403" fmla="*/ 3639921 w 8877359"/>
              <a:gd name="connsiteY403" fmla="*/ 52789 h 4893730"/>
              <a:gd name="connsiteX404" fmla="*/ 3630983 w 8877359"/>
              <a:gd name="connsiteY404" fmla="*/ 50014 h 4893730"/>
              <a:gd name="connsiteX405" fmla="*/ 3621040 w 8877359"/>
              <a:gd name="connsiteY405" fmla="*/ 49012 h 4893730"/>
              <a:gd name="connsiteX406" fmla="*/ 3571709 w 8877359"/>
              <a:gd name="connsiteY406" fmla="*/ 98344 h 4893730"/>
              <a:gd name="connsiteX407" fmla="*/ 3580134 w 8877359"/>
              <a:gd name="connsiteY407" fmla="*/ 125926 h 4893730"/>
              <a:gd name="connsiteX408" fmla="*/ 3582769 w 8877359"/>
              <a:gd name="connsiteY408" fmla="*/ 129120 h 4893730"/>
              <a:gd name="connsiteX409" fmla="*/ 3576390 w 8877359"/>
              <a:gd name="connsiteY409" fmla="*/ 131100 h 4893730"/>
              <a:gd name="connsiteX410" fmla="*/ 3546260 w 8877359"/>
              <a:gd name="connsiteY410" fmla="*/ 176555 h 4893730"/>
              <a:gd name="connsiteX411" fmla="*/ 3576390 w 8877359"/>
              <a:gd name="connsiteY411" fmla="*/ 222010 h 4893730"/>
              <a:gd name="connsiteX412" fmla="*/ 3583402 w 8877359"/>
              <a:gd name="connsiteY412" fmla="*/ 224187 h 4893730"/>
              <a:gd name="connsiteX413" fmla="*/ 3580134 w 8877359"/>
              <a:gd name="connsiteY413" fmla="*/ 228147 h 4893730"/>
              <a:gd name="connsiteX414" fmla="*/ 3571709 w 8877359"/>
              <a:gd name="connsiteY414" fmla="*/ 255729 h 4893730"/>
              <a:gd name="connsiteX415" fmla="*/ 3621040 w 8877359"/>
              <a:gd name="connsiteY415" fmla="*/ 305060 h 4893730"/>
              <a:gd name="connsiteX416" fmla="*/ 3630983 w 8877359"/>
              <a:gd name="connsiteY416" fmla="*/ 304058 h 4893730"/>
              <a:gd name="connsiteX417" fmla="*/ 3639921 w 8877359"/>
              <a:gd name="connsiteY417" fmla="*/ 301284 h 4893730"/>
              <a:gd name="connsiteX418" fmla="*/ 3639572 w 8877359"/>
              <a:gd name="connsiteY418" fmla="*/ 304741 h 4893730"/>
              <a:gd name="connsiteX419" fmla="*/ 3688904 w 8877359"/>
              <a:gd name="connsiteY419" fmla="*/ 354073 h 4893730"/>
              <a:gd name="connsiteX420" fmla="*/ 2979652 w 8877359"/>
              <a:gd name="connsiteY420" fmla="*/ 354073 h 4893730"/>
              <a:gd name="connsiteX421" fmla="*/ 3014535 w 8877359"/>
              <a:gd name="connsiteY421" fmla="*/ 339624 h 4893730"/>
              <a:gd name="connsiteX422" fmla="*/ 3020182 w 8877359"/>
              <a:gd name="connsiteY422" fmla="*/ 332780 h 4893730"/>
              <a:gd name="connsiteX423" fmla="*/ 3025828 w 8877359"/>
              <a:gd name="connsiteY423" fmla="*/ 339624 h 4893730"/>
              <a:gd name="connsiteX424" fmla="*/ 3060710 w 8877359"/>
              <a:gd name="connsiteY424" fmla="*/ 354073 h 4893730"/>
              <a:gd name="connsiteX425" fmla="*/ 3110042 w 8877359"/>
              <a:gd name="connsiteY425" fmla="*/ 304741 h 4893730"/>
              <a:gd name="connsiteX426" fmla="*/ 3109694 w 8877359"/>
              <a:gd name="connsiteY426" fmla="*/ 301284 h 4893730"/>
              <a:gd name="connsiteX427" fmla="*/ 3118633 w 8877359"/>
              <a:gd name="connsiteY427" fmla="*/ 304058 h 4893730"/>
              <a:gd name="connsiteX428" fmla="*/ 3128575 w 8877359"/>
              <a:gd name="connsiteY428" fmla="*/ 305060 h 4893730"/>
              <a:gd name="connsiteX429" fmla="*/ 3177907 w 8877359"/>
              <a:gd name="connsiteY429" fmla="*/ 255729 h 4893730"/>
              <a:gd name="connsiteX430" fmla="*/ 3169481 w 8877359"/>
              <a:gd name="connsiteY430" fmla="*/ 228147 h 4893730"/>
              <a:gd name="connsiteX431" fmla="*/ 3166213 w 8877359"/>
              <a:gd name="connsiteY431" fmla="*/ 224187 h 4893730"/>
              <a:gd name="connsiteX432" fmla="*/ 3173226 w 8877359"/>
              <a:gd name="connsiteY432" fmla="*/ 222010 h 4893730"/>
              <a:gd name="connsiteX433" fmla="*/ 3203353 w 8877359"/>
              <a:gd name="connsiteY433" fmla="*/ 176555 h 4893730"/>
              <a:gd name="connsiteX434" fmla="*/ 3173226 w 8877359"/>
              <a:gd name="connsiteY434" fmla="*/ 131100 h 4893730"/>
              <a:gd name="connsiteX435" fmla="*/ 3166845 w 8877359"/>
              <a:gd name="connsiteY435" fmla="*/ 129120 h 4893730"/>
              <a:gd name="connsiteX436" fmla="*/ 3169481 w 8877359"/>
              <a:gd name="connsiteY436" fmla="*/ 125926 h 4893730"/>
              <a:gd name="connsiteX437" fmla="*/ 3177907 w 8877359"/>
              <a:gd name="connsiteY437" fmla="*/ 98344 h 4893730"/>
              <a:gd name="connsiteX438" fmla="*/ 3128575 w 8877359"/>
              <a:gd name="connsiteY438" fmla="*/ 49012 h 4893730"/>
              <a:gd name="connsiteX439" fmla="*/ 3113904 w 8877359"/>
              <a:gd name="connsiteY439" fmla="*/ 51230 h 4893730"/>
              <a:gd name="connsiteX440" fmla="*/ 3109645 w 8877359"/>
              <a:gd name="connsiteY440" fmla="*/ 53278 h 4893730"/>
              <a:gd name="connsiteX441" fmla="*/ 3110042 w 8877359"/>
              <a:gd name="connsiteY441" fmla="*/ 49331 h 4893730"/>
              <a:gd name="connsiteX442" fmla="*/ 3060712 w 8877359"/>
              <a:gd name="connsiteY442" fmla="*/ 0 h 4893730"/>
              <a:gd name="connsiteX443" fmla="*/ 3025828 w 8877359"/>
              <a:gd name="connsiteY443" fmla="*/ 14449 h 4893730"/>
              <a:gd name="connsiteX444" fmla="*/ 3020182 w 8877359"/>
              <a:gd name="connsiteY444" fmla="*/ 21293 h 4893730"/>
              <a:gd name="connsiteX445" fmla="*/ 3014535 w 8877359"/>
              <a:gd name="connsiteY445" fmla="*/ 14449 h 4893730"/>
              <a:gd name="connsiteX446" fmla="*/ 2979652 w 8877359"/>
              <a:gd name="connsiteY446" fmla="*/ 0 h 4893730"/>
              <a:gd name="connsiteX447" fmla="*/ 2930320 w 8877359"/>
              <a:gd name="connsiteY447" fmla="*/ 49331 h 4893730"/>
              <a:gd name="connsiteX448" fmla="*/ 2930670 w 8877359"/>
              <a:gd name="connsiteY448" fmla="*/ 52789 h 4893730"/>
              <a:gd name="connsiteX449" fmla="*/ 2921731 w 8877359"/>
              <a:gd name="connsiteY449" fmla="*/ 50014 h 4893730"/>
              <a:gd name="connsiteX450" fmla="*/ 2911789 w 8877359"/>
              <a:gd name="connsiteY450" fmla="*/ 49012 h 4893730"/>
              <a:gd name="connsiteX451" fmla="*/ 2862458 w 8877359"/>
              <a:gd name="connsiteY451" fmla="*/ 98344 h 4893730"/>
              <a:gd name="connsiteX452" fmla="*/ 2870883 w 8877359"/>
              <a:gd name="connsiteY452" fmla="*/ 125926 h 4893730"/>
              <a:gd name="connsiteX453" fmla="*/ 2873518 w 8877359"/>
              <a:gd name="connsiteY453" fmla="*/ 129120 h 4893730"/>
              <a:gd name="connsiteX454" fmla="*/ 2867137 w 8877359"/>
              <a:gd name="connsiteY454" fmla="*/ 131100 h 4893730"/>
              <a:gd name="connsiteX455" fmla="*/ 2837009 w 8877359"/>
              <a:gd name="connsiteY455" fmla="*/ 176555 h 4893730"/>
              <a:gd name="connsiteX456" fmla="*/ 2867137 w 8877359"/>
              <a:gd name="connsiteY456" fmla="*/ 222010 h 4893730"/>
              <a:gd name="connsiteX457" fmla="*/ 2874151 w 8877359"/>
              <a:gd name="connsiteY457" fmla="*/ 224187 h 4893730"/>
              <a:gd name="connsiteX458" fmla="*/ 2870883 w 8877359"/>
              <a:gd name="connsiteY458" fmla="*/ 228147 h 4893730"/>
              <a:gd name="connsiteX459" fmla="*/ 2862458 w 8877359"/>
              <a:gd name="connsiteY459" fmla="*/ 255729 h 4893730"/>
              <a:gd name="connsiteX460" fmla="*/ 2911789 w 8877359"/>
              <a:gd name="connsiteY460" fmla="*/ 305060 h 4893730"/>
              <a:gd name="connsiteX461" fmla="*/ 2921731 w 8877359"/>
              <a:gd name="connsiteY461" fmla="*/ 304058 h 4893730"/>
              <a:gd name="connsiteX462" fmla="*/ 2930669 w 8877359"/>
              <a:gd name="connsiteY462" fmla="*/ 301284 h 4893730"/>
              <a:gd name="connsiteX463" fmla="*/ 2930320 w 8877359"/>
              <a:gd name="connsiteY463" fmla="*/ 304741 h 4893730"/>
              <a:gd name="connsiteX464" fmla="*/ 2979652 w 8877359"/>
              <a:gd name="connsiteY464" fmla="*/ 354073 h 4893730"/>
              <a:gd name="connsiteX465" fmla="*/ 2270400 w 8877359"/>
              <a:gd name="connsiteY465" fmla="*/ 354073 h 4893730"/>
              <a:gd name="connsiteX466" fmla="*/ 2305283 w 8877359"/>
              <a:gd name="connsiteY466" fmla="*/ 339624 h 4893730"/>
              <a:gd name="connsiteX467" fmla="*/ 2310930 w 8877359"/>
              <a:gd name="connsiteY467" fmla="*/ 332780 h 4893730"/>
              <a:gd name="connsiteX468" fmla="*/ 2316577 w 8877359"/>
              <a:gd name="connsiteY468" fmla="*/ 339624 h 4893730"/>
              <a:gd name="connsiteX469" fmla="*/ 2351459 w 8877359"/>
              <a:gd name="connsiteY469" fmla="*/ 354073 h 4893730"/>
              <a:gd name="connsiteX470" fmla="*/ 2400792 w 8877359"/>
              <a:gd name="connsiteY470" fmla="*/ 304741 h 4893730"/>
              <a:gd name="connsiteX471" fmla="*/ 2400443 w 8877359"/>
              <a:gd name="connsiteY471" fmla="*/ 301284 h 4893730"/>
              <a:gd name="connsiteX472" fmla="*/ 2409381 w 8877359"/>
              <a:gd name="connsiteY472" fmla="*/ 304058 h 4893730"/>
              <a:gd name="connsiteX473" fmla="*/ 2419323 w 8877359"/>
              <a:gd name="connsiteY473" fmla="*/ 305060 h 4893730"/>
              <a:gd name="connsiteX474" fmla="*/ 2468655 w 8877359"/>
              <a:gd name="connsiteY474" fmla="*/ 255729 h 4893730"/>
              <a:gd name="connsiteX475" fmla="*/ 2460230 w 8877359"/>
              <a:gd name="connsiteY475" fmla="*/ 228147 h 4893730"/>
              <a:gd name="connsiteX476" fmla="*/ 2456962 w 8877359"/>
              <a:gd name="connsiteY476" fmla="*/ 224187 h 4893730"/>
              <a:gd name="connsiteX477" fmla="*/ 2463975 w 8877359"/>
              <a:gd name="connsiteY477" fmla="*/ 222010 h 4893730"/>
              <a:gd name="connsiteX478" fmla="*/ 2494104 w 8877359"/>
              <a:gd name="connsiteY478" fmla="*/ 176555 h 4893730"/>
              <a:gd name="connsiteX479" fmla="*/ 2463975 w 8877359"/>
              <a:gd name="connsiteY479" fmla="*/ 131100 h 4893730"/>
              <a:gd name="connsiteX480" fmla="*/ 2457594 w 8877359"/>
              <a:gd name="connsiteY480" fmla="*/ 129120 h 4893730"/>
              <a:gd name="connsiteX481" fmla="*/ 2460230 w 8877359"/>
              <a:gd name="connsiteY481" fmla="*/ 125926 h 4893730"/>
              <a:gd name="connsiteX482" fmla="*/ 2468655 w 8877359"/>
              <a:gd name="connsiteY482" fmla="*/ 98344 h 4893730"/>
              <a:gd name="connsiteX483" fmla="*/ 2419323 w 8877359"/>
              <a:gd name="connsiteY483" fmla="*/ 49012 h 4893730"/>
              <a:gd name="connsiteX484" fmla="*/ 2404654 w 8877359"/>
              <a:gd name="connsiteY484" fmla="*/ 51230 h 4893730"/>
              <a:gd name="connsiteX485" fmla="*/ 2400394 w 8877359"/>
              <a:gd name="connsiteY485" fmla="*/ 53278 h 4893730"/>
              <a:gd name="connsiteX486" fmla="*/ 2400792 w 8877359"/>
              <a:gd name="connsiteY486" fmla="*/ 49331 h 4893730"/>
              <a:gd name="connsiteX487" fmla="*/ 2351460 w 8877359"/>
              <a:gd name="connsiteY487" fmla="*/ 0 h 4893730"/>
              <a:gd name="connsiteX488" fmla="*/ 2316577 w 8877359"/>
              <a:gd name="connsiteY488" fmla="*/ 14449 h 4893730"/>
              <a:gd name="connsiteX489" fmla="*/ 2310930 w 8877359"/>
              <a:gd name="connsiteY489" fmla="*/ 21293 h 4893730"/>
              <a:gd name="connsiteX490" fmla="*/ 2305283 w 8877359"/>
              <a:gd name="connsiteY490" fmla="*/ 14449 h 4893730"/>
              <a:gd name="connsiteX491" fmla="*/ 2270401 w 8877359"/>
              <a:gd name="connsiteY491" fmla="*/ 0 h 4893730"/>
              <a:gd name="connsiteX492" fmla="*/ 2221069 w 8877359"/>
              <a:gd name="connsiteY492" fmla="*/ 49331 h 4893730"/>
              <a:gd name="connsiteX493" fmla="*/ 2221418 w 8877359"/>
              <a:gd name="connsiteY493" fmla="*/ 52789 h 4893730"/>
              <a:gd name="connsiteX494" fmla="*/ 2212479 w 8877359"/>
              <a:gd name="connsiteY494" fmla="*/ 50014 h 4893730"/>
              <a:gd name="connsiteX495" fmla="*/ 2202537 w 8877359"/>
              <a:gd name="connsiteY495" fmla="*/ 49012 h 4893730"/>
              <a:gd name="connsiteX496" fmla="*/ 2153205 w 8877359"/>
              <a:gd name="connsiteY496" fmla="*/ 98344 h 4893730"/>
              <a:gd name="connsiteX497" fmla="*/ 2161631 w 8877359"/>
              <a:gd name="connsiteY497" fmla="*/ 125926 h 4893730"/>
              <a:gd name="connsiteX498" fmla="*/ 2164266 w 8877359"/>
              <a:gd name="connsiteY498" fmla="*/ 129120 h 4893730"/>
              <a:gd name="connsiteX499" fmla="*/ 2157886 w 8877359"/>
              <a:gd name="connsiteY499" fmla="*/ 131100 h 4893730"/>
              <a:gd name="connsiteX500" fmla="*/ 2127757 w 8877359"/>
              <a:gd name="connsiteY500" fmla="*/ 176555 h 4893730"/>
              <a:gd name="connsiteX501" fmla="*/ 2157886 w 8877359"/>
              <a:gd name="connsiteY501" fmla="*/ 222010 h 4893730"/>
              <a:gd name="connsiteX502" fmla="*/ 2164898 w 8877359"/>
              <a:gd name="connsiteY502" fmla="*/ 224187 h 4893730"/>
              <a:gd name="connsiteX503" fmla="*/ 2161631 w 8877359"/>
              <a:gd name="connsiteY503" fmla="*/ 228147 h 4893730"/>
              <a:gd name="connsiteX504" fmla="*/ 2153205 w 8877359"/>
              <a:gd name="connsiteY504" fmla="*/ 255729 h 4893730"/>
              <a:gd name="connsiteX505" fmla="*/ 2202537 w 8877359"/>
              <a:gd name="connsiteY505" fmla="*/ 305060 h 4893730"/>
              <a:gd name="connsiteX506" fmla="*/ 2212479 w 8877359"/>
              <a:gd name="connsiteY506" fmla="*/ 304058 h 4893730"/>
              <a:gd name="connsiteX507" fmla="*/ 2221417 w 8877359"/>
              <a:gd name="connsiteY507" fmla="*/ 301284 h 4893730"/>
              <a:gd name="connsiteX508" fmla="*/ 2221069 w 8877359"/>
              <a:gd name="connsiteY508" fmla="*/ 304741 h 4893730"/>
              <a:gd name="connsiteX509" fmla="*/ 2270400 w 8877359"/>
              <a:gd name="connsiteY509" fmla="*/ 354073 h 4893730"/>
              <a:gd name="connsiteX510" fmla="*/ 1561148 w 8877359"/>
              <a:gd name="connsiteY510" fmla="*/ 354073 h 4893730"/>
              <a:gd name="connsiteX511" fmla="*/ 1596031 w 8877359"/>
              <a:gd name="connsiteY511" fmla="*/ 339624 h 4893730"/>
              <a:gd name="connsiteX512" fmla="*/ 1601678 w 8877359"/>
              <a:gd name="connsiteY512" fmla="*/ 332780 h 4893730"/>
              <a:gd name="connsiteX513" fmla="*/ 1607324 w 8877359"/>
              <a:gd name="connsiteY513" fmla="*/ 339624 h 4893730"/>
              <a:gd name="connsiteX514" fmla="*/ 1642207 w 8877359"/>
              <a:gd name="connsiteY514" fmla="*/ 354073 h 4893730"/>
              <a:gd name="connsiteX515" fmla="*/ 1691539 w 8877359"/>
              <a:gd name="connsiteY515" fmla="*/ 304741 h 4893730"/>
              <a:gd name="connsiteX516" fmla="*/ 1691191 w 8877359"/>
              <a:gd name="connsiteY516" fmla="*/ 301284 h 4893730"/>
              <a:gd name="connsiteX517" fmla="*/ 1700129 w 8877359"/>
              <a:gd name="connsiteY517" fmla="*/ 304058 h 4893730"/>
              <a:gd name="connsiteX518" fmla="*/ 1710071 w 8877359"/>
              <a:gd name="connsiteY518" fmla="*/ 305060 h 4893730"/>
              <a:gd name="connsiteX519" fmla="*/ 1759403 w 8877359"/>
              <a:gd name="connsiteY519" fmla="*/ 255729 h 4893730"/>
              <a:gd name="connsiteX520" fmla="*/ 1750978 w 8877359"/>
              <a:gd name="connsiteY520" fmla="*/ 228147 h 4893730"/>
              <a:gd name="connsiteX521" fmla="*/ 1747710 w 8877359"/>
              <a:gd name="connsiteY521" fmla="*/ 224187 h 4893730"/>
              <a:gd name="connsiteX522" fmla="*/ 1754722 w 8877359"/>
              <a:gd name="connsiteY522" fmla="*/ 222010 h 4893730"/>
              <a:gd name="connsiteX523" fmla="*/ 1784852 w 8877359"/>
              <a:gd name="connsiteY523" fmla="*/ 176555 h 4893730"/>
              <a:gd name="connsiteX524" fmla="*/ 1754722 w 8877359"/>
              <a:gd name="connsiteY524" fmla="*/ 131100 h 4893730"/>
              <a:gd name="connsiteX525" fmla="*/ 1748343 w 8877359"/>
              <a:gd name="connsiteY525" fmla="*/ 129120 h 4893730"/>
              <a:gd name="connsiteX526" fmla="*/ 1750978 w 8877359"/>
              <a:gd name="connsiteY526" fmla="*/ 125926 h 4893730"/>
              <a:gd name="connsiteX527" fmla="*/ 1759403 w 8877359"/>
              <a:gd name="connsiteY527" fmla="*/ 98344 h 4893730"/>
              <a:gd name="connsiteX528" fmla="*/ 1710071 w 8877359"/>
              <a:gd name="connsiteY528" fmla="*/ 49012 h 4893730"/>
              <a:gd name="connsiteX529" fmla="*/ 1695401 w 8877359"/>
              <a:gd name="connsiteY529" fmla="*/ 51230 h 4893730"/>
              <a:gd name="connsiteX530" fmla="*/ 1691142 w 8877359"/>
              <a:gd name="connsiteY530" fmla="*/ 53278 h 4893730"/>
              <a:gd name="connsiteX531" fmla="*/ 1691539 w 8877359"/>
              <a:gd name="connsiteY531" fmla="*/ 49331 h 4893730"/>
              <a:gd name="connsiteX532" fmla="*/ 1642207 w 8877359"/>
              <a:gd name="connsiteY532" fmla="*/ 0 h 4893730"/>
              <a:gd name="connsiteX533" fmla="*/ 1607324 w 8877359"/>
              <a:gd name="connsiteY533" fmla="*/ 14449 h 4893730"/>
              <a:gd name="connsiteX534" fmla="*/ 1601678 w 8877359"/>
              <a:gd name="connsiteY534" fmla="*/ 21293 h 4893730"/>
              <a:gd name="connsiteX535" fmla="*/ 1596031 w 8877359"/>
              <a:gd name="connsiteY535" fmla="*/ 14449 h 4893730"/>
              <a:gd name="connsiteX536" fmla="*/ 1561149 w 8877359"/>
              <a:gd name="connsiteY536" fmla="*/ 0 h 4893730"/>
              <a:gd name="connsiteX537" fmla="*/ 1511816 w 8877359"/>
              <a:gd name="connsiteY537" fmla="*/ 49331 h 4893730"/>
              <a:gd name="connsiteX538" fmla="*/ 1512165 w 8877359"/>
              <a:gd name="connsiteY538" fmla="*/ 52789 h 4893730"/>
              <a:gd name="connsiteX539" fmla="*/ 1503226 w 8877359"/>
              <a:gd name="connsiteY539" fmla="*/ 50014 h 4893730"/>
              <a:gd name="connsiteX540" fmla="*/ 1493284 w 8877359"/>
              <a:gd name="connsiteY540" fmla="*/ 49012 h 4893730"/>
              <a:gd name="connsiteX541" fmla="*/ 1443953 w 8877359"/>
              <a:gd name="connsiteY541" fmla="*/ 98344 h 4893730"/>
              <a:gd name="connsiteX542" fmla="*/ 1452378 w 8877359"/>
              <a:gd name="connsiteY542" fmla="*/ 125926 h 4893730"/>
              <a:gd name="connsiteX543" fmla="*/ 1455013 w 8877359"/>
              <a:gd name="connsiteY543" fmla="*/ 129120 h 4893730"/>
              <a:gd name="connsiteX544" fmla="*/ 1448633 w 8877359"/>
              <a:gd name="connsiteY544" fmla="*/ 131100 h 4893730"/>
              <a:gd name="connsiteX545" fmla="*/ 1418504 w 8877359"/>
              <a:gd name="connsiteY545" fmla="*/ 176555 h 4893730"/>
              <a:gd name="connsiteX546" fmla="*/ 1448633 w 8877359"/>
              <a:gd name="connsiteY546" fmla="*/ 222010 h 4893730"/>
              <a:gd name="connsiteX547" fmla="*/ 1455645 w 8877359"/>
              <a:gd name="connsiteY547" fmla="*/ 224187 h 4893730"/>
              <a:gd name="connsiteX548" fmla="*/ 1452378 w 8877359"/>
              <a:gd name="connsiteY548" fmla="*/ 228147 h 4893730"/>
              <a:gd name="connsiteX549" fmla="*/ 1443953 w 8877359"/>
              <a:gd name="connsiteY549" fmla="*/ 255729 h 4893730"/>
              <a:gd name="connsiteX550" fmla="*/ 1493284 w 8877359"/>
              <a:gd name="connsiteY550" fmla="*/ 305060 h 4893730"/>
              <a:gd name="connsiteX551" fmla="*/ 1503227 w 8877359"/>
              <a:gd name="connsiteY551" fmla="*/ 304058 h 4893730"/>
              <a:gd name="connsiteX552" fmla="*/ 1512165 w 8877359"/>
              <a:gd name="connsiteY552" fmla="*/ 301284 h 4893730"/>
              <a:gd name="connsiteX553" fmla="*/ 1511816 w 8877359"/>
              <a:gd name="connsiteY553" fmla="*/ 304741 h 4893730"/>
              <a:gd name="connsiteX554" fmla="*/ 1561148 w 8877359"/>
              <a:gd name="connsiteY554" fmla="*/ 354073 h 4893730"/>
              <a:gd name="connsiteX555" fmla="*/ 851896 w 8877359"/>
              <a:gd name="connsiteY555" fmla="*/ 354073 h 4893730"/>
              <a:gd name="connsiteX556" fmla="*/ 886778 w 8877359"/>
              <a:gd name="connsiteY556" fmla="*/ 339624 h 4893730"/>
              <a:gd name="connsiteX557" fmla="*/ 892425 w 8877359"/>
              <a:gd name="connsiteY557" fmla="*/ 332780 h 4893730"/>
              <a:gd name="connsiteX558" fmla="*/ 898072 w 8877359"/>
              <a:gd name="connsiteY558" fmla="*/ 339624 h 4893730"/>
              <a:gd name="connsiteX559" fmla="*/ 932957 w 8877359"/>
              <a:gd name="connsiteY559" fmla="*/ 354073 h 4893730"/>
              <a:gd name="connsiteX560" fmla="*/ 982288 w 8877359"/>
              <a:gd name="connsiteY560" fmla="*/ 304741 h 4893730"/>
              <a:gd name="connsiteX561" fmla="*/ 981940 w 8877359"/>
              <a:gd name="connsiteY561" fmla="*/ 301284 h 4893730"/>
              <a:gd name="connsiteX562" fmla="*/ 990878 w 8877359"/>
              <a:gd name="connsiteY562" fmla="*/ 304058 h 4893730"/>
              <a:gd name="connsiteX563" fmla="*/ 1000820 w 8877359"/>
              <a:gd name="connsiteY563" fmla="*/ 305060 h 4893730"/>
              <a:gd name="connsiteX564" fmla="*/ 1050152 w 8877359"/>
              <a:gd name="connsiteY564" fmla="*/ 255729 h 4893730"/>
              <a:gd name="connsiteX565" fmla="*/ 1041726 w 8877359"/>
              <a:gd name="connsiteY565" fmla="*/ 228147 h 4893730"/>
              <a:gd name="connsiteX566" fmla="*/ 1038458 w 8877359"/>
              <a:gd name="connsiteY566" fmla="*/ 224187 h 4893730"/>
              <a:gd name="connsiteX567" fmla="*/ 1045471 w 8877359"/>
              <a:gd name="connsiteY567" fmla="*/ 222010 h 4893730"/>
              <a:gd name="connsiteX568" fmla="*/ 1075601 w 8877359"/>
              <a:gd name="connsiteY568" fmla="*/ 176555 h 4893730"/>
              <a:gd name="connsiteX569" fmla="*/ 1045471 w 8877359"/>
              <a:gd name="connsiteY569" fmla="*/ 131100 h 4893730"/>
              <a:gd name="connsiteX570" fmla="*/ 1039091 w 8877359"/>
              <a:gd name="connsiteY570" fmla="*/ 129120 h 4893730"/>
              <a:gd name="connsiteX571" fmla="*/ 1041726 w 8877359"/>
              <a:gd name="connsiteY571" fmla="*/ 125926 h 4893730"/>
              <a:gd name="connsiteX572" fmla="*/ 1050152 w 8877359"/>
              <a:gd name="connsiteY572" fmla="*/ 98344 h 4893730"/>
              <a:gd name="connsiteX573" fmla="*/ 1000820 w 8877359"/>
              <a:gd name="connsiteY573" fmla="*/ 49012 h 4893730"/>
              <a:gd name="connsiteX574" fmla="*/ 986150 w 8877359"/>
              <a:gd name="connsiteY574" fmla="*/ 51230 h 4893730"/>
              <a:gd name="connsiteX575" fmla="*/ 981890 w 8877359"/>
              <a:gd name="connsiteY575" fmla="*/ 53278 h 4893730"/>
              <a:gd name="connsiteX576" fmla="*/ 982288 w 8877359"/>
              <a:gd name="connsiteY576" fmla="*/ 49331 h 4893730"/>
              <a:gd name="connsiteX577" fmla="*/ 932957 w 8877359"/>
              <a:gd name="connsiteY577" fmla="*/ 0 h 4893730"/>
              <a:gd name="connsiteX578" fmla="*/ 898072 w 8877359"/>
              <a:gd name="connsiteY578" fmla="*/ 14449 h 4893730"/>
              <a:gd name="connsiteX579" fmla="*/ 892425 w 8877359"/>
              <a:gd name="connsiteY579" fmla="*/ 21293 h 4893730"/>
              <a:gd name="connsiteX580" fmla="*/ 886779 w 8877359"/>
              <a:gd name="connsiteY580" fmla="*/ 14449 h 4893730"/>
              <a:gd name="connsiteX581" fmla="*/ 851896 w 8877359"/>
              <a:gd name="connsiteY581" fmla="*/ 0 h 4893730"/>
              <a:gd name="connsiteX582" fmla="*/ 802564 w 8877359"/>
              <a:gd name="connsiteY582" fmla="*/ 49331 h 4893730"/>
              <a:gd name="connsiteX583" fmla="*/ 802912 w 8877359"/>
              <a:gd name="connsiteY583" fmla="*/ 52789 h 4893730"/>
              <a:gd name="connsiteX584" fmla="*/ 793974 w 8877359"/>
              <a:gd name="connsiteY584" fmla="*/ 50014 h 4893730"/>
              <a:gd name="connsiteX585" fmla="*/ 784032 w 8877359"/>
              <a:gd name="connsiteY585" fmla="*/ 49012 h 4893730"/>
              <a:gd name="connsiteX586" fmla="*/ 734700 w 8877359"/>
              <a:gd name="connsiteY586" fmla="*/ 98344 h 4893730"/>
              <a:gd name="connsiteX587" fmla="*/ 743125 w 8877359"/>
              <a:gd name="connsiteY587" fmla="*/ 125926 h 4893730"/>
              <a:gd name="connsiteX588" fmla="*/ 745761 w 8877359"/>
              <a:gd name="connsiteY588" fmla="*/ 129120 h 4893730"/>
              <a:gd name="connsiteX589" fmla="*/ 739381 w 8877359"/>
              <a:gd name="connsiteY589" fmla="*/ 131100 h 4893730"/>
              <a:gd name="connsiteX590" fmla="*/ 709251 w 8877359"/>
              <a:gd name="connsiteY590" fmla="*/ 176555 h 4893730"/>
              <a:gd name="connsiteX591" fmla="*/ 739381 w 8877359"/>
              <a:gd name="connsiteY591" fmla="*/ 222010 h 4893730"/>
              <a:gd name="connsiteX592" fmla="*/ 746393 w 8877359"/>
              <a:gd name="connsiteY592" fmla="*/ 224187 h 4893730"/>
              <a:gd name="connsiteX593" fmla="*/ 743125 w 8877359"/>
              <a:gd name="connsiteY593" fmla="*/ 228147 h 4893730"/>
              <a:gd name="connsiteX594" fmla="*/ 734700 w 8877359"/>
              <a:gd name="connsiteY594" fmla="*/ 255729 h 4893730"/>
              <a:gd name="connsiteX595" fmla="*/ 784032 w 8877359"/>
              <a:gd name="connsiteY595" fmla="*/ 305060 h 4893730"/>
              <a:gd name="connsiteX596" fmla="*/ 793974 w 8877359"/>
              <a:gd name="connsiteY596" fmla="*/ 304058 h 4893730"/>
              <a:gd name="connsiteX597" fmla="*/ 802912 w 8877359"/>
              <a:gd name="connsiteY597" fmla="*/ 301284 h 4893730"/>
              <a:gd name="connsiteX598" fmla="*/ 802564 w 8877359"/>
              <a:gd name="connsiteY598" fmla="*/ 304741 h 4893730"/>
              <a:gd name="connsiteX599" fmla="*/ 851896 w 8877359"/>
              <a:gd name="connsiteY599" fmla="*/ 354073 h 4893730"/>
              <a:gd name="connsiteX600" fmla="*/ 142644 w 8877359"/>
              <a:gd name="connsiteY600" fmla="*/ 354073 h 4893730"/>
              <a:gd name="connsiteX601" fmla="*/ 177527 w 8877359"/>
              <a:gd name="connsiteY601" fmla="*/ 339624 h 4893730"/>
              <a:gd name="connsiteX602" fmla="*/ 183174 w 8877359"/>
              <a:gd name="connsiteY602" fmla="*/ 332780 h 4893730"/>
              <a:gd name="connsiteX603" fmla="*/ 188821 w 8877359"/>
              <a:gd name="connsiteY603" fmla="*/ 339624 h 4893730"/>
              <a:gd name="connsiteX604" fmla="*/ 223703 w 8877359"/>
              <a:gd name="connsiteY604" fmla="*/ 354073 h 4893730"/>
              <a:gd name="connsiteX605" fmla="*/ 273035 w 8877359"/>
              <a:gd name="connsiteY605" fmla="*/ 304741 h 4893730"/>
              <a:gd name="connsiteX606" fmla="*/ 272687 w 8877359"/>
              <a:gd name="connsiteY606" fmla="*/ 301284 h 4893730"/>
              <a:gd name="connsiteX607" fmla="*/ 281625 w 8877359"/>
              <a:gd name="connsiteY607" fmla="*/ 304058 h 4893730"/>
              <a:gd name="connsiteX608" fmla="*/ 291567 w 8877359"/>
              <a:gd name="connsiteY608" fmla="*/ 305060 h 4893730"/>
              <a:gd name="connsiteX609" fmla="*/ 340899 w 8877359"/>
              <a:gd name="connsiteY609" fmla="*/ 255729 h 4893730"/>
              <a:gd name="connsiteX610" fmla="*/ 332474 w 8877359"/>
              <a:gd name="connsiteY610" fmla="*/ 228147 h 4893730"/>
              <a:gd name="connsiteX611" fmla="*/ 329206 w 8877359"/>
              <a:gd name="connsiteY611" fmla="*/ 224187 h 4893730"/>
              <a:gd name="connsiteX612" fmla="*/ 336218 w 8877359"/>
              <a:gd name="connsiteY612" fmla="*/ 222010 h 4893730"/>
              <a:gd name="connsiteX613" fmla="*/ 366348 w 8877359"/>
              <a:gd name="connsiteY613" fmla="*/ 176555 h 4893730"/>
              <a:gd name="connsiteX614" fmla="*/ 336218 w 8877359"/>
              <a:gd name="connsiteY614" fmla="*/ 131100 h 4893730"/>
              <a:gd name="connsiteX615" fmla="*/ 329838 w 8877359"/>
              <a:gd name="connsiteY615" fmla="*/ 129120 h 4893730"/>
              <a:gd name="connsiteX616" fmla="*/ 332474 w 8877359"/>
              <a:gd name="connsiteY616" fmla="*/ 125926 h 4893730"/>
              <a:gd name="connsiteX617" fmla="*/ 340899 w 8877359"/>
              <a:gd name="connsiteY617" fmla="*/ 98344 h 4893730"/>
              <a:gd name="connsiteX618" fmla="*/ 291567 w 8877359"/>
              <a:gd name="connsiteY618" fmla="*/ 49012 h 4893730"/>
              <a:gd name="connsiteX619" fmla="*/ 276897 w 8877359"/>
              <a:gd name="connsiteY619" fmla="*/ 51230 h 4893730"/>
              <a:gd name="connsiteX620" fmla="*/ 272638 w 8877359"/>
              <a:gd name="connsiteY620" fmla="*/ 53278 h 4893730"/>
              <a:gd name="connsiteX621" fmla="*/ 273035 w 8877359"/>
              <a:gd name="connsiteY621" fmla="*/ 49331 h 4893730"/>
              <a:gd name="connsiteX622" fmla="*/ 223704 w 8877359"/>
              <a:gd name="connsiteY622" fmla="*/ 0 h 4893730"/>
              <a:gd name="connsiteX623" fmla="*/ 188821 w 8877359"/>
              <a:gd name="connsiteY623" fmla="*/ 14449 h 4893730"/>
              <a:gd name="connsiteX624" fmla="*/ 183174 w 8877359"/>
              <a:gd name="connsiteY624" fmla="*/ 21293 h 4893730"/>
              <a:gd name="connsiteX625" fmla="*/ 177527 w 8877359"/>
              <a:gd name="connsiteY625" fmla="*/ 14449 h 4893730"/>
              <a:gd name="connsiteX626" fmla="*/ 142644 w 8877359"/>
              <a:gd name="connsiteY626" fmla="*/ 0 h 4893730"/>
              <a:gd name="connsiteX627" fmla="*/ 93313 w 8877359"/>
              <a:gd name="connsiteY627" fmla="*/ 49331 h 4893730"/>
              <a:gd name="connsiteX628" fmla="*/ 93661 w 8877359"/>
              <a:gd name="connsiteY628" fmla="*/ 52789 h 4893730"/>
              <a:gd name="connsiteX629" fmla="*/ 84723 w 8877359"/>
              <a:gd name="connsiteY629" fmla="*/ 50014 h 4893730"/>
              <a:gd name="connsiteX630" fmla="*/ 74781 w 8877359"/>
              <a:gd name="connsiteY630" fmla="*/ 49012 h 4893730"/>
              <a:gd name="connsiteX631" fmla="*/ 25449 w 8877359"/>
              <a:gd name="connsiteY631" fmla="*/ 98344 h 4893730"/>
              <a:gd name="connsiteX632" fmla="*/ 33874 w 8877359"/>
              <a:gd name="connsiteY632" fmla="*/ 125926 h 4893730"/>
              <a:gd name="connsiteX633" fmla="*/ 36509 w 8877359"/>
              <a:gd name="connsiteY633" fmla="*/ 129120 h 4893730"/>
              <a:gd name="connsiteX634" fmla="*/ 30130 w 8877359"/>
              <a:gd name="connsiteY634" fmla="*/ 131100 h 4893730"/>
              <a:gd name="connsiteX635" fmla="*/ 0 w 8877359"/>
              <a:gd name="connsiteY635" fmla="*/ 176555 h 4893730"/>
              <a:gd name="connsiteX636" fmla="*/ 30130 w 8877359"/>
              <a:gd name="connsiteY636" fmla="*/ 222010 h 4893730"/>
              <a:gd name="connsiteX637" fmla="*/ 37142 w 8877359"/>
              <a:gd name="connsiteY637" fmla="*/ 224187 h 4893730"/>
              <a:gd name="connsiteX638" fmla="*/ 33874 w 8877359"/>
              <a:gd name="connsiteY638" fmla="*/ 228147 h 4893730"/>
              <a:gd name="connsiteX639" fmla="*/ 25449 w 8877359"/>
              <a:gd name="connsiteY639" fmla="*/ 255729 h 4893730"/>
              <a:gd name="connsiteX640" fmla="*/ 74781 w 8877359"/>
              <a:gd name="connsiteY640" fmla="*/ 305060 h 4893730"/>
              <a:gd name="connsiteX641" fmla="*/ 84723 w 8877359"/>
              <a:gd name="connsiteY641" fmla="*/ 304058 h 4893730"/>
              <a:gd name="connsiteX642" fmla="*/ 93661 w 8877359"/>
              <a:gd name="connsiteY642" fmla="*/ 301284 h 4893730"/>
              <a:gd name="connsiteX643" fmla="*/ 93312 w 8877359"/>
              <a:gd name="connsiteY643" fmla="*/ 304741 h 4893730"/>
              <a:gd name="connsiteX644" fmla="*/ 142644 w 8877359"/>
              <a:gd name="connsiteY644" fmla="*/ 354073 h 4893730"/>
              <a:gd name="connsiteX645" fmla="*/ 8701715 w 8877359"/>
              <a:gd name="connsiteY645" fmla="*/ 619763 h 4893730"/>
              <a:gd name="connsiteX646" fmla="*/ 8740791 w 8877359"/>
              <a:gd name="connsiteY646" fmla="*/ 580687 h 4893730"/>
              <a:gd name="connsiteX647" fmla="*/ 8701715 w 8877359"/>
              <a:gd name="connsiteY647" fmla="*/ 541611 h 4893730"/>
              <a:gd name="connsiteX648" fmla="*/ 8662639 w 8877359"/>
              <a:gd name="connsiteY648" fmla="*/ 580687 h 4893730"/>
              <a:gd name="connsiteX649" fmla="*/ 8701715 w 8877359"/>
              <a:gd name="connsiteY649" fmla="*/ 619763 h 4893730"/>
              <a:gd name="connsiteX650" fmla="*/ 193983 w 8877359"/>
              <a:gd name="connsiteY650" fmla="*/ 619763 h 4893730"/>
              <a:gd name="connsiteX651" fmla="*/ 233059 w 8877359"/>
              <a:gd name="connsiteY651" fmla="*/ 580687 h 4893730"/>
              <a:gd name="connsiteX652" fmla="*/ 193983 w 8877359"/>
              <a:gd name="connsiteY652" fmla="*/ 541611 h 4893730"/>
              <a:gd name="connsiteX653" fmla="*/ 154907 w 8877359"/>
              <a:gd name="connsiteY653" fmla="*/ 580687 h 4893730"/>
              <a:gd name="connsiteX654" fmla="*/ 193983 w 8877359"/>
              <a:gd name="connsiteY654" fmla="*/ 619763 h 4893730"/>
              <a:gd name="connsiteX655" fmla="*/ 8697248 w 8877359"/>
              <a:gd name="connsiteY655" fmla="*/ 1138499 h 4893730"/>
              <a:gd name="connsiteX656" fmla="*/ 8742703 w 8877359"/>
              <a:gd name="connsiteY656" fmla="*/ 1108370 h 4893730"/>
              <a:gd name="connsiteX657" fmla="*/ 8744879 w 8877359"/>
              <a:gd name="connsiteY657" fmla="*/ 1101358 h 4893730"/>
              <a:gd name="connsiteX658" fmla="*/ 8748840 w 8877359"/>
              <a:gd name="connsiteY658" fmla="*/ 1104625 h 4893730"/>
              <a:gd name="connsiteX659" fmla="*/ 8776421 w 8877359"/>
              <a:gd name="connsiteY659" fmla="*/ 1113050 h 4893730"/>
              <a:gd name="connsiteX660" fmla="*/ 8825753 w 8877359"/>
              <a:gd name="connsiteY660" fmla="*/ 1063719 h 4893730"/>
              <a:gd name="connsiteX661" fmla="*/ 8824751 w 8877359"/>
              <a:gd name="connsiteY661" fmla="*/ 1053776 h 4893730"/>
              <a:gd name="connsiteX662" fmla="*/ 8821976 w 8877359"/>
              <a:gd name="connsiteY662" fmla="*/ 1044838 h 4893730"/>
              <a:gd name="connsiteX663" fmla="*/ 8825434 w 8877359"/>
              <a:gd name="connsiteY663" fmla="*/ 1045187 h 4893730"/>
              <a:gd name="connsiteX664" fmla="*/ 8874765 w 8877359"/>
              <a:gd name="connsiteY664" fmla="*/ 995855 h 4893730"/>
              <a:gd name="connsiteX665" fmla="*/ 8860317 w 8877359"/>
              <a:gd name="connsiteY665" fmla="*/ 960972 h 4893730"/>
              <a:gd name="connsiteX666" fmla="*/ 8853473 w 8877359"/>
              <a:gd name="connsiteY666" fmla="*/ 955325 h 4893730"/>
              <a:gd name="connsiteX667" fmla="*/ 8860317 w 8877359"/>
              <a:gd name="connsiteY667" fmla="*/ 949679 h 4893730"/>
              <a:gd name="connsiteX668" fmla="*/ 8874765 w 8877359"/>
              <a:gd name="connsiteY668" fmla="*/ 914796 h 4893730"/>
              <a:gd name="connsiteX669" fmla="*/ 8825434 w 8877359"/>
              <a:gd name="connsiteY669" fmla="*/ 865464 h 4893730"/>
              <a:gd name="connsiteX670" fmla="*/ 8821976 w 8877359"/>
              <a:gd name="connsiteY670" fmla="*/ 865812 h 4893730"/>
              <a:gd name="connsiteX671" fmla="*/ 8824751 w 8877359"/>
              <a:gd name="connsiteY671" fmla="*/ 856874 h 4893730"/>
              <a:gd name="connsiteX672" fmla="*/ 8825753 w 8877359"/>
              <a:gd name="connsiteY672" fmla="*/ 846932 h 4893730"/>
              <a:gd name="connsiteX673" fmla="*/ 8776421 w 8877359"/>
              <a:gd name="connsiteY673" fmla="*/ 797600 h 4893730"/>
              <a:gd name="connsiteX674" fmla="*/ 8748840 w 8877359"/>
              <a:gd name="connsiteY674" fmla="*/ 806025 h 4893730"/>
              <a:gd name="connsiteX675" fmla="*/ 8744879 w 8877359"/>
              <a:gd name="connsiteY675" fmla="*/ 809293 h 4893730"/>
              <a:gd name="connsiteX676" fmla="*/ 8742703 w 8877359"/>
              <a:gd name="connsiteY676" fmla="*/ 802281 h 4893730"/>
              <a:gd name="connsiteX677" fmla="*/ 8697248 w 8877359"/>
              <a:gd name="connsiteY677" fmla="*/ 772151 h 4893730"/>
              <a:gd name="connsiteX678" fmla="*/ 8651793 w 8877359"/>
              <a:gd name="connsiteY678" fmla="*/ 802281 h 4893730"/>
              <a:gd name="connsiteX679" fmla="*/ 8649812 w 8877359"/>
              <a:gd name="connsiteY679" fmla="*/ 808661 h 4893730"/>
              <a:gd name="connsiteX680" fmla="*/ 8646618 w 8877359"/>
              <a:gd name="connsiteY680" fmla="*/ 806025 h 4893730"/>
              <a:gd name="connsiteX681" fmla="*/ 8619037 w 8877359"/>
              <a:gd name="connsiteY681" fmla="*/ 797600 h 4893730"/>
              <a:gd name="connsiteX682" fmla="*/ 8569705 w 8877359"/>
              <a:gd name="connsiteY682" fmla="*/ 846932 h 4893730"/>
              <a:gd name="connsiteX683" fmla="*/ 8571923 w 8877359"/>
              <a:gd name="connsiteY683" fmla="*/ 861602 h 4893730"/>
              <a:gd name="connsiteX684" fmla="*/ 8573970 w 8877359"/>
              <a:gd name="connsiteY684" fmla="*/ 865861 h 4893730"/>
              <a:gd name="connsiteX685" fmla="*/ 8570024 w 8877359"/>
              <a:gd name="connsiteY685" fmla="*/ 865464 h 4893730"/>
              <a:gd name="connsiteX686" fmla="*/ 8520693 w 8877359"/>
              <a:gd name="connsiteY686" fmla="*/ 914796 h 4893730"/>
              <a:gd name="connsiteX687" fmla="*/ 8535141 w 8877359"/>
              <a:gd name="connsiteY687" fmla="*/ 949679 h 4893730"/>
              <a:gd name="connsiteX688" fmla="*/ 8541985 w 8877359"/>
              <a:gd name="connsiteY688" fmla="*/ 955325 h 4893730"/>
              <a:gd name="connsiteX689" fmla="*/ 8535141 w 8877359"/>
              <a:gd name="connsiteY689" fmla="*/ 960972 h 4893730"/>
              <a:gd name="connsiteX690" fmla="*/ 8520693 w 8877359"/>
              <a:gd name="connsiteY690" fmla="*/ 995855 h 4893730"/>
              <a:gd name="connsiteX691" fmla="*/ 8570024 w 8877359"/>
              <a:gd name="connsiteY691" fmla="*/ 1045187 h 4893730"/>
              <a:gd name="connsiteX692" fmla="*/ 8573482 w 8877359"/>
              <a:gd name="connsiteY692" fmla="*/ 1044838 h 4893730"/>
              <a:gd name="connsiteX693" fmla="*/ 8570707 w 8877359"/>
              <a:gd name="connsiteY693" fmla="*/ 1053777 h 4893730"/>
              <a:gd name="connsiteX694" fmla="*/ 8569705 w 8877359"/>
              <a:gd name="connsiteY694" fmla="*/ 1063719 h 4893730"/>
              <a:gd name="connsiteX695" fmla="*/ 8619037 w 8877359"/>
              <a:gd name="connsiteY695" fmla="*/ 1113050 h 4893730"/>
              <a:gd name="connsiteX696" fmla="*/ 8646618 w 8877359"/>
              <a:gd name="connsiteY696" fmla="*/ 1104625 h 4893730"/>
              <a:gd name="connsiteX697" fmla="*/ 8649812 w 8877359"/>
              <a:gd name="connsiteY697" fmla="*/ 1101990 h 4893730"/>
              <a:gd name="connsiteX698" fmla="*/ 8651793 w 8877359"/>
              <a:gd name="connsiteY698" fmla="*/ 1108370 h 4893730"/>
              <a:gd name="connsiteX699" fmla="*/ 8697248 w 8877359"/>
              <a:gd name="connsiteY699" fmla="*/ 1138499 h 4893730"/>
              <a:gd name="connsiteX700" fmla="*/ 189515 w 8877359"/>
              <a:gd name="connsiteY700" fmla="*/ 1138499 h 4893730"/>
              <a:gd name="connsiteX701" fmla="*/ 234970 w 8877359"/>
              <a:gd name="connsiteY701" fmla="*/ 1108370 h 4893730"/>
              <a:gd name="connsiteX702" fmla="*/ 237147 w 8877359"/>
              <a:gd name="connsiteY702" fmla="*/ 1101358 h 4893730"/>
              <a:gd name="connsiteX703" fmla="*/ 241107 w 8877359"/>
              <a:gd name="connsiteY703" fmla="*/ 1104625 h 4893730"/>
              <a:gd name="connsiteX704" fmla="*/ 268689 w 8877359"/>
              <a:gd name="connsiteY704" fmla="*/ 1113050 h 4893730"/>
              <a:gd name="connsiteX705" fmla="*/ 318021 w 8877359"/>
              <a:gd name="connsiteY705" fmla="*/ 1063719 h 4893730"/>
              <a:gd name="connsiteX706" fmla="*/ 317018 w 8877359"/>
              <a:gd name="connsiteY706" fmla="*/ 1053776 h 4893730"/>
              <a:gd name="connsiteX707" fmla="*/ 314244 w 8877359"/>
              <a:gd name="connsiteY707" fmla="*/ 1044838 h 4893730"/>
              <a:gd name="connsiteX708" fmla="*/ 317701 w 8877359"/>
              <a:gd name="connsiteY708" fmla="*/ 1045187 h 4893730"/>
              <a:gd name="connsiteX709" fmla="*/ 367033 w 8877359"/>
              <a:gd name="connsiteY709" fmla="*/ 995855 h 4893730"/>
              <a:gd name="connsiteX710" fmla="*/ 352584 w 8877359"/>
              <a:gd name="connsiteY710" fmla="*/ 960972 h 4893730"/>
              <a:gd name="connsiteX711" fmla="*/ 345740 w 8877359"/>
              <a:gd name="connsiteY711" fmla="*/ 955325 h 4893730"/>
              <a:gd name="connsiteX712" fmla="*/ 352584 w 8877359"/>
              <a:gd name="connsiteY712" fmla="*/ 949679 h 4893730"/>
              <a:gd name="connsiteX713" fmla="*/ 367033 w 8877359"/>
              <a:gd name="connsiteY713" fmla="*/ 914796 h 4893730"/>
              <a:gd name="connsiteX714" fmla="*/ 317701 w 8877359"/>
              <a:gd name="connsiteY714" fmla="*/ 865464 h 4893730"/>
              <a:gd name="connsiteX715" fmla="*/ 314244 w 8877359"/>
              <a:gd name="connsiteY715" fmla="*/ 865812 h 4893730"/>
              <a:gd name="connsiteX716" fmla="*/ 317018 w 8877359"/>
              <a:gd name="connsiteY716" fmla="*/ 856874 h 4893730"/>
              <a:gd name="connsiteX717" fmla="*/ 318021 w 8877359"/>
              <a:gd name="connsiteY717" fmla="*/ 846932 h 4893730"/>
              <a:gd name="connsiteX718" fmla="*/ 268689 w 8877359"/>
              <a:gd name="connsiteY718" fmla="*/ 797600 h 4893730"/>
              <a:gd name="connsiteX719" fmla="*/ 241107 w 8877359"/>
              <a:gd name="connsiteY719" fmla="*/ 806025 h 4893730"/>
              <a:gd name="connsiteX720" fmla="*/ 237147 w 8877359"/>
              <a:gd name="connsiteY720" fmla="*/ 809293 h 4893730"/>
              <a:gd name="connsiteX721" fmla="*/ 234970 w 8877359"/>
              <a:gd name="connsiteY721" fmla="*/ 802281 h 4893730"/>
              <a:gd name="connsiteX722" fmla="*/ 189515 w 8877359"/>
              <a:gd name="connsiteY722" fmla="*/ 772151 h 4893730"/>
              <a:gd name="connsiteX723" fmla="*/ 144060 w 8877359"/>
              <a:gd name="connsiteY723" fmla="*/ 802281 h 4893730"/>
              <a:gd name="connsiteX724" fmla="*/ 142080 w 8877359"/>
              <a:gd name="connsiteY724" fmla="*/ 808661 h 4893730"/>
              <a:gd name="connsiteX725" fmla="*/ 138886 w 8877359"/>
              <a:gd name="connsiteY725" fmla="*/ 806025 h 4893730"/>
              <a:gd name="connsiteX726" fmla="*/ 111304 w 8877359"/>
              <a:gd name="connsiteY726" fmla="*/ 797600 h 4893730"/>
              <a:gd name="connsiteX727" fmla="*/ 61972 w 8877359"/>
              <a:gd name="connsiteY727" fmla="*/ 846932 h 4893730"/>
              <a:gd name="connsiteX728" fmla="*/ 64190 w 8877359"/>
              <a:gd name="connsiteY728" fmla="*/ 861602 h 4893730"/>
              <a:gd name="connsiteX729" fmla="*/ 66238 w 8877359"/>
              <a:gd name="connsiteY729" fmla="*/ 865861 h 4893730"/>
              <a:gd name="connsiteX730" fmla="*/ 62292 w 8877359"/>
              <a:gd name="connsiteY730" fmla="*/ 865464 h 4893730"/>
              <a:gd name="connsiteX731" fmla="*/ 12960 w 8877359"/>
              <a:gd name="connsiteY731" fmla="*/ 914796 h 4893730"/>
              <a:gd name="connsiteX732" fmla="*/ 27409 w 8877359"/>
              <a:gd name="connsiteY732" fmla="*/ 949679 h 4893730"/>
              <a:gd name="connsiteX733" fmla="*/ 34253 w 8877359"/>
              <a:gd name="connsiteY733" fmla="*/ 955325 h 4893730"/>
              <a:gd name="connsiteX734" fmla="*/ 27409 w 8877359"/>
              <a:gd name="connsiteY734" fmla="*/ 960972 h 4893730"/>
              <a:gd name="connsiteX735" fmla="*/ 12960 w 8877359"/>
              <a:gd name="connsiteY735" fmla="*/ 995855 h 4893730"/>
              <a:gd name="connsiteX736" fmla="*/ 62292 w 8877359"/>
              <a:gd name="connsiteY736" fmla="*/ 1045187 h 4893730"/>
              <a:gd name="connsiteX737" fmla="*/ 65749 w 8877359"/>
              <a:gd name="connsiteY737" fmla="*/ 1044838 h 4893730"/>
              <a:gd name="connsiteX738" fmla="*/ 62975 w 8877359"/>
              <a:gd name="connsiteY738" fmla="*/ 1053777 h 4893730"/>
              <a:gd name="connsiteX739" fmla="*/ 61972 w 8877359"/>
              <a:gd name="connsiteY739" fmla="*/ 1063719 h 4893730"/>
              <a:gd name="connsiteX740" fmla="*/ 111304 w 8877359"/>
              <a:gd name="connsiteY740" fmla="*/ 1113050 h 4893730"/>
              <a:gd name="connsiteX741" fmla="*/ 138886 w 8877359"/>
              <a:gd name="connsiteY741" fmla="*/ 1104625 h 4893730"/>
              <a:gd name="connsiteX742" fmla="*/ 142080 w 8877359"/>
              <a:gd name="connsiteY742" fmla="*/ 1101990 h 4893730"/>
              <a:gd name="connsiteX743" fmla="*/ 144060 w 8877359"/>
              <a:gd name="connsiteY743" fmla="*/ 1108370 h 4893730"/>
              <a:gd name="connsiteX744" fmla="*/ 189515 w 8877359"/>
              <a:gd name="connsiteY744" fmla="*/ 1138499 h 4893730"/>
              <a:gd name="connsiteX745" fmla="*/ 8701715 w 8877359"/>
              <a:gd name="connsiteY745" fmla="*/ 1369042 h 4893730"/>
              <a:gd name="connsiteX746" fmla="*/ 8740791 w 8877359"/>
              <a:gd name="connsiteY746" fmla="*/ 1329966 h 4893730"/>
              <a:gd name="connsiteX747" fmla="*/ 8701715 w 8877359"/>
              <a:gd name="connsiteY747" fmla="*/ 1290890 h 4893730"/>
              <a:gd name="connsiteX748" fmla="*/ 8662639 w 8877359"/>
              <a:gd name="connsiteY748" fmla="*/ 1329966 h 4893730"/>
              <a:gd name="connsiteX749" fmla="*/ 8701715 w 8877359"/>
              <a:gd name="connsiteY749" fmla="*/ 1369042 h 4893730"/>
              <a:gd name="connsiteX750" fmla="*/ 193983 w 8877359"/>
              <a:gd name="connsiteY750" fmla="*/ 1369042 h 4893730"/>
              <a:gd name="connsiteX751" fmla="*/ 233059 w 8877359"/>
              <a:gd name="connsiteY751" fmla="*/ 1329966 h 4893730"/>
              <a:gd name="connsiteX752" fmla="*/ 193983 w 8877359"/>
              <a:gd name="connsiteY752" fmla="*/ 1290890 h 4893730"/>
              <a:gd name="connsiteX753" fmla="*/ 154907 w 8877359"/>
              <a:gd name="connsiteY753" fmla="*/ 1329966 h 4893730"/>
              <a:gd name="connsiteX754" fmla="*/ 193983 w 8877359"/>
              <a:gd name="connsiteY754" fmla="*/ 1369042 h 4893730"/>
              <a:gd name="connsiteX755" fmla="*/ 8697248 w 8877359"/>
              <a:gd name="connsiteY755" fmla="*/ 1887779 h 4893730"/>
              <a:gd name="connsiteX756" fmla="*/ 8742703 w 8877359"/>
              <a:gd name="connsiteY756" fmla="*/ 1857650 h 4893730"/>
              <a:gd name="connsiteX757" fmla="*/ 8744879 w 8877359"/>
              <a:gd name="connsiteY757" fmla="*/ 1850638 h 4893730"/>
              <a:gd name="connsiteX758" fmla="*/ 8748840 w 8877359"/>
              <a:gd name="connsiteY758" fmla="*/ 1853905 h 4893730"/>
              <a:gd name="connsiteX759" fmla="*/ 8776421 w 8877359"/>
              <a:gd name="connsiteY759" fmla="*/ 1862330 h 4893730"/>
              <a:gd name="connsiteX760" fmla="*/ 8825753 w 8877359"/>
              <a:gd name="connsiteY760" fmla="*/ 1812999 h 4893730"/>
              <a:gd name="connsiteX761" fmla="*/ 8824751 w 8877359"/>
              <a:gd name="connsiteY761" fmla="*/ 1803056 h 4893730"/>
              <a:gd name="connsiteX762" fmla="*/ 8821976 w 8877359"/>
              <a:gd name="connsiteY762" fmla="*/ 1794118 h 4893730"/>
              <a:gd name="connsiteX763" fmla="*/ 8825434 w 8877359"/>
              <a:gd name="connsiteY763" fmla="*/ 1794467 h 4893730"/>
              <a:gd name="connsiteX764" fmla="*/ 8874765 w 8877359"/>
              <a:gd name="connsiteY764" fmla="*/ 1745135 h 4893730"/>
              <a:gd name="connsiteX765" fmla="*/ 8860317 w 8877359"/>
              <a:gd name="connsiteY765" fmla="*/ 1710252 h 4893730"/>
              <a:gd name="connsiteX766" fmla="*/ 8853473 w 8877359"/>
              <a:gd name="connsiteY766" fmla="*/ 1704605 h 4893730"/>
              <a:gd name="connsiteX767" fmla="*/ 8860317 w 8877359"/>
              <a:gd name="connsiteY767" fmla="*/ 1698959 h 4893730"/>
              <a:gd name="connsiteX768" fmla="*/ 8874765 w 8877359"/>
              <a:gd name="connsiteY768" fmla="*/ 1664076 h 4893730"/>
              <a:gd name="connsiteX769" fmla="*/ 8825434 w 8877359"/>
              <a:gd name="connsiteY769" fmla="*/ 1614744 h 4893730"/>
              <a:gd name="connsiteX770" fmla="*/ 8821976 w 8877359"/>
              <a:gd name="connsiteY770" fmla="*/ 1615092 h 4893730"/>
              <a:gd name="connsiteX771" fmla="*/ 8824751 w 8877359"/>
              <a:gd name="connsiteY771" fmla="*/ 1606154 h 4893730"/>
              <a:gd name="connsiteX772" fmla="*/ 8825753 w 8877359"/>
              <a:gd name="connsiteY772" fmla="*/ 1596212 h 4893730"/>
              <a:gd name="connsiteX773" fmla="*/ 8776421 w 8877359"/>
              <a:gd name="connsiteY773" fmla="*/ 1546880 h 4893730"/>
              <a:gd name="connsiteX774" fmla="*/ 8748840 w 8877359"/>
              <a:gd name="connsiteY774" fmla="*/ 1555305 h 4893730"/>
              <a:gd name="connsiteX775" fmla="*/ 8744879 w 8877359"/>
              <a:gd name="connsiteY775" fmla="*/ 1558573 h 4893730"/>
              <a:gd name="connsiteX776" fmla="*/ 8742703 w 8877359"/>
              <a:gd name="connsiteY776" fmla="*/ 1551561 h 4893730"/>
              <a:gd name="connsiteX777" fmla="*/ 8697248 w 8877359"/>
              <a:gd name="connsiteY777" fmla="*/ 1521431 h 4893730"/>
              <a:gd name="connsiteX778" fmla="*/ 8651793 w 8877359"/>
              <a:gd name="connsiteY778" fmla="*/ 1551561 h 4893730"/>
              <a:gd name="connsiteX779" fmla="*/ 8649812 w 8877359"/>
              <a:gd name="connsiteY779" fmla="*/ 1557941 h 4893730"/>
              <a:gd name="connsiteX780" fmla="*/ 8646618 w 8877359"/>
              <a:gd name="connsiteY780" fmla="*/ 1555305 h 4893730"/>
              <a:gd name="connsiteX781" fmla="*/ 8619037 w 8877359"/>
              <a:gd name="connsiteY781" fmla="*/ 1546880 h 4893730"/>
              <a:gd name="connsiteX782" fmla="*/ 8569705 w 8877359"/>
              <a:gd name="connsiteY782" fmla="*/ 1596212 h 4893730"/>
              <a:gd name="connsiteX783" fmla="*/ 8571923 w 8877359"/>
              <a:gd name="connsiteY783" fmla="*/ 1610882 h 4893730"/>
              <a:gd name="connsiteX784" fmla="*/ 8573970 w 8877359"/>
              <a:gd name="connsiteY784" fmla="*/ 1615141 h 4893730"/>
              <a:gd name="connsiteX785" fmla="*/ 8570024 w 8877359"/>
              <a:gd name="connsiteY785" fmla="*/ 1614744 h 4893730"/>
              <a:gd name="connsiteX786" fmla="*/ 8520693 w 8877359"/>
              <a:gd name="connsiteY786" fmla="*/ 1664076 h 4893730"/>
              <a:gd name="connsiteX787" fmla="*/ 8535141 w 8877359"/>
              <a:gd name="connsiteY787" fmla="*/ 1698959 h 4893730"/>
              <a:gd name="connsiteX788" fmla="*/ 8541985 w 8877359"/>
              <a:gd name="connsiteY788" fmla="*/ 1704605 h 4893730"/>
              <a:gd name="connsiteX789" fmla="*/ 8535141 w 8877359"/>
              <a:gd name="connsiteY789" fmla="*/ 1710252 h 4893730"/>
              <a:gd name="connsiteX790" fmla="*/ 8520693 w 8877359"/>
              <a:gd name="connsiteY790" fmla="*/ 1745135 h 4893730"/>
              <a:gd name="connsiteX791" fmla="*/ 8570024 w 8877359"/>
              <a:gd name="connsiteY791" fmla="*/ 1794467 h 4893730"/>
              <a:gd name="connsiteX792" fmla="*/ 8573482 w 8877359"/>
              <a:gd name="connsiteY792" fmla="*/ 1794118 h 4893730"/>
              <a:gd name="connsiteX793" fmla="*/ 8570707 w 8877359"/>
              <a:gd name="connsiteY793" fmla="*/ 1803057 h 4893730"/>
              <a:gd name="connsiteX794" fmla="*/ 8569705 w 8877359"/>
              <a:gd name="connsiteY794" fmla="*/ 1812999 h 4893730"/>
              <a:gd name="connsiteX795" fmla="*/ 8619037 w 8877359"/>
              <a:gd name="connsiteY795" fmla="*/ 1862330 h 4893730"/>
              <a:gd name="connsiteX796" fmla="*/ 8646618 w 8877359"/>
              <a:gd name="connsiteY796" fmla="*/ 1853905 h 4893730"/>
              <a:gd name="connsiteX797" fmla="*/ 8649812 w 8877359"/>
              <a:gd name="connsiteY797" fmla="*/ 1851270 h 4893730"/>
              <a:gd name="connsiteX798" fmla="*/ 8651793 w 8877359"/>
              <a:gd name="connsiteY798" fmla="*/ 1857650 h 4893730"/>
              <a:gd name="connsiteX799" fmla="*/ 8697248 w 8877359"/>
              <a:gd name="connsiteY799" fmla="*/ 1887779 h 4893730"/>
              <a:gd name="connsiteX800" fmla="*/ 189515 w 8877359"/>
              <a:gd name="connsiteY800" fmla="*/ 1887779 h 4893730"/>
              <a:gd name="connsiteX801" fmla="*/ 234970 w 8877359"/>
              <a:gd name="connsiteY801" fmla="*/ 1857650 h 4893730"/>
              <a:gd name="connsiteX802" fmla="*/ 237147 w 8877359"/>
              <a:gd name="connsiteY802" fmla="*/ 1850638 h 4893730"/>
              <a:gd name="connsiteX803" fmla="*/ 241107 w 8877359"/>
              <a:gd name="connsiteY803" fmla="*/ 1853905 h 4893730"/>
              <a:gd name="connsiteX804" fmla="*/ 268689 w 8877359"/>
              <a:gd name="connsiteY804" fmla="*/ 1862330 h 4893730"/>
              <a:gd name="connsiteX805" fmla="*/ 318021 w 8877359"/>
              <a:gd name="connsiteY805" fmla="*/ 1812999 h 4893730"/>
              <a:gd name="connsiteX806" fmla="*/ 317019 w 8877359"/>
              <a:gd name="connsiteY806" fmla="*/ 1803056 h 4893730"/>
              <a:gd name="connsiteX807" fmla="*/ 314244 w 8877359"/>
              <a:gd name="connsiteY807" fmla="*/ 1794118 h 4893730"/>
              <a:gd name="connsiteX808" fmla="*/ 317702 w 8877359"/>
              <a:gd name="connsiteY808" fmla="*/ 1794467 h 4893730"/>
              <a:gd name="connsiteX809" fmla="*/ 367033 w 8877359"/>
              <a:gd name="connsiteY809" fmla="*/ 1745135 h 4893730"/>
              <a:gd name="connsiteX810" fmla="*/ 352584 w 8877359"/>
              <a:gd name="connsiteY810" fmla="*/ 1710252 h 4893730"/>
              <a:gd name="connsiteX811" fmla="*/ 345740 w 8877359"/>
              <a:gd name="connsiteY811" fmla="*/ 1704605 h 4893730"/>
              <a:gd name="connsiteX812" fmla="*/ 352584 w 8877359"/>
              <a:gd name="connsiteY812" fmla="*/ 1698959 h 4893730"/>
              <a:gd name="connsiteX813" fmla="*/ 367033 w 8877359"/>
              <a:gd name="connsiteY813" fmla="*/ 1664076 h 4893730"/>
              <a:gd name="connsiteX814" fmla="*/ 317702 w 8877359"/>
              <a:gd name="connsiteY814" fmla="*/ 1614744 h 4893730"/>
              <a:gd name="connsiteX815" fmla="*/ 314244 w 8877359"/>
              <a:gd name="connsiteY815" fmla="*/ 1615092 h 4893730"/>
              <a:gd name="connsiteX816" fmla="*/ 317019 w 8877359"/>
              <a:gd name="connsiteY816" fmla="*/ 1606154 h 4893730"/>
              <a:gd name="connsiteX817" fmla="*/ 318021 w 8877359"/>
              <a:gd name="connsiteY817" fmla="*/ 1596212 h 4893730"/>
              <a:gd name="connsiteX818" fmla="*/ 268689 w 8877359"/>
              <a:gd name="connsiteY818" fmla="*/ 1546880 h 4893730"/>
              <a:gd name="connsiteX819" fmla="*/ 241107 w 8877359"/>
              <a:gd name="connsiteY819" fmla="*/ 1555305 h 4893730"/>
              <a:gd name="connsiteX820" fmla="*/ 237147 w 8877359"/>
              <a:gd name="connsiteY820" fmla="*/ 1558573 h 4893730"/>
              <a:gd name="connsiteX821" fmla="*/ 234970 w 8877359"/>
              <a:gd name="connsiteY821" fmla="*/ 1551561 h 4893730"/>
              <a:gd name="connsiteX822" fmla="*/ 189515 w 8877359"/>
              <a:gd name="connsiteY822" fmla="*/ 1521431 h 4893730"/>
              <a:gd name="connsiteX823" fmla="*/ 144061 w 8877359"/>
              <a:gd name="connsiteY823" fmla="*/ 1551561 h 4893730"/>
              <a:gd name="connsiteX824" fmla="*/ 142080 w 8877359"/>
              <a:gd name="connsiteY824" fmla="*/ 1557941 h 4893730"/>
              <a:gd name="connsiteX825" fmla="*/ 138886 w 8877359"/>
              <a:gd name="connsiteY825" fmla="*/ 1555305 h 4893730"/>
              <a:gd name="connsiteX826" fmla="*/ 111304 w 8877359"/>
              <a:gd name="connsiteY826" fmla="*/ 1546880 h 4893730"/>
              <a:gd name="connsiteX827" fmla="*/ 61973 w 8877359"/>
              <a:gd name="connsiteY827" fmla="*/ 1596212 h 4893730"/>
              <a:gd name="connsiteX828" fmla="*/ 64191 w 8877359"/>
              <a:gd name="connsiteY828" fmla="*/ 1610882 h 4893730"/>
              <a:gd name="connsiteX829" fmla="*/ 66238 w 8877359"/>
              <a:gd name="connsiteY829" fmla="*/ 1615141 h 4893730"/>
              <a:gd name="connsiteX830" fmla="*/ 62292 w 8877359"/>
              <a:gd name="connsiteY830" fmla="*/ 1614744 h 4893730"/>
              <a:gd name="connsiteX831" fmla="*/ 12960 w 8877359"/>
              <a:gd name="connsiteY831" fmla="*/ 1664076 h 4893730"/>
              <a:gd name="connsiteX832" fmla="*/ 27409 w 8877359"/>
              <a:gd name="connsiteY832" fmla="*/ 1698959 h 4893730"/>
              <a:gd name="connsiteX833" fmla="*/ 34253 w 8877359"/>
              <a:gd name="connsiteY833" fmla="*/ 1704605 h 4893730"/>
              <a:gd name="connsiteX834" fmla="*/ 27409 w 8877359"/>
              <a:gd name="connsiteY834" fmla="*/ 1710252 h 4893730"/>
              <a:gd name="connsiteX835" fmla="*/ 12960 w 8877359"/>
              <a:gd name="connsiteY835" fmla="*/ 1745135 h 4893730"/>
              <a:gd name="connsiteX836" fmla="*/ 62292 w 8877359"/>
              <a:gd name="connsiteY836" fmla="*/ 1794467 h 4893730"/>
              <a:gd name="connsiteX837" fmla="*/ 65749 w 8877359"/>
              <a:gd name="connsiteY837" fmla="*/ 1794118 h 4893730"/>
              <a:gd name="connsiteX838" fmla="*/ 62975 w 8877359"/>
              <a:gd name="connsiteY838" fmla="*/ 1803057 h 4893730"/>
              <a:gd name="connsiteX839" fmla="*/ 61973 w 8877359"/>
              <a:gd name="connsiteY839" fmla="*/ 1812999 h 4893730"/>
              <a:gd name="connsiteX840" fmla="*/ 111304 w 8877359"/>
              <a:gd name="connsiteY840" fmla="*/ 1862330 h 4893730"/>
              <a:gd name="connsiteX841" fmla="*/ 138886 w 8877359"/>
              <a:gd name="connsiteY841" fmla="*/ 1853905 h 4893730"/>
              <a:gd name="connsiteX842" fmla="*/ 142080 w 8877359"/>
              <a:gd name="connsiteY842" fmla="*/ 1851270 h 4893730"/>
              <a:gd name="connsiteX843" fmla="*/ 144061 w 8877359"/>
              <a:gd name="connsiteY843" fmla="*/ 1857650 h 4893730"/>
              <a:gd name="connsiteX844" fmla="*/ 189515 w 8877359"/>
              <a:gd name="connsiteY844" fmla="*/ 1887779 h 4893730"/>
              <a:gd name="connsiteX845" fmla="*/ 8701715 w 8877359"/>
              <a:gd name="connsiteY845" fmla="*/ 2118321 h 4893730"/>
              <a:gd name="connsiteX846" fmla="*/ 8740791 w 8877359"/>
              <a:gd name="connsiteY846" fmla="*/ 2079245 h 4893730"/>
              <a:gd name="connsiteX847" fmla="*/ 8701715 w 8877359"/>
              <a:gd name="connsiteY847" fmla="*/ 2040169 h 4893730"/>
              <a:gd name="connsiteX848" fmla="*/ 8662639 w 8877359"/>
              <a:gd name="connsiteY848" fmla="*/ 2079245 h 4893730"/>
              <a:gd name="connsiteX849" fmla="*/ 8701715 w 8877359"/>
              <a:gd name="connsiteY849" fmla="*/ 2118321 h 4893730"/>
              <a:gd name="connsiteX850" fmla="*/ 193983 w 8877359"/>
              <a:gd name="connsiteY850" fmla="*/ 2118321 h 4893730"/>
              <a:gd name="connsiteX851" fmla="*/ 233059 w 8877359"/>
              <a:gd name="connsiteY851" fmla="*/ 2079245 h 4893730"/>
              <a:gd name="connsiteX852" fmla="*/ 193983 w 8877359"/>
              <a:gd name="connsiteY852" fmla="*/ 2040169 h 4893730"/>
              <a:gd name="connsiteX853" fmla="*/ 154907 w 8877359"/>
              <a:gd name="connsiteY853" fmla="*/ 2079245 h 4893730"/>
              <a:gd name="connsiteX854" fmla="*/ 193983 w 8877359"/>
              <a:gd name="connsiteY854" fmla="*/ 2118321 h 4893730"/>
              <a:gd name="connsiteX855" fmla="*/ 8697248 w 8877359"/>
              <a:gd name="connsiteY855" fmla="*/ 2637058 h 4893730"/>
              <a:gd name="connsiteX856" fmla="*/ 8742703 w 8877359"/>
              <a:gd name="connsiteY856" fmla="*/ 2606929 h 4893730"/>
              <a:gd name="connsiteX857" fmla="*/ 8744879 w 8877359"/>
              <a:gd name="connsiteY857" fmla="*/ 2599917 h 4893730"/>
              <a:gd name="connsiteX858" fmla="*/ 8748840 w 8877359"/>
              <a:gd name="connsiteY858" fmla="*/ 2603184 h 4893730"/>
              <a:gd name="connsiteX859" fmla="*/ 8776421 w 8877359"/>
              <a:gd name="connsiteY859" fmla="*/ 2611609 h 4893730"/>
              <a:gd name="connsiteX860" fmla="*/ 8825753 w 8877359"/>
              <a:gd name="connsiteY860" fmla="*/ 2562278 h 4893730"/>
              <a:gd name="connsiteX861" fmla="*/ 8824751 w 8877359"/>
              <a:gd name="connsiteY861" fmla="*/ 2552335 h 4893730"/>
              <a:gd name="connsiteX862" fmla="*/ 8821976 w 8877359"/>
              <a:gd name="connsiteY862" fmla="*/ 2543397 h 4893730"/>
              <a:gd name="connsiteX863" fmla="*/ 8825434 w 8877359"/>
              <a:gd name="connsiteY863" fmla="*/ 2543746 h 4893730"/>
              <a:gd name="connsiteX864" fmla="*/ 8874765 w 8877359"/>
              <a:gd name="connsiteY864" fmla="*/ 2494414 h 4893730"/>
              <a:gd name="connsiteX865" fmla="*/ 8860317 w 8877359"/>
              <a:gd name="connsiteY865" fmla="*/ 2459531 h 4893730"/>
              <a:gd name="connsiteX866" fmla="*/ 8853473 w 8877359"/>
              <a:gd name="connsiteY866" fmla="*/ 2453884 h 4893730"/>
              <a:gd name="connsiteX867" fmla="*/ 8860317 w 8877359"/>
              <a:gd name="connsiteY867" fmla="*/ 2448238 h 4893730"/>
              <a:gd name="connsiteX868" fmla="*/ 8874765 w 8877359"/>
              <a:gd name="connsiteY868" fmla="*/ 2413355 h 4893730"/>
              <a:gd name="connsiteX869" fmla="*/ 8825434 w 8877359"/>
              <a:gd name="connsiteY869" fmla="*/ 2364023 h 4893730"/>
              <a:gd name="connsiteX870" fmla="*/ 8821976 w 8877359"/>
              <a:gd name="connsiteY870" fmla="*/ 2364371 h 4893730"/>
              <a:gd name="connsiteX871" fmla="*/ 8824751 w 8877359"/>
              <a:gd name="connsiteY871" fmla="*/ 2355433 h 4893730"/>
              <a:gd name="connsiteX872" fmla="*/ 8825753 w 8877359"/>
              <a:gd name="connsiteY872" fmla="*/ 2345491 h 4893730"/>
              <a:gd name="connsiteX873" fmla="*/ 8776421 w 8877359"/>
              <a:gd name="connsiteY873" fmla="*/ 2296159 h 4893730"/>
              <a:gd name="connsiteX874" fmla="*/ 8748840 w 8877359"/>
              <a:gd name="connsiteY874" fmla="*/ 2304584 h 4893730"/>
              <a:gd name="connsiteX875" fmla="*/ 8744879 w 8877359"/>
              <a:gd name="connsiteY875" fmla="*/ 2307852 h 4893730"/>
              <a:gd name="connsiteX876" fmla="*/ 8742703 w 8877359"/>
              <a:gd name="connsiteY876" fmla="*/ 2300840 h 4893730"/>
              <a:gd name="connsiteX877" fmla="*/ 8697248 w 8877359"/>
              <a:gd name="connsiteY877" fmla="*/ 2270710 h 4893730"/>
              <a:gd name="connsiteX878" fmla="*/ 8651793 w 8877359"/>
              <a:gd name="connsiteY878" fmla="*/ 2300840 h 4893730"/>
              <a:gd name="connsiteX879" fmla="*/ 8649812 w 8877359"/>
              <a:gd name="connsiteY879" fmla="*/ 2307220 h 4893730"/>
              <a:gd name="connsiteX880" fmla="*/ 8646618 w 8877359"/>
              <a:gd name="connsiteY880" fmla="*/ 2304584 h 4893730"/>
              <a:gd name="connsiteX881" fmla="*/ 8619037 w 8877359"/>
              <a:gd name="connsiteY881" fmla="*/ 2296159 h 4893730"/>
              <a:gd name="connsiteX882" fmla="*/ 8569705 w 8877359"/>
              <a:gd name="connsiteY882" fmla="*/ 2345491 h 4893730"/>
              <a:gd name="connsiteX883" fmla="*/ 8571923 w 8877359"/>
              <a:gd name="connsiteY883" fmla="*/ 2360161 h 4893730"/>
              <a:gd name="connsiteX884" fmla="*/ 8573970 w 8877359"/>
              <a:gd name="connsiteY884" fmla="*/ 2364420 h 4893730"/>
              <a:gd name="connsiteX885" fmla="*/ 8570024 w 8877359"/>
              <a:gd name="connsiteY885" fmla="*/ 2364023 h 4893730"/>
              <a:gd name="connsiteX886" fmla="*/ 8520693 w 8877359"/>
              <a:gd name="connsiteY886" fmla="*/ 2413355 h 4893730"/>
              <a:gd name="connsiteX887" fmla="*/ 8535141 w 8877359"/>
              <a:gd name="connsiteY887" fmla="*/ 2448238 h 4893730"/>
              <a:gd name="connsiteX888" fmla="*/ 8541985 w 8877359"/>
              <a:gd name="connsiteY888" fmla="*/ 2453884 h 4893730"/>
              <a:gd name="connsiteX889" fmla="*/ 8535141 w 8877359"/>
              <a:gd name="connsiteY889" fmla="*/ 2459531 h 4893730"/>
              <a:gd name="connsiteX890" fmla="*/ 8520693 w 8877359"/>
              <a:gd name="connsiteY890" fmla="*/ 2494414 h 4893730"/>
              <a:gd name="connsiteX891" fmla="*/ 8570024 w 8877359"/>
              <a:gd name="connsiteY891" fmla="*/ 2543746 h 4893730"/>
              <a:gd name="connsiteX892" fmla="*/ 8573482 w 8877359"/>
              <a:gd name="connsiteY892" fmla="*/ 2543397 h 4893730"/>
              <a:gd name="connsiteX893" fmla="*/ 8570707 w 8877359"/>
              <a:gd name="connsiteY893" fmla="*/ 2552336 h 4893730"/>
              <a:gd name="connsiteX894" fmla="*/ 8569705 w 8877359"/>
              <a:gd name="connsiteY894" fmla="*/ 2562278 h 4893730"/>
              <a:gd name="connsiteX895" fmla="*/ 8619037 w 8877359"/>
              <a:gd name="connsiteY895" fmla="*/ 2611609 h 4893730"/>
              <a:gd name="connsiteX896" fmla="*/ 8646618 w 8877359"/>
              <a:gd name="connsiteY896" fmla="*/ 2603184 h 4893730"/>
              <a:gd name="connsiteX897" fmla="*/ 8649812 w 8877359"/>
              <a:gd name="connsiteY897" fmla="*/ 2600549 h 4893730"/>
              <a:gd name="connsiteX898" fmla="*/ 8651793 w 8877359"/>
              <a:gd name="connsiteY898" fmla="*/ 2606929 h 4893730"/>
              <a:gd name="connsiteX899" fmla="*/ 8697248 w 8877359"/>
              <a:gd name="connsiteY899" fmla="*/ 2637058 h 4893730"/>
              <a:gd name="connsiteX900" fmla="*/ 189516 w 8877359"/>
              <a:gd name="connsiteY900" fmla="*/ 2637058 h 4893730"/>
              <a:gd name="connsiteX901" fmla="*/ 234971 w 8877359"/>
              <a:gd name="connsiteY901" fmla="*/ 2606929 h 4893730"/>
              <a:gd name="connsiteX902" fmla="*/ 237147 w 8877359"/>
              <a:gd name="connsiteY902" fmla="*/ 2599917 h 4893730"/>
              <a:gd name="connsiteX903" fmla="*/ 241108 w 8877359"/>
              <a:gd name="connsiteY903" fmla="*/ 2603184 h 4893730"/>
              <a:gd name="connsiteX904" fmla="*/ 268689 w 8877359"/>
              <a:gd name="connsiteY904" fmla="*/ 2611609 h 4893730"/>
              <a:gd name="connsiteX905" fmla="*/ 318021 w 8877359"/>
              <a:gd name="connsiteY905" fmla="*/ 2562278 h 4893730"/>
              <a:gd name="connsiteX906" fmla="*/ 317019 w 8877359"/>
              <a:gd name="connsiteY906" fmla="*/ 2552335 h 4893730"/>
              <a:gd name="connsiteX907" fmla="*/ 314244 w 8877359"/>
              <a:gd name="connsiteY907" fmla="*/ 2543397 h 4893730"/>
              <a:gd name="connsiteX908" fmla="*/ 317702 w 8877359"/>
              <a:gd name="connsiteY908" fmla="*/ 2543746 h 4893730"/>
              <a:gd name="connsiteX909" fmla="*/ 367033 w 8877359"/>
              <a:gd name="connsiteY909" fmla="*/ 2494414 h 4893730"/>
              <a:gd name="connsiteX910" fmla="*/ 352585 w 8877359"/>
              <a:gd name="connsiteY910" fmla="*/ 2459531 h 4893730"/>
              <a:gd name="connsiteX911" fmla="*/ 345741 w 8877359"/>
              <a:gd name="connsiteY911" fmla="*/ 2453884 h 4893730"/>
              <a:gd name="connsiteX912" fmla="*/ 352585 w 8877359"/>
              <a:gd name="connsiteY912" fmla="*/ 2448238 h 4893730"/>
              <a:gd name="connsiteX913" fmla="*/ 367033 w 8877359"/>
              <a:gd name="connsiteY913" fmla="*/ 2413355 h 4893730"/>
              <a:gd name="connsiteX914" fmla="*/ 317702 w 8877359"/>
              <a:gd name="connsiteY914" fmla="*/ 2364023 h 4893730"/>
              <a:gd name="connsiteX915" fmla="*/ 314244 w 8877359"/>
              <a:gd name="connsiteY915" fmla="*/ 2364371 h 4893730"/>
              <a:gd name="connsiteX916" fmla="*/ 317019 w 8877359"/>
              <a:gd name="connsiteY916" fmla="*/ 2355433 h 4893730"/>
              <a:gd name="connsiteX917" fmla="*/ 318021 w 8877359"/>
              <a:gd name="connsiteY917" fmla="*/ 2345491 h 4893730"/>
              <a:gd name="connsiteX918" fmla="*/ 268689 w 8877359"/>
              <a:gd name="connsiteY918" fmla="*/ 2296159 h 4893730"/>
              <a:gd name="connsiteX919" fmla="*/ 241108 w 8877359"/>
              <a:gd name="connsiteY919" fmla="*/ 2304584 h 4893730"/>
              <a:gd name="connsiteX920" fmla="*/ 237147 w 8877359"/>
              <a:gd name="connsiteY920" fmla="*/ 2307852 h 4893730"/>
              <a:gd name="connsiteX921" fmla="*/ 234971 w 8877359"/>
              <a:gd name="connsiteY921" fmla="*/ 2300840 h 4893730"/>
              <a:gd name="connsiteX922" fmla="*/ 189516 w 8877359"/>
              <a:gd name="connsiteY922" fmla="*/ 2270710 h 4893730"/>
              <a:gd name="connsiteX923" fmla="*/ 144061 w 8877359"/>
              <a:gd name="connsiteY923" fmla="*/ 2300840 h 4893730"/>
              <a:gd name="connsiteX924" fmla="*/ 142080 w 8877359"/>
              <a:gd name="connsiteY924" fmla="*/ 2307220 h 4893730"/>
              <a:gd name="connsiteX925" fmla="*/ 138886 w 8877359"/>
              <a:gd name="connsiteY925" fmla="*/ 2304584 h 4893730"/>
              <a:gd name="connsiteX926" fmla="*/ 111305 w 8877359"/>
              <a:gd name="connsiteY926" fmla="*/ 2296159 h 4893730"/>
              <a:gd name="connsiteX927" fmla="*/ 61973 w 8877359"/>
              <a:gd name="connsiteY927" fmla="*/ 2345491 h 4893730"/>
              <a:gd name="connsiteX928" fmla="*/ 64191 w 8877359"/>
              <a:gd name="connsiteY928" fmla="*/ 2360161 h 4893730"/>
              <a:gd name="connsiteX929" fmla="*/ 66238 w 8877359"/>
              <a:gd name="connsiteY929" fmla="*/ 2364420 h 4893730"/>
              <a:gd name="connsiteX930" fmla="*/ 62292 w 8877359"/>
              <a:gd name="connsiteY930" fmla="*/ 2364023 h 4893730"/>
              <a:gd name="connsiteX931" fmla="*/ 12961 w 8877359"/>
              <a:gd name="connsiteY931" fmla="*/ 2413355 h 4893730"/>
              <a:gd name="connsiteX932" fmla="*/ 27410 w 8877359"/>
              <a:gd name="connsiteY932" fmla="*/ 2448238 h 4893730"/>
              <a:gd name="connsiteX933" fmla="*/ 34253 w 8877359"/>
              <a:gd name="connsiteY933" fmla="*/ 2453884 h 4893730"/>
              <a:gd name="connsiteX934" fmla="*/ 27410 w 8877359"/>
              <a:gd name="connsiteY934" fmla="*/ 2459531 h 4893730"/>
              <a:gd name="connsiteX935" fmla="*/ 12961 w 8877359"/>
              <a:gd name="connsiteY935" fmla="*/ 2494414 h 4893730"/>
              <a:gd name="connsiteX936" fmla="*/ 62292 w 8877359"/>
              <a:gd name="connsiteY936" fmla="*/ 2543746 h 4893730"/>
              <a:gd name="connsiteX937" fmla="*/ 65750 w 8877359"/>
              <a:gd name="connsiteY937" fmla="*/ 2543397 h 4893730"/>
              <a:gd name="connsiteX938" fmla="*/ 62975 w 8877359"/>
              <a:gd name="connsiteY938" fmla="*/ 2552336 h 4893730"/>
              <a:gd name="connsiteX939" fmla="*/ 61973 w 8877359"/>
              <a:gd name="connsiteY939" fmla="*/ 2562278 h 4893730"/>
              <a:gd name="connsiteX940" fmla="*/ 111305 w 8877359"/>
              <a:gd name="connsiteY940" fmla="*/ 2611609 h 4893730"/>
              <a:gd name="connsiteX941" fmla="*/ 138886 w 8877359"/>
              <a:gd name="connsiteY941" fmla="*/ 2603184 h 4893730"/>
              <a:gd name="connsiteX942" fmla="*/ 142080 w 8877359"/>
              <a:gd name="connsiteY942" fmla="*/ 2600549 h 4893730"/>
              <a:gd name="connsiteX943" fmla="*/ 144061 w 8877359"/>
              <a:gd name="connsiteY943" fmla="*/ 2606929 h 4893730"/>
              <a:gd name="connsiteX944" fmla="*/ 189516 w 8877359"/>
              <a:gd name="connsiteY944" fmla="*/ 2637058 h 4893730"/>
              <a:gd name="connsiteX945" fmla="*/ 8701715 w 8877359"/>
              <a:gd name="connsiteY945" fmla="*/ 2867601 h 4893730"/>
              <a:gd name="connsiteX946" fmla="*/ 8740791 w 8877359"/>
              <a:gd name="connsiteY946" fmla="*/ 2828525 h 4893730"/>
              <a:gd name="connsiteX947" fmla="*/ 8701715 w 8877359"/>
              <a:gd name="connsiteY947" fmla="*/ 2789449 h 4893730"/>
              <a:gd name="connsiteX948" fmla="*/ 8662639 w 8877359"/>
              <a:gd name="connsiteY948" fmla="*/ 2828525 h 4893730"/>
              <a:gd name="connsiteX949" fmla="*/ 8701715 w 8877359"/>
              <a:gd name="connsiteY949" fmla="*/ 2867601 h 4893730"/>
              <a:gd name="connsiteX950" fmla="*/ 193983 w 8877359"/>
              <a:gd name="connsiteY950" fmla="*/ 2867601 h 4893730"/>
              <a:gd name="connsiteX951" fmla="*/ 233059 w 8877359"/>
              <a:gd name="connsiteY951" fmla="*/ 2828525 h 4893730"/>
              <a:gd name="connsiteX952" fmla="*/ 193983 w 8877359"/>
              <a:gd name="connsiteY952" fmla="*/ 2789449 h 4893730"/>
              <a:gd name="connsiteX953" fmla="*/ 154907 w 8877359"/>
              <a:gd name="connsiteY953" fmla="*/ 2828525 h 4893730"/>
              <a:gd name="connsiteX954" fmla="*/ 193983 w 8877359"/>
              <a:gd name="connsiteY954" fmla="*/ 2867601 h 4893730"/>
              <a:gd name="connsiteX955" fmla="*/ 189516 w 8877359"/>
              <a:gd name="connsiteY955" fmla="*/ 3386337 h 4893730"/>
              <a:gd name="connsiteX956" fmla="*/ 234971 w 8877359"/>
              <a:gd name="connsiteY956" fmla="*/ 3356207 h 4893730"/>
              <a:gd name="connsiteX957" fmla="*/ 237148 w 8877359"/>
              <a:gd name="connsiteY957" fmla="*/ 3349195 h 4893730"/>
              <a:gd name="connsiteX958" fmla="*/ 241108 w 8877359"/>
              <a:gd name="connsiteY958" fmla="*/ 3352463 h 4893730"/>
              <a:gd name="connsiteX959" fmla="*/ 268690 w 8877359"/>
              <a:gd name="connsiteY959" fmla="*/ 3360888 h 4893730"/>
              <a:gd name="connsiteX960" fmla="*/ 318021 w 8877359"/>
              <a:gd name="connsiteY960" fmla="*/ 3311556 h 4893730"/>
              <a:gd name="connsiteX961" fmla="*/ 317019 w 8877359"/>
              <a:gd name="connsiteY961" fmla="*/ 3301613 h 4893730"/>
              <a:gd name="connsiteX962" fmla="*/ 314245 w 8877359"/>
              <a:gd name="connsiteY962" fmla="*/ 3292676 h 4893730"/>
              <a:gd name="connsiteX963" fmla="*/ 317702 w 8877359"/>
              <a:gd name="connsiteY963" fmla="*/ 3293024 h 4893730"/>
              <a:gd name="connsiteX964" fmla="*/ 367034 w 8877359"/>
              <a:gd name="connsiteY964" fmla="*/ 3243692 h 4893730"/>
              <a:gd name="connsiteX965" fmla="*/ 352585 w 8877359"/>
              <a:gd name="connsiteY965" fmla="*/ 3208809 h 4893730"/>
              <a:gd name="connsiteX966" fmla="*/ 345741 w 8877359"/>
              <a:gd name="connsiteY966" fmla="*/ 3203163 h 4893730"/>
              <a:gd name="connsiteX967" fmla="*/ 352585 w 8877359"/>
              <a:gd name="connsiteY967" fmla="*/ 3197516 h 4893730"/>
              <a:gd name="connsiteX968" fmla="*/ 367034 w 8877359"/>
              <a:gd name="connsiteY968" fmla="*/ 3162633 h 4893730"/>
              <a:gd name="connsiteX969" fmla="*/ 317702 w 8877359"/>
              <a:gd name="connsiteY969" fmla="*/ 3113301 h 4893730"/>
              <a:gd name="connsiteX970" fmla="*/ 314245 w 8877359"/>
              <a:gd name="connsiteY970" fmla="*/ 3113650 h 4893730"/>
              <a:gd name="connsiteX971" fmla="*/ 317019 w 8877359"/>
              <a:gd name="connsiteY971" fmla="*/ 3104711 h 4893730"/>
              <a:gd name="connsiteX972" fmla="*/ 318021 w 8877359"/>
              <a:gd name="connsiteY972" fmla="*/ 3094769 h 4893730"/>
              <a:gd name="connsiteX973" fmla="*/ 268690 w 8877359"/>
              <a:gd name="connsiteY973" fmla="*/ 3045437 h 4893730"/>
              <a:gd name="connsiteX974" fmla="*/ 241108 w 8877359"/>
              <a:gd name="connsiteY974" fmla="*/ 3053863 h 4893730"/>
              <a:gd name="connsiteX975" fmla="*/ 237148 w 8877359"/>
              <a:gd name="connsiteY975" fmla="*/ 3057130 h 4893730"/>
              <a:gd name="connsiteX976" fmla="*/ 234971 w 8877359"/>
              <a:gd name="connsiteY976" fmla="*/ 3050118 h 4893730"/>
              <a:gd name="connsiteX977" fmla="*/ 189516 w 8877359"/>
              <a:gd name="connsiteY977" fmla="*/ 3019989 h 4893730"/>
              <a:gd name="connsiteX978" fmla="*/ 144061 w 8877359"/>
              <a:gd name="connsiteY978" fmla="*/ 3050118 h 4893730"/>
              <a:gd name="connsiteX979" fmla="*/ 142081 w 8877359"/>
              <a:gd name="connsiteY979" fmla="*/ 3056498 h 4893730"/>
              <a:gd name="connsiteX980" fmla="*/ 138887 w 8877359"/>
              <a:gd name="connsiteY980" fmla="*/ 3053863 h 4893730"/>
              <a:gd name="connsiteX981" fmla="*/ 111305 w 8877359"/>
              <a:gd name="connsiteY981" fmla="*/ 3045437 h 4893730"/>
              <a:gd name="connsiteX982" fmla="*/ 61973 w 8877359"/>
              <a:gd name="connsiteY982" fmla="*/ 3094769 h 4893730"/>
              <a:gd name="connsiteX983" fmla="*/ 64191 w 8877359"/>
              <a:gd name="connsiteY983" fmla="*/ 3109439 h 4893730"/>
              <a:gd name="connsiteX984" fmla="*/ 66239 w 8877359"/>
              <a:gd name="connsiteY984" fmla="*/ 3113699 h 4893730"/>
              <a:gd name="connsiteX985" fmla="*/ 62293 w 8877359"/>
              <a:gd name="connsiteY985" fmla="*/ 3113301 h 4893730"/>
              <a:gd name="connsiteX986" fmla="*/ 12961 w 8877359"/>
              <a:gd name="connsiteY986" fmla="*/ 3162633 h 4893730"/>
              <a:gd name="connsiteX987" fmla="*/ 27410 w 8877359"/>
              <a:gd name="connsiteY987" fmla="*/ 3197516 h 4893730"/>
              <a:gd name="connsiteX988" fmla="*/ 34254 w 8877359"/>
              <a:gd name="connsiteY988" fmla="*/ 3203163 h 4893730"/>
              <a:gd name="connsiteX989" fmla="*/ 27410 w 8877359"/>
              <a:gd name="connsiteY989" fmla="*/ 3208809 h 4893730"/>
              <a:gd name="connsiteX990" fmla="*/ 12961 w 8877359"/>
              <a:gd name="connsiteY990" fmla="*/ 3243692 h 4893730"/>
              <a:gd name="connsiteX991" fmla="*/ 62293 w 8877359"/>
              <a:gd name="connsiteY991" fmla="*/ 3293024 h 4893730"/>
              <a:gd name="connsiteX992" fmla="*/ 65750 w 8877359"/>
              <a:gd name="connsiteY992" fmla="*/ 3292675 h 4893730"/>
              <a:gd name="connsiteX993" fmla="*/ 62975 w 8877359"/>
              <a:gd name="connsiteY993" fmla="*/ 3301614 h 4893730"/>
              <a:gd name="connsiteX994" fmla="*/ 61973 w 8877359"/>
              <a:gd name="connsiteY994" fmla="*/ 3311556 h 4893730"/>
              <a:gd name="connsiteX995" fmla="*/ 111305 w 8877359"/>
              <a:gd name="connsiteY995" fmla="*/ 3360888 h 4893730"/>
              <a:gd name="connsiteX996" fmla="*/ 138887 w 8877359"/>
              <a:gd name="connsiteY996" fmla="*/ 3352463 h 4893730"/>
              <a:gd name="connsiteX997" fmla="*/ 142081 w 8877359"/>
              <a:gd name="connsiteY997" fmla="*/ 3349827 h 4893730"/>
              <a:gd name="connsiteX998" fmla="*/ 144061 w 8877359"/>
              <a:gd name="connsiteY998" fmla="*/ 3356207 h 4893730"/>
              <a:gd name="connsiteX999" fmla="*/ 189516 w 8877359"/>
              <a:gd name="connsiteY999" fmla="*/ 3386337 h 4893730"/>
              <a:gd name="connsiteX1000" fmla="*/ 8697248 w 8877359"/>
              <a:gd name="connsiteY1000" fmla="*/ 3386338 h 4893730"/>
              <a:gd name="connsiteX1001" fmla="*/ 8742703 w 8877359"/>
              <a:gd name="connsiteY1001" fmla="*/ 3356208 h 4893730"/>
              <a:gd name="connsiteX1002" fmla="*/ 8744879 w 8877359"/>
              <a:gd name="connsiteY1002" fmla="*/ 3349196 h 4893730"/>
              <a:gd name="connsiteX1003" fmla="*/ 8748840 w 8877359"/>
              <a:gd name="connsiteY1003" fmla="*/ 3352464 h 4893730"/>
              <a:gd name="connsiteX1004" fmla="*/ 8776421 w 8877359"/>
              <a:gd name="connsiteY1004" fmla="*/ 3360889 h 4893730"/>
              <a:gd name="connsiteX1005" fmla="*/ 8825753 w 8877359"/>
              <a:gd name="connsiteY1005" fmla="*/ 3311557 h 4893730"/>
              <a:gd name="connsiteX1006" fmla="*/ 8824751 w 8877359"/>
              <a:gd name="connsiteY1006" fmla="*/ 3301615 h 4893730"/>
              <a:gd name="connsiteX1007" fmla="*/ 8821976 w 8877359"/>
              <a:gd name="connsiteY1007" fmla="*/ 3292677 h 4893730"/>
              <a:gd name="connsiteX1008" fmla="*/ 8825434 w 8877359"/>
              <a:gd name="connsiteY1008" fmla="*/ 3293025 h 4893730"/>
              <a:gd name="connsiteX1009" fmla="*/ 8874765 w 8877359"/>
              <a:gd name="connsiteY1009" fmla="*/ 3243693 h 4893730"/>
              <a:gd name="connsiteX1010" fmla="*/ 8860317 w 8877359"/>
              <a:gd name="connsiteY1010" fmla="*/ 3208810 h 4893730"/>
              <a:gd name="connsiteX1011" fmla="*/ 8853473 w 8877359"/>
              <a:gd name="connsiteY1011" fmla="*/ 3203164 h 4893730"/>
              <a:gd name="connsiteX1012" fmla="*/ 8860317 w 8877359"/>
              <a:gd name="connsiteY1012" fmla="*/ 3197517 h 4893730"/>
              <a:gd name="connsiteX1013" fmla="*/ 8874765 w 8877359"/>
              <a:gd name="connsiteY1013" fmla="*/ 3162634 h 4893730"/>
              <a:gd name="connsiteX1014" fmla="*/ 8825434 w 8877359"/>
              <a:gd name="connsiteY1014" fmla="*/ 3113302 h 4893730"/>
              <a:gd name="connsiteX1015" fmla="*/ 8821976 w 8877359"/>
              <a:gd name="connsiteY1015" fmla="*/ 3113651 h 4893730"/>
              <a:gd name="connsiteX1016" fmla="*/ 8824751 w 8877359"/>
              <a:gd name="connsiteY1016" fmla="*/ 3104713 h 4893730"/>
              <a:gd name="connsiteX1017" fmla="*/ 8825753 w 8877359"/>
              <a:gd name="connsiteY1017" fmla="*/ 3094771 h 4893730"/>
              <a:gd name="connsiteX1018" fmla="*/ 8776421 w 8877359"/>
              <a:gd name="connsiteY1018" fmla="*/ 3045439 h 4893730"/>
              <a:gd name="connsiteX1019" fmla="*/ 8748840 w 8877359"/>
              <a:gd name="connsiteY1019" fmla="*/ 3053864 h 4893730"/>
              <a:gd name="connsiteX1020" fmla="*/ 8744879 w 8877359"/>
              <a:gd name="connsiteY1020" fmla="*/ 3057131 h 4893730"/>
              <a:gd name="connsiteX1021" fmla="*/ 8742703 w 8877359"/>
              <a:gd name="connsiteY1021" fmla="*/ 3050119 h 4893730"/>
              <a:gd name="connsiteX1022" fmla="*/ 8697248 w 8877359"/>
              <a:gd name="connsiteY1022" fmla="*/ 3019990 h 4893730"/>
              <a:gd name="connsiteX1023" fmla="*/ 8651793 w 8877359"/>
              <a:gd name="connsiteY1023" fmla="*/ 3050119 h 4893730"/>
              <a:gd name="connsiteX1024" fmla="*/ 8649812 w 8877359"/>
              <a:gd name="connsiteY1024" fmla="*/ 3056499 h 4893730"/>
              <a:gd name="connsiteX1025" fmla="*/ 8646618 w 8877359"/>
              <a:gd name="connsiteY1025" fmla="*/ 3053864 h 4893730"/>
              <a:gd name="connsiteX1026" fmla="*/ 8619037 w 8877359"/>
              <a:gd name="connsiteY1026" fmla="*/ 3045439 h 4893730"/>
              <a:gd name="connsiteX1027" fmla="*/ 8569705 w 8877359"/>
              <a:gd name="connsiteY1027" fmla="*/ 3094771 h 4893730"/>
              <a:gd name="connsiteX1028" fmla="*/ 8571923 w 8877359"/>
              <a:gd name="connsiteY1028" fmla="*/ 3109440 h 4893730"/>
              <a:gd name="connsiteX1029" fmla="*/ 8573970 w 8877359"/>
              <a:gd name="connsiteY1029" fmla="*/ 3113700 h 4893730"/>
              <a:gd name="connsiteX1030" fmla="*/ 8570024 w 8877359"/>
              <a:gd name="connsiteY1030" fmla="*/ 3113302 h 4893730"/>
              <a:gd name="connsiteX1031" fmla="*/ 8520693 w 8877359"/>
              <a:gd name="connsiteY1031" fmla="*/ 3162634 h 4893730"/>
              <a:gd name="connsiteX1032" fmla="*/ 8535141 w 8877359"/>
              <a:gd name="connsiteY1032" fmla="*/ 3197517 h 4893730"/>
              <a:gd name="connsiteX1033" fmla="*/ 8541985 w 8877359"/>
              <a:gd name="connsiteY1033" fmla="*/ 3203164 h 4893730"/>
              <a:gd name="connsiteX1034" fmla="*/ 8535141 w 8877359"/>
              <a:gd name="connsiteY1034" fmla="*/ 3208810 h 4893730"/>
              <a:gd name="connsiteX1035" fmla="*/ 8520693 w 8877359"/>
              <a:gd name="connsiteY1035" fmla="*/ 3243693 h 4893730"/>
              <a:gd name="connsiteX1036" fmla="*/ 8570024 w 8877359"/>
              <a:gd name="connsiteY1036" fmla="*/ 3293025 h 4893730"/>
              <a:gd name="connsiteX1037" fmla="*/ 8573482 w 8877359"/>
              <a:gd name="connsiteY1037" fmla="*/ 3292677 h 4893730"/>
              <a:gd name="connsiteX1038" fmla="*/ 8570707 w 8877359"/>
              <a:gd name="connsiteY1038" fmla="*/ 3301615 h 4893730"/>
              <a:gd name="connsiteX1039" fmla="*/ 8569705 w 8877359"/>
              <a:gd name="connsiteY1039" fmla="*/ 3311557 h 4893730"/>
              <a:gd name="connsiteX1040" fmla="*/ 8619037 w 8877359"/>
              <a:gd name="connsiteY1040" fmla="*/ 3360889 h 4893730"/>
              <a:gd name="connsiteX1041" fmla="*/ 8646618 w 8877359"/>
              <a:gd name="connsiteY1041" fmla="*/ 3352464 h 4893730"/>
              <a:gd name="connsiteX1042" fmla="*/ 8649812 w 8877359"/>
              <a:gd name="connsiteY1042" fmla="*/ 3349828 h 4893730"/>
              <a:gd name="connsiteX1043" fmla="*/ 8651793 w 8877359"/>
              <a:gd name="connsiteY1043" fmla="*/ 3356208 h 4893730"/>
              <a:gd name="connsiteX1044" fmla="*/ 8697248 w 8877359"/>
              <a:gd name="connsiteY1044" fmla="*/ 3386338 h 4893730"/>
              <a:gd name="connsiteX1045" fmla="*/ 193984 w 8877359"/>
              <a:gd name="connsiteY1045" fmla="*/ 3616878 h 4893730"/>
              <a:gd name="connsiteX1046" fmla="*/ 233060 w 8877359"/>
              <a:gd name="connsiteY1046" fmla="*/ 3577801 h 4893730"/>
              <a:gd name="connsiteX1047" fmla="*/ 193984 w 8877359"/>
              <a:gd name="connsiteY1047" fmla="*/ 3538725 h 4893730"/>
              <a:gd name="connsiteX1048" fmla="*/ 154908 w 8877359"/>
              <a:gd name="connsiteY1048" fmla="*/ 3577801 h 4893730"/>
              <a:gd name="connsiteX1049" fmla="*/ 193984 w 8877359"/>
              <a:gd name="connsiteY1049" fmla="*/ 3616878 h 4893730"/>
              <a:gd name="connsiteX1050" fmla="*/ 8701715 w 8877359"/>
              <a:gd name="connsiteY1050" fmla="*/ 3616879 h 4893730"/>
              <a:gd name="connsiteX1051" fmla="*/ 8740791 w 8877359"/>
              <a:gd name="connsiteY1051" fmla="*/ 3577803 h 4893730"/>
              <a:gd name="connsiteX1052" fmla="*/ 8701715 w 8877359"/>
              <a:gd name="connsiteY1052" fmla="*/ 3538727 h 4893730"/>
              <a:gd name="connsiteX1053" fmla="*/ 8662639 w 8877359"/>
              <a:gd name="connsiteY1053" fmla="*/ 3577803 h 4893730"/>
              <a:gd name="connsiteX1054" fmla="*/ 8701715 w 8877359"/>
              <a:gd name="connsiteY1054" fmla="*/ 3616879 h 4893730"/>
              <a:gd name="connsiteX1055" fmla="*/ 189516 w 8877359"/>
              <a:gd name="connsiteY1055" fmla="*/ 4135616 h 4893730"/>
              <a:gd name="connsiteX1056" fmla="*/ 234971 w 8877359"/>
              <a:gd name="connsiteY1056" fmla="*/ 4105486 h 4893730"/>
              <a:gd name="connsiteX1057" fmla="*/ 237148 w 8877359"/>
              <a:gd name="connsiteY1057" fmla="*/ 4098474 h 4893730"/>
              <a:gd name="connsiteX1058" fmla="*/ 241108 w 8877359"/>
              <a:gd name="connsiteY1058" fmla="*/ 4101742 h 4893730"/>
              <a:gd name="connsiteX1059" fmla="*/ 268690 w 8877359"/>
              <a:gd name="connsiteY1059" fmla="*/ 4110167 h 4893730"/>
              <a:gd name="connsiteX1060" fmla="*/ 318022 w 8877359"/>
              <a:gd name="connsiteY1060" fmla="*/ 4060835 h 4893730"/>
              <a:gd name="connsiteX1061" fmla="*/ 317019 w 8877359"/>
              <a:gd name="connsiteY1061" fmla="*/ 4050893 h 4893730"/>
              <a:gd name="connsiteX1062" fmla="*/ 314245 w 8877359"/>
              <a:gd name="connsiteY1062" fmla="*/ 4041955 h 4893730"/>
              <a:gd name="connsiteX1063" fmla="*/ 317702 w 8877359"/>
              <a:gd name="connsiteY1063" fmla="*/ 4042303 h 4893730"/>
              <a:gd name="connsiteX1064" fmla="*/ 367034 w 8877359"/>
              <a:gd name="connsiteY1064" fmla="*/ 3992972 h 4893730"/>
              <a:gd name="connsiteX1065" fmla="*/ 352585 w 8877359"/>
              <a:gd name="connsiteY1065" fmla="*/ 3958088 h 4893730"/>
              <a:gd name="connsiteX1066" fmla="*/ 345741 w 8877359"/>
              <a:gd name="connsiteY1066" fmla="*/ 3952441 h 4893730"/>
              <a:gd name="connsiteX1067" fmla="*/ 352585 w 8877359"/>
              <a:gd name="connsiteY1067" fmla="*/ 3946795 h 4893730"/>
              <a:gd name="connsiteX1068" fmla="*/ 367034 w 8877359"/>
              <a:gd name="connsiteY1068" fmla="*/ 3911912 h 4893730"/>
              <a:gd name="connsiteX1069" fmla="*/ 317702 w 8877359"/>
              <a:gd name="connsiteY1069" fmla="*/ 3862580 h 4893730"/>
              <a:gd name="connsiteX1070" fmla="*/ 314245 w 8877359"/>
              <a:gd name="connsiteY1070" fmla="*/ 3862929 h 4893730"/>
              <a:gd name="connsiteX1071" fmla="*/ 317019 w 8877359"/>
              <a:gd name="connsiteY1071" fmla="*/ 3853990 h 4893730"/>
              <a:gd name="connsiteX1072" fmla="*/ 318022 w 8877359"/>
              <a:gd name="connsiteY1072" fmla="*/ 3844048 h 4893730"/>
              <a:gd name="connsiteX1073" fmla="*/ 268690 w 8877359"/>
              <a:gd name="connsiteY1073" fmla="*/ 3794716 h 4893730"/>
              <a:gd name="connsiteX1074" fmla="*/ 241108 w 8877359"/>
              <a:gd name="connsiteY1074" fmla="*/ 3803142 h 4893730"/>
              <a:gd name="connsiteX1075" fmla="*/ 237148 w 8877359"/>
              <a:gd name="connsiteY1075" fmla="*/ 3806409 h 4893730"/>
              <a:gd name="connsiteX1076" fmla="*/ 234971 w 8877359"/>
              <a:gd name="connsiteY1076" fmla="*/ 3799397 h 4893730"/>
              <a:gd name="connsiteX1077" fmla="*/ 189516 w 8877359"/>
              <a:gd name="connsiteY1077" fmla="*/ 3769267 h 4893730"/>
              <a:gd name="connsiteX1078" fmla="*/ 144061 w 8877359"/>
              <a:gd name="connsiteY1078" fmla="*/ 3799397 h 4893730"/>
              <a:gd name="connsiteX1079" fmla="*/ 142081 w 8877359"/>
              <a:gd name="connsiteY1079" fmla="*/ 3805777 h 4893730"/>
              <a:gd name="connsiteX1080" fmla="*/ 138887 w 8877359"/>
              <a:gd name="connsiteY1080" fmla="*/ 3803142 h 4893730"/>
              <a:gd name="connsiteX1081" fmla="*/ 111305 w 8877359"/>
              <a:gd name="connsiteY1081" fmla="*/ 3794716 h 4893730"/>
              <a:gd name="connsiteX1082" fmla="*/ 61973 w 8877359"/>
              <a:gd name="connsiteY1082" fmla="*/ 3844048 h 4893730"/>
              <a:gd name="connsiteX1083" fmla="*/ 64191 w 8877359"/>
              <a:gd name="connsiteY1083" fmla="*/ 3858718 h 4893730"/>
              <a:gd name="connsiteX1084" fmla="*/ 66239 w 8877359"/>
              <a:gd name="connsiteY1084" fmla="*/ 3862978 h 4893730"/>
              <a:gd name="connsiteX1085" fmla="*/ 62293 w 8877359"/>
              <a:gd name="connsiteY1085" fmla="*/ 3862580 h 4893730"/>
              <a:gd name="connsiteX1086" fmla="*/ 12961 w 8877359"/>
              <a:gd name="connsiteY1086" fmla="*/ 3911912 h 4893730"/>
              <a:gd name="connsiteX1087" fmla="*/ 27410 w 8877359"/>
              <a:gd name="connsiteY1087" fmla="*/ 3946795 h 4893730"/>
              <a:gd name="connsiteX1088" fmla="*/ 34254 w 8877359"/>
              <a:gd name="connsiteY1088" fmla="*/ 3952441 h 4893730"/>
              <a:gd name="connsiteX1089" fmla="*/ 27410 w 8877359"/>
              <a:gd name="connsiteY1089" fmla="*/ 3958088 h 4893730"/>
              <a:gd name="connsiteX1090" fmla="*/ 12961 w 8877359"/>
              <a:gd name="connsiteY1090" fmla="*/ 3992971 h 4893730"/>
              <a:gd name="connsiteX1091" fmla="*/ 62293 w 8877359"/>
              <a:gd name="connsiteY1091" fmla="*/ 4042303 h 4893730"/>
              <a:gd name="connsiteX1092" fmla="*/ 65750 w 8877359"/>
              <a:gd name="connsiteY1092" fmla="*/ 4041955 h 4893730"/>
              <a:gd name="connsiteX1093" fmla="*/ 62976 w 8877359"/>
              <a:gd name="connsiteY1093" fmla="*/ 4050893 h 4893730"/>
              <a:gd name="connsiteX1094" fmla="*/ 61973 w 8877359"/>
              <a:gd name="connsiteY1094" fmla="*/ 4060835 h 4893730"/>
              <a:gd name="connsiteX1095" fmla="*/ 111305 w 8877359"/>
              <a:gd name="connsiteY1095" fmla="*/ 4110167 h 4893730"/>
              <a:gd name="connsiteX1096" fmla="*/ 138887 w 8877359"/>
              <a:gd name="connsiteY1096" fmla="*/ 4101742 h 4893730"/>
              <a:gd name="connsiteX1097" fmla="*/ 142081 w 8877359"/>
              <a:gd name="connsiteY1097" fmla="*/ 4099107 h 4893730"/>
              <a:gd name="connsiteX1098" fmla="*/ 144061 w 8877359"/>
              <a:gd name="connsiteY1098" fmla="*/ 4105486 h 4893730"/>
              <a:gd name="connsiteX1099" fmla="*/ 189516 w 8877359"/>
              <a:gd name="connsiteY1099" fmla="*/ 4135616 h 4893730"/>
              <a:gd name="connsiteX1100" fmla="*/ 8697248 w 8877359"/>
              <a:gd name="connsiteY1100" fmla="*/ 4135617 h 4893730"/>
              <a:gd name="connsiteX1101" fmla="*/ 8742703 w 8877359"/>
              <a:gd name="connsiteY1101" fmla="*/ 4105487 h 4893730"/>
              <a:gd name="connsiteX1102" fmla="*/ 8744879 w 8877359"/>
              <a:gd name="connsiteY1102" fmla="*/ 4098475 h 4893730"/>
              <a:gd name="connsiteX1103" fmla="*/ 8748840 w 8877359"/>
              <a:gd name="connsiteY1103" fmla="*/ 4101743 h 4893730"/>
              <a:gd name="connsiteX1104" fmla="*/ 8776421 w 8877359"/>
              <a:gd name="connsiteY1104" fmla="*/ 4110168 h 4893730"/>
              <a:gd name="connsiteX1105" fmla="*/ 8825753 w 8877359"/>
              <a:gd name="connsiteY1105" fmla="*/ 4060836 h 4893730"/>
              <a:gd name="connsiteX1106" fmla="*/ 8824751 w 8877359"/>
              <a:gd name="connsiteY1106" fmla="*/ 4050894 h 4893730"/>
              <a:gd name="connsiteX1107" fmla="*/ 8821976 w 8877359"/>
              <a:gd name="connsiteY1107" fmla="*/ 4041956 h 4893730"/>
              <a:gd name="connsiteX1108" fmla="*/ 8825434 w 8877359"/>
              <a:gd name="connsiteY1108" fmla="*/ 4042305 h 4893730"/>
              <a:gd name="connsiteX1109" fmla="*/ 8874765 w 8877359"/>
              <a:gd name="connsiteY1109" fmla="*/ 3992973 h 4893730"/>
              <a:gd name="connsiteX1110" fmla="*/ 8860317 w 8877359"/>
              <a:gd name="connsiteY1110" fmla="*/ 3958090 h 4893730"/>
              <a:gd name="connsiteX1111" fmla="*/ 8853473 w 8877359"/>
              <a:gd name="connsiteY1111" fmla="*/ 3952443 h 4893730"/>
              <a:gd name="connsiteX1112" fmla="*/ 8860317 w 8877359"/>
              <a:gd name="connsiteY1112" fmla="*/ 3946796 h 4893730"/>
              <a:gd name="connsiteX1113" fmla="*/ 8874765 w 8877359"/>
              <a:gd name="connsiteY1113" fmla="*/ 3911913 h 4893730"/>
              <a:gd name="connsiteX1114" fmla="*/ 8825434 w 8877359"/>
              <a:gd name="connsiteY1114" fmla="*/ 3862581 h 4893730"/>
              <a:gd name="connsiteX1115" fmla="*/ 8821976 w 8877359"/>
              <a:gd name="connsiteY1115" fmla="*/ 3862929 h 4893730"/>
              <a:gd name="connsiteX1116" fmla="*/ 8824751 w 8877359"/>
              <a:gd name="connsiteY1116" fmla="*/ 3853991 h 4893730"/>
              <a:gd name="connsiteX1117" fmla="*/ 8825753 w 8877359"/>
              <a:gd name="connsiteY1117" fmla="*/ 3844049 h 4893730"/>
              <a:gd name="connsiteX1118" fmla="*/ 8776421 w 8877359"/>
              <a:gd name="connsiteY1118" fmla="*/ 3794717 h 4893730"/>
              <a:gd name="connsiteX1119" fmla="*/ 8748840 w 8877359"/>
              <a:gd name="connsiteY1119" fmla="*/ 3803142 h 4893730"/>
              <a:gd name="connsiteX1120" fmla="*/ 8744879 w 8877359"/>
              <a:gd name="connsiteY1120" fmla="*/ 3806410 h 4893730"/>
              <a:gd name="connsiteX1121" fmla="*/ 8742703 w 8877359"/>
              <a:gd name="connsiteY1121" fmla="*/ 3799398 h 4893730"/>
              <a:gd name="connsiteX1122" fmla="*/ 8697248 w 8877359"/>
              <a:gd name="connsiteY1122" fmla="*/ 3769268 h 4893730"/>
              <a:gd name="connsiteX1123" fmla="*/ 8651793 w 8877359"/>
              <a:gd name="connsiteY1123" fmla="*/ 3799398 h 4893730"/>
              <a:gd name="connsiteX1124" fmla="*/ 8649812 w 8877359"/>
              <a:gd name="connsiteY1124" fmla="*/ 3805778 h 4893730"/>
              <a:gd name="connsiteX1125" fmla="*/ 8646618 w 8877359"/>
              <a:gd name="connsiteY1125" fmla="*/ 3803142 h 4893730"/>
              <a:gd name="connsiteX1126" fmla="*/ 8619037 w 8877359"/>
              <a:gd name="connsiteY1126" fmla="*/ 3794717 h 4893730"/>
              <a:gd name="connsiteX1127" fmla="*/ 8569705 w 8877359"/>
              <a:gd name="connsiteY1127" fmla="*/ 3844049 h 4893730"/>
              <a:gd name="connsiteX1128" fmla="*/ 8571923 w 8877359"/>
              <a:gd name="connsiteY1128" fmla="*/ 3858719 h 4893730"/>
              <a:gd name="connsiteX1129" fmla="*/ 8573970 w 8877359"/>
              <a:gd name="connsiteY1129" fmla="*/ 3862978 h 4893730"/>
              <a:gd name="connsiteX1130" fmla="*/ 8570024 w 8877359"/>
              <a:gd name="connsiteY1130" fmla="*/ 3862581 h 4893730"/>
              <a:gd name="connsiteX1131" fmla="*/ 8520693 w 8877359"/>
              <a:gd name="connsiteY1131" fmla="*/ 3911913 h 4893730"/>
              <a:gd name="connsiteX1132" fmla="*/ 8535141 w 8877359"/>
              <a:gd name="connsiteY1132" fmla="*/ 3946796 h 4893730"/>
              <a:gd name="connsiteX1133" fmla="*/ 8541985 w 8877359"/>
              <a:gd name="connsiteY1133" fmla="*/ 3952442 h 4893730"/>
              <a:gd name="connsiteX1134" fmla="*/ 8535141 w 8877359"/>
              <a:gd name="connsiteY1134" fmla="*/ 3958089 h 4893730"/>
              <a:gd name="connsiteX1135" fmla="*/ 8520693 w 8877359"/>
              <a:gd name="connsiteY1135" fmla="*/ 3992972 h 4893730"/>
              <a:gd name="connsiteX1136" fmla="*/ 8570024 w 8877359"/>
              <a:gd name="connsiteY1136" fmla="*/ 4042304 h 4893730"/>
              <a:gd name="connsiteX1137" fmla="*/ 8573482 w 8877359"/>
              <a:gd name="connsiteY1137" fmla="*/ 4041956 h 4893730"/>
              <a:gd name="connsiteX1138" fmla="*/ 8570707 w 8877359"/>
              <a:gd name="connsiteY1138" fmla="*/ 4050894 h 4893730"/>
              <a:gd name="connsiteX1139" fmla="*/ 8569705 w 8877359"/>
              <a:gd name="connsiteY1139" fmla="*/ 4060836 h 4893730"/>
              <a:gd name="connsiteX1140" fmla="*/ 8619037 w 8877359"/>
              <a:gd name="connsiteY1140" fmla="*/ 4110168 h 4893730"/>
              <a:gd name="connsiteX1141" fmla="*/ 8646618 w 8877359"/>
              <a:gd name="connsiteY1141" fmla="*/ 4101743 h 4893730"/>
              <a:gd name="connsiteX1142" fmla="*/ 8649812 w 8877359"/>
              <a:gd name="connsiteY1142" fmla="*/ 4099108 h 4893730"/>
              <a:gd name="connsiteX1143" fmla="*/ 8651793 w 8877359"/>
              <a:gd name="connsiteY1143" fmla="*/ 4105487 h 4893730"/>
              <a:gd name="connsiteX1144" fmla="*/ 8697248 w 8877359"/>
              <a:gd name="connsiteY1144" fmla="*/ 4135617 h 4893730"/>
              <a:gd name="connsiteX1145" fmla="*/ 193984 w 8877359"/>
              <a:gd name="connsiteY1145" fmla="*/ 4366159 h 4893730"/>
              <a:gd name="connsiteX1146" fmla="*/ 233060 w 8877359"/>
              <a:gd name="connsiteY1146" fmla="*/ 4327083 h 4893730"/>
              <a:gd name="connsiteX1147" fmla="*/ 193984 w 8877359"/>
              <a:gd name="connsiteY1147" fmla="*/ 4288007 h 4893730"/>
              <a:gd name="connsiteX1148" fmla="*/ 154908 w 8877359"/>
              <a:gd name="connsiteY1148" fmla="*/ 4327083 h 4893730"/>
              <a:gd name="connsiteX1149" fmla="*/ 193984 w 8877359"/>
              <a:gd name="connsiteY1149" fmla="*/ 4366159 h 4893730"/>
              <a:gd name="connsiteX1150" fmla="*/ 8701715 w 8877359"/>
              <a:gd name="connsiteY1150" fmla="*/ 4366159 h 4893730"/>
              <a:gd name="connsiteX1151" fmla="*/ 8740791 w 8877359"/>
              <a:gd name="connsiteY1151" fmla="*/ 4327083 h 4893730"/>
              <a:gd name="connsiteX1152" fmla="*/ 8701715 w 8877359"/>
              <a:gd name="connsiteY1152" fmla="*/ 4288007 h 4893730"/>
              <a:gd name="connsiteX1153" fmla="*/ 8662639 w 8877359"/>
              <a:gd name="connsiteY1153" fmla="*/ 4327083 h 4893730"/>
              <a:gd name="connsiteX1154" fmla="*/ 8701715 w 8877359"/>
              <a:gd name="connsiteY1154" fmla="*/ 4366159 h 4893730"/>
              <a:gd name="connsiteX1155" fmla="*/ 8339566 w 8877359"/>
              <a:gd name="connsiteY1155" fmla="*/ 4759756 h 4893730"/>
              <a:gd name="connsiteX1156" fmla="*/ 8378642 w 8877359"/>
              <a:gd name="connsiteY1156" fmla="*/ 4720680 h 4893730"/>
              <a:gd name="connsiteX1157" fmla="*/ 8339566 w 8877359"/>
              <a:gd name="connsiteY1157" fmla="*/ 4681604 h 4893730"/>
              <a:gd name="connsiteX1158" fmla="*/ 8300490 w 8877359"/>
              <a:gd name="connsiteY1158" fmla="*/ 4720680 h 4893730"/>
              <a:gd name="connsiteX1159" fmla="*/ 8339566 w 8877359"/>
              <a:gd name="connsiteY1159" fmla="*/ 4759756 h 4893730"/>
              <a:gd name="connsiteX1160" fmla="*/ 7630314 w 8877359"/>
              <a:gd name="connsiteY1160" fmla="*/ 4759756 h 4893730"/>
              <a:gd name="connsiteX1161" fmla="*/ 7669390 w 8877359"/>
              <a:gd name="connsiteY1161" fmla="*/ 4720680 h 4893730"/>
              <a:gd name="connsiteX1162" fmla="*/ 7630314 w 8877359"/>
              <a:gd name="connsiteY1162" fmla="*/ 4681604 h 4893730"/>
              <a:gd name="connsiteX1163" fmla="*/ 7591238 w 8877359"/>
              <a:gd name="connsiteY1163" fmla="*/ 4720680 h 4893730"/>
              <a:gd name="connsiteX1164" fmla="*/ 7630314 w 8877359"/>
              <a:gd name="connsiteY1164" fmla="*/ 4759756 h 4893730"/>
              <a:gd name="connsiteX1165" fmla="*/ 6921062 w 8877359"/>
              <a:gd name="connsiteY1165" fmla="*/ 4759756 h 4893730"/>
              <a:gd name="connsiteX1166" fmla="*/ 6960138 w 8877359"/>
              <a:gd name="connsiteY1166" fmla="*/ 4720680 h 4893730"/>
              <a:gd name="connsiteX1167" fmla="*/ 6921062 w 8877359"/>
              <a:gd name="connsiteY1167" fmla="*/ 4681604 h 4893730"/>
              <a:gd name="connsiteX1168" fmla="*/ 6881986 w 8877359"/>
              <a:gd name="connsiteY1168" fmla="*/ 4720680 h 4893730"/>
              <a:gd name="connsiteX1169" fmla="*/ 6921062 w 8877359"/>
              <a:gd name="connsiteY1169" fmla="*/ 4759756 h 4893730"/>
              <a:gd name="connsiteX1170" fmla="*/ 6211810 w 8877359"/>
              <a:gd name="connsiteY1170" fmla="*/ 4759756 h 4893730"/>
              <a:gd name="connsiteX1171" fmla="*/ 6250886 w 8877359"/>
              <a:gd name="connsiteY1171" fmla="*/ 4720680 h 4893730"/>
              <a:gd name="connsiteX1172" fmla="*/ 6211810 w 8877359"/>
              <a:gd name="connsiteY1172" fmla="*/ 4681604 h 4893730"/>
              <a:gd name="connsiteX1173" fmla="*/ 6172734 w 8877359"/>
              <a:gd name="connsiteY1173" fmla="*/ 4720680 h 4893730"/>
              <a:gd name="connsiteX1174" fmla="*/ 6211810 w 8877359"/>
              <a:gd name="connsiteY1174" fmla="*/ 4759756 h 4893730"/>
              <a:gd name="connsiteX1175" fmla="*/ 5502558 w 8877359"/>
              <a:gd name="connsiteY1175" fmla="*/ 4759756 h 4893730"/>
              <a:gd name="connsiteX1176" fmla="*/ 5541634 w 8877359"/>
              <a:gd name="connsiteY1176" fmla="*/ 4720680 h 4893730"/>
              <a:gd name="connsiteX1177" fmla="*/ 5502558 w 8877359"/>
              <a:gd name="connsiteY1177" fmla="*/ 4681604 h 4893730"/>
              <a:gd name="connsiteX1178" fmla="*/ 5463482 w 8877359"/>
              <a:gd name="connsiteY1178" fmla="*/ 4720680 h 4893730"/>
              <a:gd name="connsiteX1179" fmla="*/ 5502558 w 8877359"/>
              <a:gd name="connsiteY1179" fmla="*/ 4759756 h 4893730"/>
              <a:gd name="connsiteX1180" fmla="*/ 4793306 w 8877359"/>
              <a:gd name="connsiteY1180" fmla="*/ 4759756 h 4893730"/>
              <a:gd name="connsiteX1181" fmla="*/ 4832382 w 8877359"/>
              <a:gd name="connsiteY1181" fmla="*/ 4720680 h 4893730"/>
              <a:gd name="connsiteX1182" fmla="*/ 4793306 w 8877359"/>
              <a:gd name="connsiteY1182" fmla="*/ 4681604 h 4893730"/>
              <a:gd name="connsiteX1183" fmla="*/ 4754230 w 8877359"/>
              <a:gd name="connsiteY1183" fmla="*/ 4720680 h 4893730"/>
              <a:gd name="connsiteX1184" fmla="*/ 4793306 w 8877359"/>
              <a:gd name="connsiteY1184" fmla="*/ 4759756 h 4893730"/>
              <a:gd name="connsiteX1185" fmla="*/ 4084054 w 8877359"/>
              <a:gd name="connsiteY1185" fmla="*/ 4759756 h 4893730"/>
              <a:gd name="connsiteX1186" fmla="*/ 4123130 w 8877359"/>
              <a:gd name="connsiteY1186" fmla="*/ 4720680 h 4893730"/>
              <a:gd name="connsiteX1187" fmla="*/ 4084054 w 8877359"/>
              <a:gd name="connsiteY1187" fmla="*/ 4681604 h 4893730"/>
              <a:gd name="connsiteX1188" fmla="*/ 4044986 w 8877359"/>
              <a:gd name="connsiteY1188" fmla="*/ 4720680 h 4893730"/>
              <a:gd name="connsiteX1189" fmla="*/ 4084054 w 8877359"/>
              <a:gd name="connsiteY1189" fmla="*/ 4759756 h 4893730"/>
              <a:gd name="connsiteX1190" fmla="*/ 3374809 w 8877359"/>
              <a:gd name="connsiteY1190" fmla="*/ 4759756 h 4893730"/>
              <a:gd name="connsiteX1191" fmla="*/ 3413885 w 8877359"/>
              <a:gd name="connsiteY1191" fmla="*/ 4720680 h 4893730"/>
              <a:gd name="connsiteX1192" fmla="*/ 3374809 w 8877359"/>
              <a:gd name="connsiteY1192" fmla="*/ 4681604 h 4893730"/>
              <a:gd name="connsiteX1193" fmla="*/ 3335733 w 8877359"/>
              <a:gd name="connsiteY1193" fmla="*/ 4720680 h 4893730"/>
              <a:gd name="connsiteX1194" fmla="*/ 3374809 w 8877359"/>
              <a:gd name="connsiteY1194" fmla="*/ 4759756 h 4893730"/>
              <a:gd name="connsiteX1195" fmla="*/ 2665558 w 8877359"/>
              <a:gd name="connsiteY1195" fmla="*/ 4759756 h 4893730"/>
              <a:gd name="connsiteX1196" fmla="*/ 2704634 w 8877359"/>
              <a:gd name="connsiteY1196" fmla="*/ 4720680 h 4893730"/>
              <a:gd name="connsiteX1197" fmla="*/ 2665558 w 8877359"/>
              <a:gd name="connsiteY1197" fmla="*/ 4681604 h 4893730"/>
              <a:gd name="connsiteX1198" fmla="*/ 2626481 w 8877359"/>
              <a:gd name="connsiteY1198" fmla="*/ 4720680 h 4893730"/>
              <a:gd name="connsiteX1199" fmla="*/ 2665558 w 8877359"/>
              <a:gd name="connsiteY1199" fmla="*/ 4759756 h 4893730"/>
              <a:gd name="connsiteX1200" fmla="*/ 1956307 w 8877359"/>
              <a:gd name="connsiteY1200" fmla="*/ 4759756 h 4893730"/>
              <a:gd name="connsiteX1201" fmla="*/ 1995382 w 8877359"/>
              <a:gd name="connsiteY1201" fmla="*/ 4720680 h 4893730"/>
              <a:gd name="connsiteX1202" fmla="*/ 1956307 w 8877359"/>
              <a:gd name="connsiteY1202" fmla="*/ 4681604 h 4893730"/>
              <a:gd name="connsiteX1203" fmla="*/ 1917231 w 8877359"/>
              <a:gd name="connsiteY1203" fmla="*/ 4720680 h 4893730"/>
              <a:gd name="connsiteX1204" fmla="*/ 1956307 w 8877359"/>
              <a:gd name="connsiteY1204" fmla="*/ 4759756 h 4893730"/>
              <a:gd name="connsiteX1205" fmla="*/ 1247054 w 8877359"/>
              <a:gd name="connsiteY1205" fmla="*/ 4759756 h 4893730"/>
              <a:gd name="connsiteX1206" fmla="*/ 1286131 w 8877359"/>
              <a:gd name="connsiteY1206" fmla="*/ 4720680 h 4893730"/>
              <a:gd name="connsiteX1207" fmla="*/ 1247054 w 8877359"/>
              <a:gd name="connsiteY1207" fmla="*/ 4681604 h 4893730"/>
              <a:gd name="connsiteX1208" fmla="*/ 1207978 w 8877359"/>
              <a:gd name="connsiteY1208" fmla="*/ 4720680 h 4893730"/>
              <a:gd name="connsiteX1209" fmla="*/ 1247054 w 8877359"/>
              <a:gd name="connsiteY1209" fmla="*/ 4759756 h 4893730"/>
              <a:gd name="connsiteX1210" fmla="*/ 537801 w 8877359"/>
              <a:gd name="connsiteY1210" fmla="*/ 4759756 h 4893730"/>
              <a:gd name="connsiteX1211" fmla="*/ 576878 w 8877359"/>
              <a:gd name="connsiteY1211" fmla="*/ 4720680 h 4893730"/>
              <a:gd name="connsiteX1212" fmla="*/ 537801 w 8877359"/>
              <a:gd name="connsiteY1212" fmla="*/ 4681604 h 4893730"/>
              <a:gd name="connsiteX1213" fmla="*/ 498725 w 8877359"/>
              <a:gd name="connsiteY1213" fmla="*/ 4720680 h 4893730"/>
              <a:gd name="connsiteX1214" fmla="*/ 537801 w 8877359"/>
              <a:gd name="connsiteY1214" fmla="*/ 4759756 h 4893730"/>
              <a:gd name="connsiteX1215" fmla="*/ 8653655 w 8877359"/>
              <a:gd name="connsiteY1215" fmla="*/ 4893730 h 4893730"/>
              <a:gd name="connsiteX1216" fmla="*/ 8688538 w 8877359"/>
              <a:gd name="connsiteY1216" fmla="*/ 4879281 h 4893730"/>
              <a:gd name="connsiteX1217" fmla="*/ 8694185 w 8877359"/>
              <a:gd name="connsiteY1217" fmla="*/ 4872437 h 4893730"/>
              <a:gd name="connsiteX1218" fmla="*/ 8699832 w 8877359"/>
              <a:gd name="connsiteY1218" fmla="*/ 4879281 h 4893730"/>
              <a:gd name="connsiteX1219" fmla="*/ 8734715 w 8877359"/>
              <a:gd name="connsiteY1219" fmla="*/ 4893730 h 4893730"/>
              <a:gd name="connsiteX1220" fmla="*/ 8784046 w 8877359"/>
              <a:gd name="connsiteY1220" fmla="*/ 4844398 h 4893730"/>
              <a:gd name="connsiteX1221" fmla="*/ 8783698 w 8877359"/>
              <a:gd name="connsiteY1221" fmla="*/ 4840941 h 4893730"/>
              <a:gd name="connsiteX1222" fmla="*/ 8792636 w 8877359"/>
              <a:gd name="connsiteY1222" fmla="*/ 4843715 h 4893730"/>
              <a:gd name="connsiteX1223" fmla="*/ 8802578 w 8877359"/>
              <a:gd name="connsiteY1223" fmla="*/ 4844717 h 4893730"/>
              <a:gd name="connsiteX1224" fmla="*/ 8851910 w 8877359"/>
              <a:gd name="connsiteY1224" fmla="*/ 4795386 h 4893730"/>
              <a:gd name="connsiteX1225" fmla="*/ 8843485 w 8877359"/>
              <a:gd name="connsiteY1225" fmla="*/ 4767804 h 4893730"/>
              <a:gd name="connsiteX1226" fmla="*/ 8840217 w 8877359"/>
              <a:gd name="connsiteY1226" fmla="*/ 4763844 h 4893730"/>
              <a:gd name="connsiteX1227" fmla="*/ 8847229 w 8877359"/>
              <a:gd name="connsiteY1227" fmla="*/ 4761667 h 4893730"/>
              <a:gd name="connsiteX1228" fmla="*/ 8877359 w 8877359"/>
              <a:gd name="connsiteY1228" fmla="*/ 4716212 h 4893730"/>
              <a:gd name="connsiteX1229" fmla="*/ 8847229 w 8877359"/>
              <a:gd name="connsiteY1229" fmla="*/ 4670757 h 4893730"/>
              <a:gd name="connsiteX1230" fmla="*/ 8840850 w 8877359"/>
              <a:gd name="connsiteY1230" fmla="*/ 4668777 h 4893730"/>
              <a:gd name="connsiteX1231" fmla="*/ 8843485 w 8877359"/>
              <a:gd name="connsiteY1231" fmla="*/ 4665583 h 4893730"/>
              <a:gd name="connsiteX1232" fmla="*/ 8851910 w 8877359"/>
              <a:gd name="connsiteY1232" fmla="*/ 4638001 h 4893730"/>
              <a:gd name="connsiteX1233" fmla="*/ 8802578 w 8877359"/>
              <a:gd name="connsiteY1233" fmla="*/ 4588669 h 4893730"/>
              <a:gd name="connsiteX1234" fmla="*/ 8787908 w 8877359"/>
              <a:gd name="connsiteY1234" fmla="*/ 4590887 h 4893730"/>
              <a:gd name="connsiteX1235" fmla="*/ 8783649 w 8877359"/>
              <a:gd name="connsiteY1235" fmla="*/ 4592935 h 4893730"/>
              <a:gd name="connsiteX1236" fmla="*/ 8784047 w 8877359"/>
              <a:gd name="connsiteY1236" fmla="*/ 4588989 h 4893730"/>
              <a:gd name="connsiteX1237" fmla="*/ 8734715 w 8877359"/>
              <a:gd name="connsiteY1237" fmla="*/ 4539657 h 4893730"/>
              <a:gd name="connsiteX1238" fmla="*/ 8699832 w 8877359"/>
              <a:gd name="connsiteY1238" fmla="*/ 4554106 h 4893730"/>
              <a:gd name="connsiteX1239" fmla="*/ 8694185 w 8877359"/>
              <a:gd name="connsiteY1239" fmla="*/ 4560950 h 4893730"/>
              <a:gd name="connsiteX1240" fmla="*/ 8688538 w 8877359"/>
              <a:gd name="connsiteY1240" fmla="*/ 4554106 h 4893730"/>
              <a:gd name="connsiteX1241" fmla="*/ 8653655 w 8877359"/>
              <a:gd name="connsiteY1241" fmla="*/ 4539657 h 4893730"/>
              <a:gd name="connsiteX1242" fmla="*/ 8604324 w 8877359"/>
              <a:gd name="connsiteY1242" fmla="*/ 4588989 h 4893730"/>
              <a:gd name="connsiteX1243" fmla="*/ 8604672 w 8877359"/>
              <a:gd name="connsiteY1243" fmla="*/ 4592446 h 4893730"/>
              <a:gd name="connsiteX1244" fmla="*/ 8595734 w 8877359"/>
              <a:gd name="connsiteY1244" fmla="*/ 4589671 h 4893730"/>
              <a:gd name="connsiteX1245" fmla="*/ 8585792 w 8877359"/>
              <a:gd name="connsiteY1245" fmla="*/ 4588669 h 4893730"/>
              <a:gd name="connsiteX1246" fmla="*/ 8536460 w 8877359"/>
              <a:gd name="connsiteY1246" fmla="*/ 4638001 h 4893730"/>
              <a:gd name="connsiteX1247" fmla="*/ 8544885 w 8877359"/>
              <a:gd name="connsiteY1247" fmla="*/ 4665583 h 4893730"/>
              <a:gd name="connsiteX1248" fmla="*/ 8547520 w 8877359"/>
              <a:gd name="connsiteY1248" fmla="*/ 4668777 h 4893730"/>
              <a:gd name="connsiteX1249" fmla="*/ 8541141 w 8877359"/>
              <a:gd name="connsiteY1249" fmla="*/ 4670757 h 4893730"/>
              <a:gd name="connsiteX1250" fmla="*/ 8511011 w 8877359"/>
              <a:gd name="connsiteY1250" fmla="*/ 4716212 h 4893730"/>
              <a:gd name="connsiteX1251" fmla="*/ 8541141 w 8877359"/>
              <a:gd name="connsiteY1251" fmla="*/ 4761667 h 4893730"/>
              <a:gd name="connsiteX1252" fmla="*/ 8548153 w 8877359"/>
              <a:gd name="connsiteY1252" fmla="*/ 4763844 h 4893730"/>
              <a:gd name="connsiteX1253" fmla="*/ 8544885 w 8877359"/>
              <a:gd name="connsiteY1253" fmla="*/ 4767804 h 4893730"/>
              <a:gd name="connsiteX1254" fmla="*/ 8536460 w 8877359"/>
              <a:gd name="connsiteY1254" fmla="*/ 4795386 h 4893730"/>
              <a:gd name="connsiteX1255" fmla="*/ 8585792 w 8877359"/>
              <a:gd name="connsiteY1255" fmla="*/ 4844717 h 4893730"/>
              <a:gd name="connsiteX1256" fmla="*/ 8595734 w 8877359"/>
              <a:gd name="connsiteY1256" fmla="*/ 4843715 h 4893730"/>
              <a:gd name="connsiteX1257" fmla="*/ 8604672 w 8877359"/>
              <a:gd name="connsiteY1257" fmla="*/ 4840941 h 4893730"/>
              <a:gd name="connsiteX1258" fmla="*/ 8604323 w 8877359"/>
              <a:gd name="connsiteY1258" fmla="*/ 4844398 h 4893730"/>
              <a:gd name="connsiteX1259" fmla="*/ 8653655 w 8877359"/>
              <a:gd name="connsiteY1259" fmla="*/ 4893730 h 4893730"/>
              <a:gd name="connsiteX1260" fmla="*/ 7944411 w 8877359"/>
              <a:gd name="connsiteY1260" fmla="*/ 4893730 h 4893730"/>
              <a:gd name="connsiteX1261" fmla="*/ 7979293 w 8877359"/>
              <a:gd name="connsiteY1261" fmla="*/ 4879281 h 4893730"/>
              <a:gd name="connsiteX1262" fmla="*/ 7984940 w 8877359"/>
              <a:gd name="connsiteY1262" fmla="*/ 4872437 h 4893730"/>
              <a:gd name="connsiteX1263" fmla="*/ 7990587 w 8877359"/>
              <a:gd name="connsiteY1263" fmla="*/ 4879281 h 4893730"/>
              <a:gd name="connsiteX1264" fmla="*/ 8025470 w 8877359"/>
              <a:gd name="connsiteY1264" fmla="*/ 4893730 h 4893730"/>
              <a:gd name="connsiteX1265" fmla="*/ 8074802 w 8877359"/>
              <a:gd name="connsiteY1265" fmla="*/ 4844398 h 4893730"/>
              <a:gd name="connsiteX1266" fmla="*/ 8074453 w 8877359"/>
              <a:gd name="connsiteY1266" fmla="*/ 4840941 h 4893730"/>
              <a:gd name="connsiteX1267" fmla="*/ 8083391 w 8877359"/>
              <a:gd name="connsiteY1267" fmla="*/ 4843715 h 4893730"/>
              <a:gd name="connsiteX1268" fmla="*/ 8093333 w 8877359"/>
              <a:gd name="connsiteY1268" fmla="*/ 4844717 h 4893730"/>
              <a:gd name="connsiteX1269" fmla="*/ 8142665 w 8877359"/>
              <a:gd name="connsiteY1269" fmla="*/ 4795386 h 4893730"/>
              <a:gd name="connsiteX1270" fmla="*/ 8134240 w 8877359"/>
              <a:gd name="connsiteY1270" fmla="*/ 4767804 h 4893730"/>
              <a:gd name="connsiteX1271" fmla="*/ 8130973 w 8877359"/>
              <a:gd name="connsiteY1271" fmla="*/ 4763844 h 4893730"/>
              <a:gd name="connsiteX1272" fmla="*/ 8137985 w 8877359"/>
              <a:gd name="connsiteY1272" fmla="*/ 4761667 h 4893730"/>
              <a:gd name="connsiteX1273" fmla="*/ 8168114 w 8877359"/>
              <a:gd name="connsiteY1273" fmla="*/ 4716212 h 4893730"/>
              <a:gd name="connsiteX1274" fmla="*/ 8137985 w 8877359"/>
              <a:gd name="connsiteY1274" fmla="*/ 4670757 h 4893730"/>
              <a:gd name="connsiteX1275" fmla="*/ 8131605 w 8877359"/>
              <a:gd name="connsiteY1275" fmla="*/ 4668777 h 4893730"/>
              <a:gd name="connsiteX1276" fmla="*/ 8134240 w 8877359"/>
              <a:gd name="connsiteY1276" fmla="*/ 4665583 h 4893730"/>
              <a:gd name="connsiteX1277" fmla="*/ 8142665 w 8877359"/>
              <a:gd name="connsiteY1277" fmla="*/ 4638001 h 4893730"/>
              <a:gd name="connsiteX1278" fmla="*/ 8093333 w 8877359"/>
              <a:gd name="connsiteY1278" fmla="*/ 4588669 h 4893730"/>
              <a:gd name="connsiteX1279" fmla="*/ 8078664 w 8877359"/>
              <a:gd name="connsiteY1279" fmla="*/ 4590887 h 4893730"/>
              <a:gd name="connsiteX1280" fmla="*/ 8074404 w 8877359"/>
              <a:gd name="connsiteY1280" fmla="*/ 4592935 h 4893730"/>
              <a:gd name="connsiteX1281" fmla="*/ 8074802 w 8877359"/>
              <a:gd name="connsiteY1281" fmla="*/ 4588989 h 4893730"/>
              <a:gd name="connsiteX1282" fmla="*/ 8025470 w 8877359"/>
              <a:gd name="connsiteY1282" fmla="*/ 4539657 h 4893730"/>
              <a:gd name="connsiteX1283" fmla="*/ 7990587 w 8877359"/>
              <a:gd name="connsiteY1283" fmla="*/ 4554106 h 4893730"/>
              <a:gd name="connsiteX1284" fmla="*/ 7984940 w 8877359"/>
              <a:gd name="connsiteY1284" fmla="*/ 4560950 h 4893730"/>
              <a:gd name="connsiteX1285" fmla="*/ 7979294 w 8877359"/>
              <a:gd name="connsiteY1285" fmla="*/ 4554106 h 4893730"/>
              <a:gd name="connsiteX1286" fmla="*/ 7944411 w 8877359"/>
              <a:gd name="connsiteY1286" fmla="*/ 4539657 h 4893730"/>
              <a:gd name="connsiteX1287" fmla="*/ 7895079 w 8877359"/>
              <a:gd name="connsiteY1287" fmla="*/ 4588989 h 4893730"/>
              <a:gd name="connsiteX1288" fmla="*/ 7895427 w 8877359"/>
              <a:gd name="connsiteY1288" fmla="*/ 4592446 h 4893730"/>
              <a:gd name="connsiteX1289" fmla="*/ 7886489 w 8877359"/>
              <a:gd name="connsiteY1289" fmla="*/ 4589671 h 4893730"/>
              <a:gd name="connsiteX1290" fmla="*/ 7876547 w 8877359"/>
              <a:gd name="connsiteY1290" fmla="*/ 4588669 h 4893730"/>
              <a:gd name="connsiteX1291" fmla="*/ 7827215 w 8877359"/>
              <a:gd name="connsiteY1291" fmla="*/ 4638001 h 4893730"/>
              <a:gd name="connsiteX1292" fmla="*/ 7835640 w 8877359"/>
              <a:gd name="connsiteY1292" fmla="*/ 4665583 h 4893730"/>
              <a:gd name="connsiteX1293" fmla="*/ 7838276 w 8877359"/>
              <a:gd name="connsiteY1293" fmla="*/ 4668777 h 4893730"/>
              <a:gd name="connsiteX1294" fmla="*/ 7831896 w 8877359"/>
              <a:gd name="connsiteY1294" fmla="*/ 4670757 h 4893730"/>
              <a:gd name="connsiteX1295" fmla="*/ 7801766 w 8877359"/>
              <a:gd name="connsiteY1295" fmla="*/ 4716212 h 4893730"/>
              <a:gd name="connsiteX1296" fmla="*/ 7831896 w 8877359"/>
              <a:gd name="connsiteY1296" fmla="*/ 4761667 h 4893730"/>
              <a:gd name="connsiteX1297" fmla="*/ 7838908 w 8877359"/>
              <a:gd name="connsiteY1297" fmla="*/ 4763844 h 4893730"/>
              <a:gd name="connsiteX1298" fmla="*/ 7835640 w 8877359"/>
              <a:gd name="connsiteY1298" fmla="*/ 4767804 h 4893730"/>
              <a:gd name="connsiteX1299" fmla="*/ 7827215 w 8877359"/>
              <a:gd name="connsiteY1299" fmla="*/ 4795386 h 4893730"/>
              <a:gd name="connsiteX1300" fmla="*/ 7876547 w 8877359"/>
              <a:gd name="connsiteY1300" fmla="*/ 4844717 h 4893730"/>
              <a:gd name="connsiteX1301" fmla="*/ 7886489 w 8877359"/>
              <a:gd name="connsiteY1301" fmla="*/ 4843715 h 4893730"/>
              <a:gd name="connsiteX1302" fmla="*/ 7895427 w 8877359"/>
              <a:gd name="connsiteY1302" fmla="*/ 4840941 h 4893730"/>
              <a:gd name="connsiteX1303" fmla="*/ 7895079 w 8877359"/>
              <a:gd name="connsiteY1303" fmla="*/ 4844398 h 4893730"/>
              <a:gd name="connsiteX1304" fmla="*/ 7944411 w 8877359"/>
              <a:gd name="connsiteY1304" fmla="*/ 4893730 h 4893730"/>
              <a:gd name="connsiteX1305" fmla="*/ 7235159 w 8877359"/>
              <a:gd name="connsiteY1305" fmla="*/ 4893730 h 4893730"/>
              <a:gd name="connsiteX1306" fmla="*/ 7270041 w 8877359"/>
              <a:gd name="connsiteY1306" fmla="*/ 4879281 h 4893730"/>
              <a:gd name="connsiteX1307" fmla="*/ 7275688 w 8877359"/>
              <a:gd name="connsiteY1307" fmla="*/ 4872437 h 4893730"/>
              <a:gd name="connsiteX1308" fmla="*/ 7281335 w 8877359"/>
              <a:gd name="connsiteY1308" fmla="*/ 4879281 h 4893730"/>
              <a:gd name="connsiteX1309" fmla="*/ 7316218 w 8877359"/>
              <a:gd name="connsiteY1309" fmla="*/ 4893730 h 4893730"/>
              <a:gd name="connsiteX1310" fmla="*/ 7365550 w 8877359"/>
              <a:gd name="connsiteY1310" fmla="*/ 4844398 h 4893730"/>
              <a:gd name="connsiteX1311" fmla="*/ 7365201 w 8877359"/>
              <a:gd name="connsiteY1311" fmla="*/ 4840941 h 4893730"/>
              <a:gd name="connsiteX1312" fmla="*/ 7374139 w 8877359"/>
              <a:gd name="connsiteY1312" fmla="*/ 4843715 h 4893730"/>
              <a:gd name="connsiteX1313" fmla="*/ 7384081 w 8877359"/>
              <a:gd name="connsiteY1313" fmla="*/ 4844717 h 4893730"/>
              <a:gd name="connsiteX1314" fmla="*/ 7433413 w 8877359"/>
              <a:gd name="connsiteY1314" fmla="*/ 4795386 h 4893730"/>
              <a:gd name="connsiteX1315" fmla="*/ 7424988 w 8877359"/>
              <a:gd name="connsiteY1315" fmla="*/ 4767804 h 4893730"/>
              <a:gd name="connsiteX1316" fmla="*/ 7421721 w 8877359"/>
              <a:gd name="connsiteY1316" fmla="*/ 4763844 h 4893730"/>
              <a:gd name="connsiteX1317" fmla="*/ 7428733 w 8877359"/>
              <a:gd name="connsiteY1317" fmla="*/ 4761667 h 4893730"/>
              <a:gd name="connsiteX1318" fmla="*/ 7458862 w 8877359"/>
              <a:gd name="connsiteY1318" fmla="*/ 4716212 h 4893730"/>
              <a:gd name="connsiteX1319" fmla="*/ 7428733 w 8877359"/>
              <a:gd name="connsiteY1319" fmla="*/ 4670757 h 4893730"/>
              <a:gd name="connsiteX1320" fmla="*/ 7422353 w 8877359"/>
              <a:gd name="connsiteY1320" fmla="*/ 4668777 h 4893730"/>
              <a:gd name="connsiteX1321" fmla="*/ 7424988 w 8877359"/>
              <a:gd name="connsiteY1321" fmla="*/ 4665583 h 4893730"/>
              <a:gd name="connsiteX1322" fmla="*/ 7433413 w 8877359"/>
              <a:gd name="connsiteY1322" fmla="*/ 4638001 h 4893730"/>
              <a:gd name="connsiteX1323" fmla="*/ 7384081 w 8877359"/>
              <a:gd name="connsiteY1323" fmla="*/ 4588669 h 4893730"/>
              <a:gd name="connsiteX1324" fmla="*/ 7369412 w 8877359"/>
              <a:gd name="connsiteY1324" fmla="*/ 4590887 h 4893730"/>
              <a:gd name="connsiteX1325" fmla="*/ 7365152 w 8877359"/>
              <a:gd name="connsiteY1325" fmla="*/ 4592935 h 4893730"/>
              <a:gd name="connsiteX1326" fmla="*/ 7365550 w 8877359"/>
              <a:gd name="connsiteY1326" fmla="*/ 4588989 h 4893730"/>
              <a:gd name="connsiteX1327" fmla="*/ 7316218 w 8877359"/>
              <a:gd name="connsiteY1327" fmla="*/ 4539657 h 4893730"/>
              <a:gd name="connsiteX1328" fmla="*/ 7281335 w 8877359"/>
              <a:gd name="connsiteY1328" fmla="*/ 4554106 h 4893730"/>
              <a:gd name="connsiteX1329" fmla="*/ 7275688 w 8877359"/>
              <a:gd name="connsiteY1329" fmla="*/ 4560950 h 4893730"/>
              <a:gd name="connsiteX1330" fmla="*/ 7270042 w 8877359"/>
              <a:gd name="connsiteY1330" fmla="*/ 4554106 h 4893730"/>
              <a:gd name="connsiteX1331" fmla="*/ 7235159 w 8877359"/>
              <a:gd name="connsiteY1331" fmla="*/ 4539657 h 4893730"/>
              <a:gd name="connsiteX1332" fmla="*/ 7185827 w 8877359"/>
              <a:gd name="connsiteY1332" fmla="*/ 4588989 h 4893730"/>
              <a:gd name="connsiteX1333" fmla="*/ 7186175 w 8877359"/>
              <a:gd name="connsiteY1333" fmla="*/ 4592446 h 4893730"/>
              <a:gd name="connsiteX1334" fmla="*/ 7177237 w 8877359"/>
              <a:gd name="connsiteY1334" fmla="*/ 4589671 h 4893730"/>
              <a:gd name="connsiteX1335" fmla="*/ 7167295 w 8877359"/>
              <a:gd name="connsiteY1335" fmla="*/ 4588669 h 4893730"/>
              <a:gd name="connsiteX1336" fmla="*/ 7117963 w 8877359"/>
              <a:gd name="connsiteY1336" fmla="*/ 4638001 h 4893730"/>
              <a:gd name="connsiteX1337" fmla="*/ 7126388 w 8877359"/>
              <a:gd name="connsiteY1337" fmla="*/ 4665583 h 4893730"/>
              <a:gd name="connsiteX1338" fmla="*/ 7129024 w 8877359"/>
              <a:gd name="connsiteY1338" fmla="*/ 4668777 h 4893730"/>
              <a:gd name="connsiteX1339" fmla="*/ 7122644 w 8877359"/>
              <a:gd name="connsiteY1339" fmla="*/ 4670757 h 4893730"/>
              <a:gd name="connsiteX1340" fmla="*/ 7092514 w 8877359"/>
              <a:gd name="connsiteY1340" fmla="*/ 4716212 h 4893730"/>
              <a:gd name="connsiteX1341" fmla="*/ 7122644 w 8877359"/>
              <a:gd name="connsiteY1341" fmla="*/ 4761667 h 4893730"/>
              <a:gd name="connsiteX1342" fmla="*/ 7129656 w 8877359"/>
              <a:gd name="connsiteY1342" fmla="*/ 4763844 h 4893730"/>
              <a:gd name="connsiteX1343" fmla="*/ 7126388 w 8877359"/>
              <a:gd name="connsiteY1343" fmla="*/ 4767804 h 4893730"/>
              <a:gd name="connsiteX1344" fmla="*/ 7117963 w 8877359"/>
              <a:gd name="connsiteY1344" fmla="*/ 4795386 h 4893730"/>
              <a:gd name="connsiteX1345" fmla="*/ 7167295 w 8877359"/>
              <a:gd name="connsiteY1345" fmla="*/ 4844717 h 4893730"/>
              <a:gd name="connsiteX1346" fmla="*/ 7177237 w 8877359"/>
              <a:gd name="connsiteY1346" fmla="*/ 4843715 h 4893730"/>
              <a:gd name="connsiteX1347" fmla="*/ 7186175 w 8877359"/>
              <a:gd name="connsiteY1347" fmla="*/ 4840941 h 4893730"/>
              <a:gd name="connsiteX1348" fmla="*/ 7185827 w 8877359"/>
              <a:gd name="connsiteY1348" fmla="*/ 4844398 h 4893730"/>
              <a:gd name="connsiteX1349" fmla="*/ 7235159 w 8877359"/>
              <a:gd name="connsiteY1349" fmla="*/ 4893730 h 4893730"/>
              <a:gd name="connsiteX1350" fmla="*/ 6525907 w 8877359"/>
              <a:gd name="connsiteY1350" fmla="*/ 4893730 h 4893730"/>
              <a:gd name="connsiteX1351" fmla="*/ 6560789 w 8877359"/>
              <a:gd name="connsiteY1351" fmla="*/ 4879281 h 4893730"/>
              <a:gd name="connsiteX1352" fmla="*/ 6566436 w 8877359"/>
              <a:gd name="connsiteY1352" fmla="*/ 4872437 h 4893730"/>
              <a:gd name="connsiteX1353" fmla="*/ 6572083 w 8877359"/>
              <a:gd name="connsiteY1353" fmla="*/ 4879281 h 4893730"/>
              <a:gd name="connsiteX1354" fmla="*/ 6606966 w 8877359"/>
              <a:gd name="connsiteY1354" fmla="*/ 4893730 h 4893730"/>
              <a:gd name="connsiteX1355" fmla="*/ 6656298 w 8877359"/>
              <a:gd name="connsiteY1355" fmla="*/ 4844398 h 4893730"/>
              <a:gd name="connsiteX1356" fmla="*/ 6655949 w 8877359"/>
              <a:gd name="connsiteY1356" fmla="*/ 4840941 h 4893730"/>
              <a:gd name="connsiteX1357" fmla="*/ 6664887 w 8877359"/>
              <a:gd name="connsiteY1357" fmla="*/ 4843715 h 4893730"/>
              <a:gd name="connsiteX1358" fmla="*/ 6674829 w 8877359"/>
              <a:gd name="connsiteY1358" fmla="*/ 4844717 h 4893730"/>
              <a:gd name="connsiteX1359" fmla="*/ 6724161 w 8877359"/>
              <a:gd name="connsiteY1359" fmla="*/ 4795386 h 4893730"/>
              <a:gd name="connsiteX1360" fmla="*/ 6715736 w 8877359"/>
              <a:gd name="connsiteY1360" fmla="*/ 4767804 h 4893730"/>
              <a:gd name="connsiteX1361" fmla="*/ 6712469 w 8877359"/>
              <a:gd name="connsiteY1361" fmla="*/ 4763844 h 4893730"/>
              <a:gd name="connsiteX1362" fmla="*/ 6719481 w 8877359"/>
              <a:gd name="connsiteY1362" fmla="*/ 4761667 h 4893730"/>
              <a:gd name="connsiteX1363" fmla="*/ 6749610 w 8877359"/>
              <a:gd name="connsiteY1363" fmla="*/ 4716212 h 4893730"/>
              <a:gd name="connsiteX1364" fmla="*/ 6719481 w 8877359"/>
              <a:gd name="connsiteY1364" fmla="*/ 4670757 h 4893730"/>
              <a:gd name="connsiteX1365" fmla="*/ 6713101 w 8877359"/>
              <a:gd name="connsiteY1365" fmla="*/ 4668777 h 4893730"/>
              <a:gd name="connsiteX1366" fmla="*/ 6715736 w 8877359"/>
              <a:gd name="connsiteY1366" fmla="*/ 4665583 h 4893730"/>
              <a:gd name="connsiteX1367" fmla="*/ 6724161 w 8877359"/>
              <a:gd name="connsiteY1367" fmla="*/ 4638001 h 4893730"/>
              <a:gd name="connsiteX1368" fmla="*/ 6674829 w 8877359"/>
              <a:gd name="connsiteY1368" fmla="*/ 4588669 h 4893730"/>
              <a:gd name="connsiteX1369" fmla="*/ 6660160 w 8877359"/>
              <a:gd name="connsiteY1369" fmla="*/ 4590887 h 4893730"/>
              <a:gd name="connsiteX1370" fmla="*/ 6655900 w 8877359"/>
              <a:gd name="connsiteY1370" fmla="*/ 4592935 h 4893730"/>
              <a:gd name="connsiteX1371" fmla="*/ 6656298 w 8877359"/>
              <a:gd name="connsiteY1371" fmla="*/ 4588989 h 4893730"/>
              <a:gd name="connsiteX1372" fmla="*/ 6606966 w 8877359"/>
              <a:gd name="connsiteY1372" fmla="*/ 4539657 h 4893730"/>
              <a:gd name="connsiteX1373" fmla="*/ 6572083 w 8877359"/>
              <a:gd name="connsiteY1373" fmla="*/ 4554106 h 4893730"/>
              <a:gd name="connsiteX1374" fmla="*/ 6566436 w 8877359"/>
              <a:gd name="connsiteY1374" fmla="*/ 4560950 h 4893730"/>
              <a:gd name="connsiteX1375" fmla="*/ 6560790 w 8877359"/>
              <a:gd name="connsiteY1375" fmla="*/ 4554106 h 4893730"/>
              <a:gd name="connsiteX1376" fmla="*/ 6525907 w 8877359"/>
              <a:gd name="connsiteY1376" fmla="*/ 4539657 h 4893730"/>
              <a:gd name="connsiteX1377" fmla="*/ 6476575 w 8877359"/>
              <a:gd name="connsiteY1377" fmla="*/ 4588989 h 4893730"/>
              <a:gd name="connsiteX1378" fmla="*/ 6476923 w 8877359"/>
              <a:gd name="connsiteY1378" fmla="*/ 4592446 h 4893730"/>
              <a:gd name="connsiteX1379" fmla="*/ 6467985 w 8877359"/>
              <a:gd name="connsiteY1379" fmla="*/ 4589671 h 4893730"/>
              <a:gd name="connsiteX1380" fmla="*/ 6458043 w 8877359"/>
              <a:gd name="connsiteY1380" fmla="*/ 4588669 h 4893730"/>
              <a:gd name="connsiteX1381" fmla="*/ 6408711 w 8877359"/>
              <a:gd name="connsiteY1381" fmla="*/ 4638001 h 4893730"/>
              <a:gd name="connsiteX1382" fmla="*/ 6417136 w 8877359"/>
              <a:gd name="connsiteY1382" fmla="*/ 4665583 h 4893730"/>
              <a:gd name="connsiteX1383" fmla="*/ 6419772 w 8877359"/>
              <a:gd name="connsiteY1383" fmla="*/ 4668777 h 4893730"/>
              <a:gd name="connsiteX1384" fmla="*/ 6413392 w 8877359"/>
              <a:gd name="connsiteY1384" fmla="*/ 4670757 h 4893730"/>
              <a:gd name="connsiteX1385" fmla="*/ 6383262 w 8877359"/>
              <a:gd name="connsiteY1385" fmla="*/ 4716212 h 4893730"/>
              <a:gd name="connsiteX1386" fmla="*/ 6413392 w 8877359"/>
              <a:gd name="connsiteY1386" fmla="*/ 4761667 h 4893730"/>
              <a:gd name="connsiteX1387" fmla="*/ 6420404 w 8877359"/>
              <a:gd name="connsiteY1387" fmla="*/ 4763844 h 4893730"/>
              <a:gd name="connsiteX1388" fmla="*/ 6417136 w 8877359"/>
              <a:gd name="connsiteY1388" fmla="*/ 4767804 h 4893730"/>
              <a:gd name="connsiteX1389" fmla="*/ 6408711 w 8877359"/>
              <a:gd name="connsiteY1389" fmla="*/ 4795386 h 4893730"/>
              <a:gd name="connsiteX1390" fmla="*/ 6458043 w 8877359"/>
              <a:gd name="connsiteY1390" fmla="*/ 4844717 h 4893730"/>
              <a:gd name="connsiteX1391" fmla="*/ 6467985 w 8877359"/>
              <a:gd name="connsiteY1391" fmla="*/ 4843715 h 4893730"/>
              <a:gd name="connsiteX1392" fmla="*/ 6476923 w 8877359"/>
              <a:gd name="connsiteY1392" fmla="*/ 4840941 h 4893730"/>
              <a:gd name="connsiteX1393" fmla="*/ 6476575 w 8877359"/>
              <a:gd name="connsiteY1393" fmla="*/ 4844398 h 4893730"/>
              <a:gd name="connsiteX1394" fmla="*/ 6525907 w 8877359"/>
              <a:gd name="connsiteY1394" fmla="*/ 4893730 h 4893730"/>
              <a:gd name="connsiteX1395" fmla="*/ 5816655 w 8877359"/>
              <a:gd name="connsiteY1395" fmla="*/ 4893730 h 4893730"/>
              <a:gd name="connsiteX1396" fmla="*/ 5851537 w 8877359"/>
              <a:gd name="connsiteY1396" fmla="*/ 4879281 h 4893730"/>
              <a:gd name="connsiteX1397" fmla="*/ 5857184 w 8877359"/>
              <a:gd name="connsiteY1397" fmla="*/ 4872437 h 4893730"/>
              <a:gd name="connsiteX1398" fmla="*/ 5862831 w 8877359"/>
              <a:gd name="connsiteY1398" fmla="*/ 4879281 h 4893730"/>
              <a:gd name="connsiteX1399" fmla="*/ 5897714 w 8877359"/>
              <a:gd name="connsiteY1399" fmla="*/ 4893730 h 4893730"/>
              <a:gd name="connsiteX1400" fmla="*/ 5947046 w 8877359"/>
              <a:gd name="connsiteY1400" fmla="*/ 4844398 h 4893730"/>
              <a:gd name="connsiteX1401" fmla="*/ 5946697 w 8877359"/>
              <a:gd name="connsiteY1401" fmla="*/ 4840941 h 4893730"/>
              <a:gd name="connsiteX1402" fmla="*/ 5955635 w 8877359"/>
              <a:gd name="connsiteY1402" fmla="*/ 4843715 h 4893730"/>
              <a:gd name="connsiteX1403" fmla="*/ 5965577 w 8877359"/>
              <a:gd name="connsiteY1403" fmla="*/ 4844717 h 4893730"/>
              <a:gd name="connsiteX1404" fmla="*/ 6014909 w 8877359"/>
              <a:gd name="connsiteY1404" fmla="*/ 4795386 h 4893730"/>
              <a:gd name="connsiteX1405" fmla="*/ 6006484 w 8877359"/>
              <a:gd name="connsiteY1405" fmla="*/ 4767804 h 4893730"/>
              <a:gd name="connsiteX1406" fmla="*/ 6003217 w 8877359"/>
              <a:gd name="connsiteY1406" fmla="*/ 4763844 h 4893730"/>
              <a:gd name="connsiteX1407" fmla="*/ 6010229 w 8877359"/>
              <a:gd name="connsiteY1407" fmla="*/ 4761667 h 4893730"/>
              <a:gd name="connsiteX1408" fmla="*/ 6040358 w 8877359"/>
              <a:gd name="connsiteY1408" fmla="*/ 4716212 h 4893730"/>
              <a:gd name="connsiteX1409" fmla="*/ 6010229 w 8877359"/>
              <a:gd name="connsiteY1409" fmla="*/ 4670757 h 4893730"/>
              <a:gd name="connsiteX1410" fmla="*/ 6003849 w 8877359"/>
              <a:gd name="connsiteY1410" fmla="*/ 4668777 h 4893730"/>
              <a:gd name="connsiteX1411" fmla="*/ 6006484 w 8877359"/>
              <a:gd name="connsiteY1411" fmla="*/ 4665583 h 4893730"/>
              <a:gd name="connsiteX1412" fmla="*/ 6014909 w 8877359"/>
              <a:gd name="connsiteY1412" fmla="*/ 4638001 h 4893730"/>
              <a:gd name="connsiteX1413" fmla="*/ 5965577 w 8877359"/>
              <a:gd name="connsiteY1413" fmla="*/ 4588669 h 4893730"/>
              <a:gd name="connsiteX1414" fmla="*/ 5950908 w 8877359"/>
              <a:gd name="connsiteY1414" fmla="*/ 4590887 h 4893730"/>
              <a:gd name="connsiteX1415" fmla="*/ 5946648 w 8877359"/>
              <a:gd name="connsiteY1415" fmla="*/ 4592935 h 4893730"/>
              <a:gd name="connsiteX1416" fmla="*/ 5947046 w 8877359"/>
              <a:gd name="connsiteY1416" fmla="*/ 4588989 h 4893730"/>
              <a:gd name="connsiteX1417" fmla="*/ 5897714 w 8877359"/>
              <a:gd name="connsiteY1417" fmla="*/ 4539657 h 4893730"/>
              <a:gd name="connsiteX1418" fmla="*/ 5862831 w 8877359"/>
              <a:gd name="connsiteY1418" fmla="*/ 4554106 h 4893730"/>
              <a:gd name="connsiteX1419" fmla="*/ 5857184 w 8877359"/>
              <a:gd name="connsiteY1419" fmla="*/ 4560950 h 4893730"/>
              <a:gd name="connsiteX1420" fmla="*/ 5851538 w 8877359"/>
              <a:gd name="connsiteY1420" fmla="*/ 4554106 h 4893730"/>
              <a:gd name="connsiteX1421" fmla="*/ 5816655 w 8877359"/>
              <a:gd name="connsiteY1421" fmla="*/ 4539657 h 4893730"/>
              <a:gd name="connsiteX1422" fmla="*/ 5767323 w 8877359"/>
              <a:gd name="connsiteY1422" fmla="*/ 4588989 h 4893730"/>
              <a:gd name="connsiteX1423" fmla="*/ 5767671 w 8877359"/>
              <a:gd name="connsiteY1423" fmla="*/ 4592446 h 4893730"/>
              <a:gd name="connsiteX1424" fmla="*/ 5758733 w 8877359"/>
              <a:gd name="connsiteY1424" fmla="*/ 4589671 h 4893730"/>
              <a:gd name="connsiteX1425" fmla="*/ 5748791 w 8877359"/>
              <a:gd name="connsiteY1425" fmla="*/ 4588669 h 4893730"/>
              <a:gd name="connsiteX1426" fmla="*/ 5699459 w 8877359"/>
              <a:gd name="connsiteY1426" fmla="*/ 4638001 h 4893730"/>
              <a:gd name="connsiteX1427" fmla="*/ 5707884 w 8877359"/>
              <a:gd name="connsiteY1427" fmla="*/ 4665583 h 4893730"/>
              <a:gd name="connsiteX1428" fmla="*/ 5710520 w 8877359"/>
              <a:gd name="connsiteY1428" fmla="*/ 4668777 h 4893730"/>
              <a:gd name="connsiteX1429" fmla="*/ 5704140 w 8877359"/>
              <a:gd name="connsiteY1429" fmla="*/ 4670757 h 4893730"/>
              <a:gd name="connsiteX1430" fmla="*/ 5674010 w 8877359"/>
              <a:gd name="connsiteY1430" fmla="*/ 4716212 h 4893730"/>
              <a:gd name="connsiteX1431" fmla="*/ 5704140 w 8877359"/>
              <a:gd name="connsiteY1431" fmla="*/ 4761667 h 4893730"/>
              <a:gd name="connsiteX1432" fmla="*/ 5711152 w 8877359"/>
              <a:gd name="connsiteY1432" fmla="*/ 4763844 h 4893730"/>
              <a:gd name="connsiteX1433" fmla="*/ 5707884 w 8877359"/>
              <a:gd name="connsiteY1433" fmla="*/ 4767804 h 4893730"/>
              <a:gd name="connsiteX1434" fmla="*/ 5699459 w 8877359"/>
              <a:gd name="connsiteY1434" fmla="*/ 4795386 h 4893730"/>
              <a:gd name="connsiteX1435" fmla="*/ 5748791 w 8877359"/>
              <a:gd name="connsiteY1435" fmla="*/ 4844717 h 4893730"/>
              <a:gd name="connsiteX1436" fmla="*/ 5758733 w 8877359"/>
              <a:gd name="connsiteY1436" fmla="*/ 4843715 h 4893730"/>
              <a:gd name="connsiteX1437" fmla="*/ 5767671 w 8877359"/>
              <a:gd name="connsiteY1437" fmla="*/ 4840941 h 4893730"/>
              <a:gd name="connsiteX1438" fmla="*/ 5767323 w 8877359"/>
              <a:gd name="connsiteY1438" fmla="*/ 4844398 h 4893730"/>
              <a:gd name="connsiteX1439" fmla="*/ 5816655 w 8877359"/>
              <a:gd name="connsiteY1439" fmla="*/ 4893730 h 4893730"/>
              <a:gd name="connsiteX1440" fmla="*/ 5107403 w 8877359"/>
              <a:gd name="connsiteY1440" fmla="*/ 4893730 h 4893730"/>
              <a:gd name="connsiteX1441" fmla="*/ 5142285 w 8877359"/>
              <a:gd name="connsiteY1441" fmla="*/ 4879281 h 4893730"/>
              <a:gd name="connsiteX1442" fmla="*/ 5147932 w 8877359"/>
              <a:gd name="connsiteY1442" fmla="*/ 4872437 h 4893730"/>
              <a:gd name="connsiteX1443" fmla="*/ 5153579 w 8877359"/>
              <a:gd name="connsiteY1443" fmla="*/ 4879281 h 4893730"/>
              <a:gd name="connsiteX1444" fmla="*/ 5188462 w 8877359"/>
              <a:gd name="connsiteY1444" fmla="*/ 4893730 h 4893730"/>
              <a:gd name="connsiteX1445" fmla="*/ 5237794 w 8877359"/>
              <a:gd name="connsiteY1445" fmla="*/ 4844398 h 4893730"/>
              <a:gd name="connsiteX1446" fmla="*/ 5237445 w 8877359"/>
              <a:gd name="connsiteY1446" fmla="*/ 4840941 h 4893730"/>
              <a:gd name="connsiteX1447" fmla="*/ 5246383 w 8877359"/>
              <a:gd name="connsiteY1447" fmla="*/ 4843715 h 4893730"/>
              <a:gd name="connsiteX1448" fmla="*/ 5256325 w 8877359"/>
              <a:gd name="connsiteY1448" fmla="*/ 4844717 h 4893730"/>
              <a:gd name="connsiteX1449" fmla="*/ 5305657 w 8877359"/>
              <a:gd name="connsiteY1449" fmla="*/ 4795386 h 4893730"/>
              <a:gd name="connsiteX1450" fmla="*/ 5297232 w 8877359"/>
              <a:gd name="connsiteY1450" fmla="*/ 4767804 h 4893730"/>
              <a:gd name="connsiteX1451" fmla="*/ 5293965 w 8877359"/>
              <a:gd name="connsiteY1451" fmla="*/ 4763844 h 4893730"/>
              <a:gd name="connsiteX1452" fmla="*/ 5300977 w 8877359"/>
              <a:gd name="connsiteY1452" fmla="*/ 4761667 h 4893730"/>
              <a:gd name="connsiteX1453" fmla="*/ 5331106 w 8877359"/>
              <a:gd name="connsiteY1453" fmla="*/ 4716212 h 4893730"/>
              <a:gd name="connsiteX1454" fmla="*/ 5300977 w 8877359"/>
              <a:gd name="connsiteY1454" fmla="*/ 4670757 h 4893730"/>
              <a:gd name="connsiteX1455" fmla="*/ 5294597 w 8877359"/>
              <a:gd name="connsiteY1455" fmla="*/ 4668777 h 4893730"/>
              <a:gd name="connsiteX1456" fmla="*/ 5297232 w 8877359"/>
              <a:gd name="connsiteY1456" fmla="*/ 4665583 h 4893730"/>
              <a:gd name="connsiteX1457" fmla="*/ 5305657 w 8877359"/>
              <a:gd name="connsiteY1457" fmla="*/ 4638001 h 4893730"/>
              <a:gd name="connsiteX1458" fmla="*/ 5256325 w 8877359"/>
              <a:gd name="connsiteY1458" fmla="*/ 4588669 h 4893730"/>
              <a:gd name="connsiteX1459" fmla="*/ 5241656 w 8877359"/>
              <a:gd name="connsiteY1459" fmla="*/ 4590887 h 4893730"/>
              <a:gd name="connsiteX1460" fmla="*/ 5237396 w 8877359"/>
              <a:gd name="connsiteY1460" fmla="*/ 4592935 h 4893730"/>
              <a:gd name="connsiteX1461" fmla="*/ 5237794 w 8877359"/>
              <a:gd name="connsiteY1461" fmla="*/ 4588989 h 4893730"/>
              <a:gd name="connsiteX1462" fmla="*/ 5188462 w 8877359"/>
              <a:gd name="connsiteY1462" fmla="*/ 4539657 h 4893730"/>
              <a:gd name="connsiteX1463" fmla="*/ 5153579 w 8877359"/>
              <a:gd name="connsiteY1463" fmla="*/ 4554106 h 4893730"/>
              <a:gd name="connsiteX1464" fmla="*/ 5147932 w 8877359"/>
              <a:gd name="connsiteY1464" fmla="*/ 4560950 h 4893730"/>
              <a:gd name="connsiteX1465" fmla="*/ 5142286 w 8877359"/>
              <a:gd name="connsiteY1465" fmla="*/ 4554106 h 4893730"/>
              <a:gd name="connsiteX1466" fmla="*/ 5107403 w 8877359"/>
              <a:gd name="connsiteY1466" fmla="*/ 4539657 h 4893730"/>
              <a:gd name="connsiteX1467" fmla="*/ 5058071 w 8877359"/>
              <a:gd name="connsiteY1467" fmla="*/ 4588989 h 4893730"/>
              <a:gd name="connsiteX1468" fmla="*/ 5058419 w 8877359"/>
              <a:gd name="connsiteY1468" fmla="*/ 4592446 h 4893730"/>
              <a:gd name="connsiteX1469" fmla="*/ 5049481 w 8877359"/>
              <a:gd name="connsiteY1469" fmla="*/ 4589671 h 4893730"/>
              <a:gd name="connsiteX1470" fmla="*/ 5039539 w 8877359"/>
              <a:gd name="connsiteY1470" fmla="*/ 4588669 h 4893730"/>
              <a:gd name="connsiteX1471" fmla="*/ 4990207 w 8877359"/>
              <a:gd name="connsiteY1471" fmla="*/ 4638001 h 4893730"/>
              <a:gd name="connsiteX1472" fmla="*/ 4998632 w 8877359"/>
              <a:gd name="connsiteY1472" fmla="*/ 4665583 h 4893730"/>
              <a:gd name="connsiteX1473" fmla="*/ 5001268 w 8877359"/>
              <a:gd name="connsiteY1473" fmla="*/ 4668777 h 4893730"/>
              <a:gd name="connsiteX1474" fmla="*/ 4994888 w 8877359"/>
              <a:gd name="connsiteY1474" fmla="*/ 4670757 h 4893730"/>
              <a:gd name="connsiteX1475" fmla="*/ 4964758 w 8877359"/>
              <a:gd name="connsiteY1475" fmla="*/ 4716212 h 4893730"/>
              <a:gd name="connsiteX1476" fmla="*/ 4994888 w 8877359"/>
              <a:gd name="connsiteY1476" fmla="*/ 4761667 h 4893730"/>
              <a:gd name="connsiteX1477" fmla="*/ 5001900 w 8877359"/>
              <a:gd name="connsiteY1477" fmla="*/ 4763844 h 4893730"/>
              <a:gd name="connsiteX1478" fmla="*/ 4998632 w 8877359"/>
              <a:gd name="connsiteY1478" fmla="*/ 4767804 h 4893730"/>
              <a:gd name="connsiteX1479" fmla="*/ 4990207 w 8877359"/>
              <a:gd name="connsiteY1479" fmla="*/ 4795386 h 4893730"/>
              <a:gd name="connsiteX1480" fmla="*/ 5039539 w 8877359"/>
              <a:gd name="connsiteY1480" fmla="*/ 4844717 h 4893730"/>
              <a:gd name="connsiteX1481" fmla="*/ 5049481 w 8877359"/>
              <a:gd name="connsiteY1481" fmla="*/ 4843715 h 4893730"/>
              <a:gd name="connsiteX1482" fmla="*/ 5058419 w 8877359"/>
              <a:gd name="connsiteY1482" fmla="*/ 4840941 h 4893730"/>
              <a:gd name="connsiteX1483" fmla="*/ 5058071 w 8877359"/>
              <a:gd name="connsiteY1483" fmla="*/ 4844398 h 4893730"/>
              <a:gd name="connsiteX1484" fmla="*/ 5107403 w 8877359"/>
              <a:gd name="connsiteY1484" fmla="*/ 4893730 h 4893730"/>
              <a:gd name="connsiteX1485" fmla="*/ 4398151 w 8877359"/>
              <a:gd name="connsiteY1485" fmla="*/ 4893730 h 4893730"/>
              <a:gd name="connsiteX1486" fmla="*/ 4433033 w 8877359"/>
              <a:gd name="connsiteY1486" fmla="*/ 4879281 h 4893730"/>
              <a:gd name="connsiteX1487" fmla="*/ 4438680 w 8877359"/>
              <a:gd name="connsiteY1487" fmla="*/ 4872437 h 4893730"/>
              <a:gd name="connsiteX1488" fmla="*/ 4444327 w 8877359"/>
              <a:gd name="connsiteY1488" fmla="*/ 4879281 h 4893730"/>
              <a:gd name="connsiteX1489" fmla="*/ 4479210 w 8877359"/>
              <a:gd name="connsiteY1489" fmla="*/ 4893730 h 4893730"/>
              <a:gd name="connsiteX1490" fmla="*/ 4528542 w 8877359"/>
              <a:gd name="connsiteY1490" fmla="*/ 4844398 h 4893730"/>
              <a:gd name="connsiteX1491" fmla="*/ 4528193 w 8877359"/>
              <a:gd name="connsiteY1491" fmla="*/ 4840941 h 4893730"/>
              <a:gd name="connsiteX1492" fmla="*/ 4537131 w 8877359"/>
              <a:gd name="connsiteY1492" fmla="*/ 4843715 h 4893730"/>
              <a:gd name="connsiteX1493" fmla="*/ 4547073 w 8877359"/>
              <a:gd name="connsiteY1493" fmla="*/ 4844717 h 4893730"/>
              <a:gd name="connsiteX1494" fmla="*/ 4596405 w 8877359"/>
              <a:gd name="connsiteY1494" fmla="*/ 4795386 h 4893730"/>
              <a:gd name="connsiteX1495" fmla="*/ 4587980 w 8877359"/>
              <a:gd name="connsiteY1495" fmla="*/ 4767804 h 4893730"/>
              <a:gd name="connsiteX1496" fmla="*/ 4584713 w 8877359"/>
              <a:gd name="connsiteY1496" fmla="*/ 4763844 h 4893730"/>
              <a:gd name="connsiteX1497" fmla="*/ 4591725 w 8877359"/>
              <a:gd name="connsiteY1497" fmla="*/ 4761667 h 4893730"/>
              <a:gd name="connsiteX1498" fmla="*/ 4621854 w 8877359"/>
              <a:gd name="connsiteY1498" fmla="*/ 4716212 h 4893730"/>
              <a:gd name="connsiteX1499" fmla="*/ 4591725 w 8877359"/>
              <a:gd name="connsiteY1499" fmla="*/ 4670757 h 4893730"/>
              <a:gd name="connsiteX1500" fmla="*/ 4585345 w 8877359"/>
              <a:gd name="connsiteY1500" fmla="*/ 4668777 h 4893730"/>
              <a:gd name="connsiteX1501" fmla="*/ 4587980 w 8877359"/>
              <a:gd name="connsiteY1501" fmla="*/ 4665583 h 4893730"/>
              <a:gd name="connsiteX1502" fmla="*/ 4596405 w 8877359"/>
              <a:gd name="connsiteY1502" fmla="*/ 4638001 h 4893730"/>
              <a:gd name="connsiteX1503" fmla="*/ 4547073 w 8877359"/>
              <a:gd name="connsiteY1503" fmla="*/ 4588669 h 4893730"/>
              <a:gd name="connsiteX1504" fmla="*/ 4532404 w 8877359"/>
              <a:gd name="connsiteY1504" fmla="*/ 4590887 h 4893730"/>
              <a:gd name="connsiteX1505" fmla="*/ 4528144 w 8877359"/>
              <a:gd name="connsiteY1505" fmla="*/ 4592935 h 4893730"/>
              <a:gd name="connsiteX1506" fmla="*/ 4528542 w 8877359"/>
              <a:gd name="connsiteY1506" fmla="*/ 4588989 h 4893730"/>
              <a:gd name="connsiteX1507" fmla="*/ 4479210 w 8877359"/>
              <a:gd name="connsiteY1507" fmla="*/ 4539657 h 4893730"/>
              <a:gd name="connsiteX1508" fmla="*/ 4444327 w 8877359"/>
              <a:gd name="connsiteY1508" fmla="*/ 4554106 h 4893730"/>
              <a:gd name="connsiteX1509" fmla="*/ 4438680 w 8877359"/>
              <a:gd name="connsiteY1509" fmla="*/ 4560950 h 4893730"/>
              <a:gd name="connsiteX1510" fmla="*/ 4433034 w 8877359"/>
              <a:gd name="connsiteY1510" fmla="*/ 4554106 h 4893730"/>
              <a:gd name="connsiteX1511" fmla="*/ 4398151 w 8877359"/>
              <a:gd name="connsiteY1511" fmla="*/ 4539657 h 4893730"/>
              <a:gd name="connsiteX1512" fmla="*/ 4348819 w 8877359"/>
              <a:gd name="connsiteY1512" fmla="*/ 4588989 h 4893730"/>
              <a:gd name="connsiteX1513" fmla="*/ 4349167 w 8877359"/>
              <a:gd name="connsiteY1513" fmla="*/ 4592446 h 4893730"/>
              <a:gd name="connsiteX1514" fmla="*/ 4340229 w 8877359"/>
              <a:gd name="connsiteY1514" fmla="*/ 4589671 h 4893730"/>
              <a:gd name="connsiteX1515" fmla="*/ 4330287 w 8877359"/>
              <a:gd name="connsiteY1515" fmla="*/ 4588669 h 4893730"/>
              <a:gd name="connsiteX1516" fmla="*/ 4280955 w 8877359"/>
              <a:gd name="connsiteY1516" fmla="*/ 4638001 h 4893730"/>
              <a:gd name="connsiteX1517" fmla="*/ 4289380 w 8877359"/>
              <a:gd name="connsiteY1517" fmla="*/ 4665583 h 4893730"/>
              <a:gd name="connsiteX1518" fmla="*/ 4292016 w 8877359"/>
              <a:gd name="connsiteY1518" fmla="*/ 4668777 h 4893730"/>
              <a:gd name="connsiteX1519" fmla="*/ 4285636 w 8877359"/>
              <a:gd name="connsiteY1519" fmla="*/ 4670757 h 4893730"/>
              <a:gd name="connsiteX1520" fmla="*/ 4255506 w 8877359"/>
              <a:gd name="connsiteY1520" fmla="*/ 4716212 h 4893730"/>
              <a:gd name="connsiteX1521" fmla="*/ 4285636 w 8877359"/>
              <a:gd name="connsiteY1521" fmla="*/ 4761667 h 4893730"/>
              <a:gd name="connsiteX1522" fmla="*/ 4292648 w 8877359"/>
              <a:gd name="connsiteY1522" fmla="*/ 4763844 h 4893730"/>
              <a:gd name="connsiteX1523" fmla="*/ 4289380 w 8877359"/>
              <a:gd name="connsiteY1523" fmla="*/ 4767804 h 4893730"/>
              <a:gd name="connsiteX1524" fmla="*/ 4280955 w 8877359"/>
              <a:gd name="connsiteY1524" fmla="*/ 4795386 h 4893730"/>
              <a:gd name="connsiteX1525" fmla="*/ 4330287 w 8877359"/>
              <a:gd name="connsiteY1525" fmla="*/ 4844717 h 4893730"/>
              <a:gd name="connsiteX1526" fmla="*/ 4340229 w 8877359"/>
              <a:gd name="connsiteY1526" fmla="*/ 4843715 h 4893730"/>
              <a:gd name="connsiteX1527" fmla="*/ 4349167 w 8877359"/>
              <a:gd name="connsiteY1527" fmla="*/ 4840941 h 4893730"/>
              <a:gd name="connsiteX1528" fmla="*/ 4348819 w 8877359"/>
              <a:gd name="connsiteY1528" fmla="*/ 4844398 h 4893730"/>
              <a:gd name="connsiteX1529" fmla="*/ 4398151 w 8877359"/>
              <a:gd name="connsiteY1529" fmla="*/ 4893730 h 4893730"/>
              <a:gd name="connsiteX1530" fmla="*/ 3688906 w 8877359"/>
              <a:gd name="connsiteY1530" fmla="*/ 4893730 h 4893730"/>
              <a:gd name="connsiteX1531" fmla="*/ 3723789 w 8877359"/>
              <a:gd name="connsiteY1531" fmla="*/ 4879281 h 4893730"/>
              <a:gd name="connsiteX1532" fmla="*/ 3729435 w 8877359"/>
              <a:gd name="connsiteY1532" fmla="*/ 4872437 h 4893730"/>
              <a:gd name="connsiteX1533" fmla="*/ 3735082 w 8877359"/>
              <a:gd name="connsiteY1533" fmla="*/ 4879281 h 4893730"/>
              <a:gd name="connsiteX1534" fmla="*/ 3769966 w 8877359"/>
              <a:gd name="connsiteY1534" fmla="*/ 4893730 h 4893730"/>
              <a:gd name="connsiteX1535" fmla="*/ 3819297 w 8877359"/>
              <a:gd name="connsiteY1535" fmla="*/ 4844398 h 4893730"/>
              <a:gd name="connsiteX1536" fmla="*/ 3818949 w 8877359"/>
              <a:gd name="connsiteY1536" fmla="*/ 4840941 h 4893730"/>
              <a:gd name="connsiteX1537" fmla="*/ 3827887 w 8877359"/>
              <a:gd name="connsiteY1537" fmla="*/ 4843715 h 4893730"/>
              <a:gd name="connsiteX1538" fmla="*/ 3837829 w 8877359"/>
              <a:gd name="connsiteY1538" fmla="*/ 4844717 h 4893730"/>
              <a:gd name="connsiteX1539" fmla="*/ 3887161 w 8877359"/>
              <a:gd name="connsiteY1539" fmla="*/ 4795386 h 4893730"/>
              <a:gd name="connsiteX1540" fmla="*/ 3878736 w 8877359"/>
              <a:gd name="connsiteY1540" fmla="*/ 4767804 h 4893730"/>
              <a:gd name="connsiteX1541" fmla="*/ 3875469 w 8877359"/>
              <a:gd name="connsiteY1541" fmla="*/ 4763844 h 4893730"/>
              <a:gd name="connsiteX1542" fmla="*/ 3882480 w 8877359"/>
              <a:gd name="connsiteY1542" fmla="*/ 4761667 h 4893730"/>
              <a:gd name="connsiteX1543" fmla="*/ 3912610 w 8877359"/>
              <a:gd name="connsiteY1543" fmla="*/ 4716212 h 4893730"/>
              <a:gd name="connsiteX1544" fmla="*/ 3882480 w 8877359"/>
              <a:gd name="connsiteY1544" fmla="*/ 4670757 h 4893730"/>
              <a:gd name="connsiteX1545" fmla="*/ 3876100 w 8877359"/>
              <a:gd name="connsiteY1545" fmla="*/ 4668777 h 4893730"/>
              <a:gd name="connsiteX1546" fmla="*/ 3878736 w 8877359"/>
              <a:gd name="connsiteY1546" fmla="*/ 4665583 h 4893730"/>
              <a:gd name="connsiteX1547" fmla="*/ 3887161 w 8877359"/>
              <a:gd name="connsiteY1547" fmla="*/ 4638001 h 4893730"/>
              <a:gd name="connsiteX1548" fmla="*/ 3837829 w 8877359"/>
              <a:gd name="connsiteY1548" fmla="*/ 4588669 h 4893730"/>
              <a:gd name="connsiteX1549" fmla="*/ 3823160 w 8877359"/>
              <a:gd name="connsiteY1549" fmla="*/ 4590887 h 4893730"/>
              <a:gd name="connsiteX1550" fmla="*/ 3818900 w 8877359"/>
              <a:gd name="connsiteY1550" fmla="*/ 4592935 h 4893730"/>
              <a:gd name="connsiteX1551" fmla="*/ 3819297 w 8877359"/>
              <a:gd name="connsiteY1551" fmla="*/ 4588989 h 4893730"/>
              <a:gd name="connsiteX1552" fmla="*/ 3769966 w 8877359"/>
              <a:gd name="connsiteY1552" fmla="*/ 4539657 h 4893730"/>
              <a:gd name="connsiteX1553" fmla="*/ 3735082 w 8877359"/>
              <a:gd name="connsiteY1553" fmla="*/ 4554106 h 4893730"/>
              <a:gd name="connsiteX1554" fmla="*/ 3729437 w 8877359"/>
              <a:gd name="connsiteY1554" fmla="*/ 4560950 h 4893730"/>
              <a:gd name="connsiteX1555" fmla="*/ 3723789 w 8877359"/>
              <a:gd name="connsiteY1555" fmla="*/ 4554106 h 4893730"/>
              <a:gd name="connsiteX1556" fmla="*/ 3688906 w 8877359"/>
              <a:gd name="connsiteY1556" fmla="*/ 4539657 h 4893730"/>
              <a:gd name="connsiteX1557" fmla="*/ 3639575 w 8877359"/>
              <a:gd name="connsiteY1557" fmla="*/ 4588989 h 4893730"/>
              <a:gd name="connsiteX1558" fmla="*/ 3639922 w 8877359"/>
              <a:gd name="connsiteY1558" fmla="*/ 4592446 h 4893730"/>
              <a:gd name="connsiteX1559" fmla="*/ 3630985 w 8877359"/>
              <a:gd name="connsiteY1559" fmla="*/ 4589671 h 4893730"/>
              <a:gd name="connsiteX1560" fmla="*/ 3621044 w 8877359"/>
              <a:gd name="connsiteY1560" fmla="*/ 4588669 h 4893730"/>
              <a:gd name="connsiteX1561" fmla="*/ 3571711 w 8877359"/>
              <a:gd name="connsiteY1561" fmla="*/ 4638001 h 4893730"/>
              <a:gd name="connsiteX1562" fmla="*/ 3580137 w 8877359"/>
              <a:gd name="connsiteY1562" fmla="*/ 4665583 h 4893730"/>
              <a:gd name="connsiteX1563" fmla="*/ 3582772 w 8877359"/>
              <a:gd name="connsiteY1563" fmla="*/ 4668777 h 4893730"/>
              <a:gd name="connsiteX1564" fmla="*/ 3576392 w 8877359"/>
              <a:gd name="connsiteY1564" fmla="*/ 4670757 h 4893730"/>
              <a:gd name="connsiteX1565" fmla="*/ 3546263 w 8877359"/>
              <a:gd name="connsiteY1565" fmla="*/ 4716212 h 4893730"/>
              <a:gd name="connsiteX1566" fmla="*/ 3576392 w 8877359"/>
              <a:gd name="connsiteY1566" fmla="*/ 4761667 h 4893730"/>
              <a:gd name="connsiteX1567" fmla="*/ 3583404 w 8877359"/>
              <a:gd name="connsiteY1567" fmla="*/ 4763844 h 4893730"/>
              <a:gd name="connsiteX1568" fmla="*/ 3580137 w 8877359"/>
              <a:gd name="connsiteY1568" fmla="*/ 4767804 h 4893730"/>
              <a:gd name="connsiteX1569" fmla="*/ 3571711 w 8877359"/>
              <a:gd name="connsiteY1569" fmla="*/ 4795386 h 4893730"/>
              <a:gd name="connsiteX1570" fmla="*/ 3621044 w 8877359"/>
              <a:gd name="connsiteY1570" fmla="*/ 4844717 h 4893730"/>
              <a:gd name="connsiteX1571" fmla="*/ 3630986 w 8877359"/>
              <a:gd name="connsiteY1571" fmla="*/ 4843715 h 4893730"/>
              <a:gd name="connsiteX1572" fmla="*/ 3639922 w 8877359"/>
              <a:gd name="connsiteY1572" fmla="*/ 4840941 h 4893730"/>
              <a:gd name="connsiteX1573" fmla="*/ 3639575 w 8877359"/>
              <a:gd name="connsiteY1573" fmla="*/ 4844398 h 4893730"/>
              <a:gd name="connsiteX1574" fmla="*/ 3688906 w 8877359"/>
              <a:gd name="connsiteY1574" fmla="*/ 4893730 h 4893730"/>
              <a:gd name="connsiteX1575" fmla="*/ 2979655 w 8877359"/>
              <a:gd name="connsiteY1575" fmla="*/ 4893730 h 4893730"/>
              <a:gd name="connsiteX1576" fmla="*/ 3014537 w 8877359"/>
              <a:gd name="connsiteY1576" fmla="*/ 4879281 h 4893730"/>
              <a:gd name="connsiteX1577" fmla="*/ 3020184 w 8877359"/>
              <a:gd name="connsiteY1577" fmla="*/ 4872437 h 4893730"/>
              <a:gd name="connsiteX1578" fmla="*/ 3025830 w 8877359"/>
              <a:gd name="connsiteY1578" fmla="*/ 4879281 h 4893730"/>
              <a:gd name="connsiteX1579" fmla="*/ 3060713 w 8877359"/>
              <a:gd name="connsiteY1579" fmla="*/ 4893730 h 4893730"/>
              <a:gd name="connsiteX1580" fmla="*/ 3110044 w 8877359"/>
              <a:gd name="connsiteY1580" fmla="*/ 4844398 h 4893730"/>
              <a:gd name="connsiteX1581" fmla="*/ 3109696 w 8877359"/>
              <a:gd name="connsiteY1581" fmla="*/ 4840941 h 4893730"/>
              <a:gd name="connsiteX1582" fmla="*/ 3118635 w 8877359"/>
              <a:gd name="connsiteY1582" fmla="*/ 4843715 h 4893730"/>
              <a:gd name="connsiteX1583" fmla="*/ 3128576 w 8877359"/>
              <a:gd name="connsiteY1583" fmla="*/ 4844717 h 4893730"/>
              <a:gd name="connsiteX1584" fmla="*/ 3177909 w 8877359"/>
              <a:gd name="connsiteY1584" fmla="*/ 4795386 h 4893730"/>
              <a:gd name="connsiteX1585" fmla="*/ 3169483 w 8877359"/>
              <a:gd name="connsiteY1585" fmla="*/ 4767804 h 4893730"/>
              <a:gd name="connsiteX1586" fmla="*/ 3166215 w 8877359"/>
              <a:gd name="connsiteY1586" fmla="*/ 4763844 h 4893730"/>
              <a:gd name="connsiteX1587" fmla="*/ 3173228 w 8877359"/>
              <a:gd name="connsiteY1587" fmla="*/ 4761667 h 4893730"/>
              <a:gd name="connsiteX1588" fmla="*/ 3203355 w 8877359"/>
              <a:gd name="connsiteY1588" fmla="*/ 4716212 h 4893730"/>
              <a:gd name="connsiteX1589" fmla="*/ 3173228 w 8877359"/>
              <a:gd name="connsiteY1589" fmla="*/ 4670757 h 4893730"/>
              <a:gd name="connsiteX1590" fmla="*/ 3166849 w 8877359"/>
              <a:gd name="connsiteY1590" fmla="*/ 4668777 h 4893730"/>
              <a:gd name="connsiteX1591" fmla="*/ 3169483 w 8877359"/>
              <a:gd name="connsiteY1591" fmla="*/ 4665583 h 4893730"/>
              <a:gd name="connsiteX1592" fmla="*/ 3177909 w 8877359"/>
              <a:gd name="connsiteY1592" fmla="*/ 4638001 h 4893730"/>
              <a:gd name="connsiteX1593" fmla="*/ 3128576 w 8877359"/>
              <a:gd name="connsiteY1593" fmla="*/ 4588669 h 4893730"/>
              <a:gd name="connsiteX1594" fmla="*/ 3113908 w 8877359"/>
              <a:gd name="connsiteY1594" fmla="*/ 4590887 h 4893730"/>
              <a:gd name="connsiteX1595" fmla="*/ 3109647 w 8877359"/>
              <a:gd name="connsiteY1595" fmla="*/ 4592935 h 4893730"/>
              <a:gd name="connsiteX1596" fmla="*/ 3110044 w 8877359"/>
              <a:gd name="connsiteY1596" fmla="*/ 4588989 h 4893730"/>
              <a:gd name="connsiteX1597" fmla="*/ 3060713 w 8877359"/>
              <a:gd name="connsiteY1597" fmla="*/ 4539657 h 4893730"/>
              <a:gd name="connsiteX1598" fmla="*/ 3025830 w 8877359"/>
              <a:gd name="connsiteY1598" fmla="*/ 4554106 h 4893730"/>
              <a:gd name="connsiteX1599" fmla="*/ 3020184 w 8877359"/>
              <a:gd name="connsiteY1599" fmla="*/ 4560950 h 4893730"/>
              <a:gd name="connsiteX1600" fmla="*/ 3014537 w 8877359"/>
              <a:gd name="connsiteY1600" fmla="*/ 4554106 h 4893730"/>
              <a:gd name="connsiteX1601" fmla="*/ 2979655 w 8877359"/>
              <a:gd name="connsiteY1601" fmla="*/ 4539657 h 4893730"/>
              <a:gd name="connsiteX1602" fmla="*/ 2930324 w 8877359"/>
              <a:gd name="connsiteY1602" fmla="*/ 4588989 h 4893730"/>
              <a:gd name="connsiteX1603" fmla="*/ 2930672 w 8877359"/>
              <a:gd name="connsiteY1603" fmla="*/ 4592446 h 4893730"/>
              <a:gd name="connsiteX1604" fmla="*/ 2921734 w 8877359"/>
              <a:gd name="connsiteY1604" fmla="*/ 4589671 h 4893730"/>
              <a:gd name="connsiteX1605" fmla="*/ 2911792 w 8877359"/>
              <a:gd name="connsiteY1605" fmla="*/ 4588669 h 4893730"/>
              <a:gd name="connsiteX1606" fmla="*/ 2862460 w 8877359"/>
              <a:gd name="connsiteY1606" fmla="*/ 4638001 h 4893730"/>
              <a:gd name="connsiteX1607" fmla="*/ 2870885 w 8877359"/>
              <a:gd name="connsiteY1607" fmla="*/ 4665583 h 4893730"/>
              <a:gd name="connsiteX1608" fmla="*/ 2873521 w 8877359"/>
              <a:gd name="connsiteY1608" fmla="*/ 4668777 h 4893730"/>
              <a:gd name="connsiteX1609" fmla="*/ 2867140 w 8877359"/>
              <a:gd name="connsiteY1609" fmla="*/ 4670757 h 4893730"/>
              <a:gd name="connsiteX1610" fmla="*/ 2837012 w 8877359"/>
              <a:gd name="connsiteY1610" fmla="*/ 4716212 h 4893730"/>
              <a:gd name="connsiteX1611" fmla="*/ 2867140 w 8877359"/>
              <a:gd name="connsiteY1611" fmla="*/ 4761667 h 4893730"/>
              <a:gd name="connsiteX1612" fmla="*/ 2874154 w 8877359"/>
              <a:gd name="connsiteY1612" fmla="*/ 4763844 h 4893730"/>
              <a:gd name="connsiteX1613" fmla="*/ 2870885 w 8877359"/>
              <a:gd name="connsiteY1613" fmla="*/ 4767804 h 4893730"/>
              <a:gd name="connsiteX1614" fmla="*/ 2862460 w 8877359"/>
              <a:gd name="connsiteY1614" fmla="*/ 4795386 h 4893730"/>
              <a:gd name="connsiteX1615" fmla="*/ 2911792 w 8877359"/>
              <a:gd name="connsiteY1615" fmla="*/ 4844717 h 4893730"/>
              <a:gd name="connsiteX1616" fmla="*/ 2921734 w 8877359"/>
              <a:gd name="connsiteY1616" fmla="*/ 4843715 h 4893730"/>
              <a:gd name="connsiteX1617" fmla="*/ 2930672 w 8877359"/>
              <a:gd name="connsiteY1617" fmla="*/ 4840941 h 4893730"/>
              <a:gd name="connsiteX1618" fmla="*/ 2930324 w 8877359"/>
              <a:gd name="connsiteY1618" fmla="*/ 4844398 h 4893730"/>
              <a:gd name="connsiteX1619" fmla="*/ 2979655 w 8877359"/>
              <a:gd name="connsiteY1619" fmla="*/ 4893730 h 4893730"/>
              <a:gd name="connsiteX1620" fmla="*/ 2270403 w 8877359"/>
              <a:gd name="connsiteY1620" fmla="*/ 4893730 h 4893730"/>
              <a:gd name="connsiteX1621" fmla="*/ 2305285 w 8877359"/>
              <a:gd name="connsiteY1621" fmla="*/ 4879281 h 4893730"/>
              <a:gd name="connsiteX1622" fmla="*/ 2310932 w 8877359"/>
              <a:gd name="connsiteY1622" fmla="*/ 4872437 h 4893730"/>
              <a:gd name="connsiteX1623" fmla="*/ 2316578 w 8877359"/>
              <a:gd name="connsiteY1623" fmla="*/ 4879281 h 4893730"/>
              <a:gd name="connsiteX1624" fmla="*/ 2351461 w 8877359"/>
              <a:gd name="connsiteY1624" fmla="*/ 4893730 h 4893730"/>
              <a:gd name="connsiteX1625" fmla="*/ 2400794 w 8877359"/>
              <a:gd name="connsiteY1625" fmla="*/ 4844398 h 4893730"/>
              <a:gd name="connsiteX1626" fmla="*/ 2400445 w 8877359"/>
              <a:gd name="connsiteY1626" fmla="*/ 4840941 h 4893730"/>
              <a:gd name="connsiteX1627" fmla="*/ 2409382 w 8877359"/>
              <a:gd name="connsiteY1627" fmla="*/ 4843715 h 4893730"/>
              <a:gd name="connsiteX1628" fmla="*/ 2419325 w 8877359"/>
              <a:gd name="connsiteY1628" fmla="*/ 4844717 h 4893730"/>
              <a:gd name="connsiteX1629" fmla="*/ 2468657 w 8877359"/>
              <a:gd name="connsiteY1629" fmla="*/ 4795386 h 4893730"/>
              <a:gd name="connsiteX1630" fmla="*/ 2460232 w 8877359"/>
              <a:gd name="connsiteY1630" fmla="*/ 4767804 h 4893730"/>
              <a:gd name="connsiteX1631" fmla="*/ 2456965 w 8877359"/>
              <a:gd name="connsiteY1631" fmla="*/ 4763844 h 4893730"/>
              <a:gd name="connsiteX1632" fmla="*/ 2463977 w 8877359"/>
              <a:gd name="connsiteY1632" fmla="*/ 4761667 h 4893730"/>
              <a:gd name="connsiteX1633" fmla="*/ 2494106 w 8877359"/>
              <a:gd name="connsiteY1633" fmla="*/ 4716212 h 4893730"/>
              <a:gd name="connsiteX1634" fmla="*/ 2463977 w 8877359"/>
              <a:gd name="connsiteY1634" fmla="*/ 4670757 h 4893730"/>
              <a:gd name="connsiteX1635" fmla="*/ 2457596 w 8877359"/>
              <a:gd name="connsiteY1635" fmla="*/ 4668777 h 4893730"/>
              <a:gd name="connsiteX1636" fmla="*/ 2460232 w 8877359"/>
              <a:gd name="connsiteY1636" fmla="*/ 4665583 h 4893730"/>
              <a:gd name="connsiteX1637" fmla="*/ 2468657 w 8877359"/>
              <a:gd name="connsiteY1637" fmla="*/ 4638001 h 4893730"/>
              <a:gd name="connsiteX1638" fmla="*/ 2419325 w 8877359"/>
              <a:gd name="connsiteY1638" fmla="*/ 4588669 h 4893730"/>
              <a:gd name="connsiteX1639" fmla="*/ 2404655 w 8877359"/>
              <a:gd name="connsiteY1639" fmla="*/ 4590887 h 4893730"/>
              <a:gd name="connsiteX1640" fmla="*/ 2400396 w 8877359"/>
              <a:gd name="connsiteY1640" fmla="*/ 4592935 h 4893730"/>
              <a:gd name="connsiteX1641" fmla="*/ 2400794 w 8877359"/>
              <a:gd name="connsiteY1641" fmla="*/ 4588989 h 4893730"/>
              <a:gd name="connsiteX1642" fmla="*/ 2351461 w 8877359"/>
              <a:gd name="connsiteY1642" fmla="*/ 4539657 h 4893730"/>
              <a:gd name="connsiteX1643" fmla="*/ 2316578 w 8877359"/>
              <a:gd name="connsiteY1643" fmla="*/ 4554106 h 4893730"/>
              <a:gd name="connsiteX1644" fmla="*/ 2310933 w 8877359"/>
              <a:gd name="connsiteY1644" fmla="*/ 4560950 h 4893730"/>
              <a:gd name="connsiteX1645" fmla="*/ 2305285 w 8877359"/>
              <a:gd name="connsiteY1645" fmla="*/ 4554106 h 4893730"/>
              <a:gd name="connsiteX1646" fmla="*/ 2270403 w 8877359"/>
              <a:gd name="connsiteY1646" fmla="*/ 4539657 h 4893730"/>
              <a:gd name="connsiteX1647" fmla="*/ 2221070 w 8877359"/>
              <a:gd name="connsiteY1647" fmla="*/ 4588989 h 4893730"/>
              <a:gd name="connsiteX1648" fmla="*/ 2221420 w 8877359"/>
              <a:gd name="connsiteY1648" fmla="*/ 4592446 h 4893730"/>
              <a:gd name="connsiteX1649" fmla="*/ 2212481 w 8877359"/>
              <a:gd name="connsiteY1649" fmla="*/ 4589671 h 4893730"/>
              <a:gd name="connsiteX1650" fmla="*/ 2202539 w 8877359"/>
              <a:gd name="connsiteY1650" fmla="*/ 4588669 h 4893730"/>
              <a:gd name="connsiteX1651" fmla="*/ 2153208 w 8877359"/>
              <a:gd name="connsiteY1651" fmla="*/ 4638001 h 4893730"/>
              <a:gd name="connsiteX1652" fmla="*/ 2161632 w 8877359"/>
              <a:gd name="connsiteY1652" fmla="*/ 4665583 h 4893730"/>
              <a:gd name="connsiteX1653" fmla="*/ 2164267 w 8877359"/>
              <a:gd name="connsiteY1653" fmla="*/ 4668777 h 4893730"/>
              <a:gd name="connsiteX1654" fmla="*/ 2157888 w 8877359"/>
              <a:gd name="connsiteY1654" fmla="*/ 4670757 h 4893730"/>
              <a:gd name="connsiteX1655" fmla="*/ 2127759 w 8877359"/>
              <a:gd name="connsiteY1655" fmla="*/ 4716212 h 4893730"/>
              <a:gd name="connsiteX1656" fmla="*/ 2157888 w 8877359"/>
              <a:gd name="connsiteY1656" fmla="*/ 4761667 h 4893730"/>
              <a:gd name="connsiteX1657" fmla="*/ 2164900 w 8877359"/>
              <a:gd name="connsiteY1657" fmla="*/ 4763844 h 4893730"/>
              <a:gd name="connsiteX1658" fmla="*/ 2161632 w 8877359"/>
              <a:gd name="connsiteY1658" fmla="*/ 4767804 h 4893730"/>
              <a:gd name="connsiteX1659" fmla="*/ 2153208 w 8877359"/>
              <a:gd name="connsiteY1659" fmla="*/ 4795386 h 4893730"/>
              <a:gd name="connsiteX1660" fmla="*/ 2202539 w 8877359"/>
              <a:gd name="connsiteY1660" fmla="*/ 4844717 h 4893730"/>
              <a:gd name="connsiteX1661" fmla="*/ 2212481 w 8877359"/>
              <a:gd name="connsiteY1661" fmla="*/ 4843715 h 4893730"/>
              <a:gd name="connsiteX1662" fmla="*/ 2221419 w 8877359"/>
              <a:gd name="connsiteY1662" fmla="*/ 4840941 h 4893730"/>
              <a:gd name="connsiteX1663" fmla="*/ 2221070 w 8877359"/>
              <a:gd name="connsiteY1663" fmla="*/ 4844398 h 4893730"/>
              <a:gd name="connsiteX1664" fmla="*/ 2270403 w 8877359"/>
              <a:gd name="connsiteY1664" fmla="*/ 4893730 h 4893730"/>
              <a:gd name="connsiteX1665" fmla="*/ 1561150 w 8877359"/>
              <a:gd name="connsiteY1665" fmla="*/ 4893730 h 4893730"/>
              <a:gd name="connsiteX1666" fmla="*/ 1596033 w 8877359"/>
              <a:gd name="connsiteY1666" fmla="*/ 4879281 h 4893730"/>
              <a:gd name="connsiteX1667" fmla="*/ 1601680 w 8877359"/>
              <a:gd name="connsiteY1667" fmla="*/ 4872437 h 4893730"/>
              <a:gd name="connsiteX1668" fmla="*/ 1607327 w 8877359"/>
              <a:gd name="connsiteY1668" fmla="*/ 4879281 h 4893730"/>
              <a:gd name="connsiteX1669" fmla="*/ 1642209 w 8877359"/>
              <a:gd name="connsiteY1669" fmla="*/ 4893730 h 4893730"/>
              <a:gd name="connsiteX1670" fmla="*/ 1691542 w 8877359"/>
              <a:gd name="connsiteY1670" fmla="*/ 4844398 h 4893730"/>
              <a:gd name="connsiteX1671" fmla="*/ 1691193 w 8877359"/>
              <a:gd name="connsiteY1671" fmla="*/ 4840941 h 4893730"/>
              <a:gd name="connsiteX1672" fmla="*/ 1700131 w 8877359"/>
              <a:gd name="connsiteY1672" fmla="*/ 4843715 h 4893730"/>
              <a:gd name="connsiteX1673" fmla="*/ 1710073 w 8877359"/>
              <a:gd name="connsiteY1673" fmla="*/ 4844717 h 4893730"/>
              <a:gd name="connsiteX1674" fmla="*/ 1759405 w 8877359"/>
              <a:gd name="connsiteY1674" fmla="*/ 4795386 h 4893730"/>
              <a:gd name="connsiteX1675" fmla="*/ 1750980 w 8877359"/>
              <a:gd name="connsiteY1675" fmla="*/ 4767804 h 4893730"/>
              <a:gd name="connsiteX1676" fmla="*/ 1747712 w 8877359"/>
              <a:gd name="connsiteY1676" fmla="*/ 4763844 h 4893730"/>
              <a:gd name="connsiteX1677" fmla="*/ 1754724 w 8877359"/>
              <a:gd name="connsiteY1677" fmla="*/ 4761667 h 4893730"/>
              <a:gd name="connsiteX1678" fmla="*/ 1784854 w 8877359"/>
              <a:gd name="connsiteY1678" fmla="*/ 4716212 h 4893730"/>
              <a:gd name="connsiteX1679" fmla="*/ 1754724 w 8877359"/>
              <a:gd name="connsiteY1679" fmla="*/ 4670757 h 4893730"/>
              <a:gd name="connsiteX1680" fmla="*/ 1748345 w 8877359"/>
              <a:gd name="connsiteY1680" fmla="*/ 4668777 h 4893730"/>
              <a:gd name="connsiteX1681" fmla="*/ 1750980 w 8877359"/>
              <a:gd name="connsiteY1681" fmla="*/ 4665583 h 4893730"/>
              <a:gd name="connsiteX1682" fmla="*/ 1759405 w 8877359"/>
              <a:gd name="connsiteY1682" fmla="*/ 4638001 h 4893730"/>
              <a:gd name="connsiteX1683" fmla="*/ 1710073 w 8877359"/>
              <a:gd name="connsiteY1683" fmla="*/ 4588669 h 4893730"/>
              <a:gd name="connsiteX1684" fmla="*/ 1695403 w 8877359"/>
              <a:gd name="connsiteY1684" fmla="*/ 4590887 h 4893730"/>
              <a:gd name="connsiteX1685" fmla="*/ 1691144 w 8877359"/>
              <a:gd name="connsiteY1685" fmla="*/ 4592935 h 4893730"/>
              <a:gd name="connsiteX1686" fmla="*/ 1691542 w 8877359"/>
              <a:gd name="connsiteY1686" fmla="*/ 4588989 h 4893730"/>
              <a:gd name="connsiteX1687" fmla="*/ 1642209 w 8877359"/>
              <a:gd name="connsiteY1687" fmla="*/ 4539657 h 4893730"/>
              <a:gd name="connsiteX1688" fmla="*/ 1607327 w 8877359"/>
              <a:gd name="connsiteY1688" fmla="*/ 4554106 h 4893730"/>
              <a:gd name="connsiteX1689" fmla="*/ 1601680 w 8877359"/>
              <a:gd name="connsiteY1689" fmla="*/ 4560950 h 4893730"/>
              <a:gd name="connsiteX1690" fmla="*/ 1596034 w 8877359"/>
              <a:gd name="connsiteY1690" fmla="*/ 4554106 h 4893730"/>
              <a:gd name="connsiteX1691" fmla="*/ 1561151 w 8877359"/>
              <a:gd name="connsiteY1691" fmla="*/ 4539657 h 4893730"/>
              <a:gd name="connsiteX1692" fmla="*/ 1511819 w 8877359"/>
              <a:gd name="connsiteY1692" fmla="*/ 4588989 h 4893730"/>
              <a:gd name="connsiteX1693" fmla="*/ 1512167 w 8877359"/>
              <a:gd name="connsiteY1693" fmla="*/ 4592446 h 4893730"/>
              <a:gd name="connsiteX1694" fmla="*/ 1503230 w 8877359"/>
              <a:gd name="connsiteY1694" fmla="*/ 4589671 h 4893730"/>
              <a:gd name="connsiteX1695" fmla="*/ 1493287 w 8877359"/>
              <a:gd name="connsiteY1695" fmla="*/ 4588669 h 4893730"/>
              <a:gd name="connsiteX1696" fmla="*/ 1443955 w 8877359"/>
              <a:gd name="connsiteY1696" fmla="*/ 4638001 h 4893730"/>
              <a:gd name="connsiteX1697" fmla="*/ 1452380 w 8877359"/>
              <a:gd name="connsiteY1697" fmla="*/ 4665583 h 4893730"/>
              <a:gd name="connsiteX1698" fmla="*/ 1455015 w 8877359"/>
              <a:gd name="connsiteY1698" fmla="*/ 4668777 h 4893730"/>
              <a:gd name="connsiteX1699" fmla="*/ 1448636 w 8877359"/>
              <a:gd name="connsiteY1699" fmla="*/ 4670757 h 4893730"/>
              <a:gd name="connsiteX1700" fmla="*/ 1418506 w 8877359"/>
              <a:gd name="connsiteY1700" fmla="*/ 4716212 h 4893730"/>
              <a:gd name="connsiteX1701" fmla="*/ 1448636 w 8877359"/>
              <a:gd name="connsiteY1701" fmla="*/ 4761667 h 4893730"/>
              <a:gd name="connsiteX1702" fmla="*/ 1455648 w 8877359"/>
              <a:gd name="connsiteY1702" fmla="*/ 4763844 h 4893730"/>
              <a:gd name="connsiteX1703" fmla="*/ 1452380 w 8877359"/>
              <a:gd name="connsiteY1703" fmla="*/ 4767804 h 4893730"/>
              <a:gd name="connsiteX1704" fmla="*/ 1443955 w 8877359"/>
              <a:gd name="connsiteY1704" fmla="*/ 4795386 h 4893730"/>
              <a:gd name="connsiteX1705" fmla="*/ 1493287 w 8877359"/>
              <a:gd name="connsiteY1705" fmla="*/ 4844717 h 4893730"/>
              <a:gd name="connsiteX1706" fmla="*/ 1503230 w 8877359"/>
              <a:gd name="connsiteY1706" fmla="*/ 4843715 h 4893730"/>
              <a:gd name="connsiteX1707" fmla="*/ 1512167 w 8877359"/>
              <a:gd name="connsiteY1707" fmla="*/ 4840941 h 4893730"/>
              <a:gd name="connsiteX1708" fmla="*/ 1511818 w 8877359"/>
              <a:gd name="connsiteY1708" fmla="*/ 4844398 h 4893730"/>
              <a:gd name="connsiteX1709" fmla="*/ 1561150 w 8877359"/>
              <a:gd name="connsiteY1709" fmla="*/ 4893730 h 4893730"/>
              <a:gd name="connsiteX1710" fmla="*/ 851898 w 8877359"/>
              <a:gd name="connsiteY1710" fmla="*/ 4893730 h 4893730"/>
              <a:gd name="connsiteX1711" fmla="*/ 886780 w 8877359"/>
              <a:gd name="connsiteY1711" fmla="*/ 4879281 h 4893730"/>
              <a:gd name="connsiteX1712" fmla="*/ 892427 w 8877359"/>
              <a:gd name="connsiteY1712" fmla="*/ 4872437 h 4893730"/>
              <a:gd name="connsiteX1713" fmla="*/ 898074 w 8877359"/>
              <a:gd name="connsiteY1713" fmla="*/ 4879281 h 4893730"/>
              <a:gd name="connsiteX1714" fmla="*/ 932958 w 8877359"/>
              <a:gd name="connsiteY1714" fmla="*/ 4893730 h 4893730"/>
              <a:gd name="connsiteX1715" fmla="*/ 982290 w 8877359"/>
              <a:gd name="connsiteY1715" fmla="*/ 4844398 h 4893730"/>
              <a:gd name="connsiteX1716" fmla="*/ 981941 w 8877359"/>
              <a:gd name="connsiteY1716" fmla="*/ 4840941 h 4893730"/>
              <a:gd name="connsiteX1717" fmla="*/ 990880 w 8877359"/>
              <a:gd name="connsiteY1717" fmla="*/ 4843715 h 4893730"/>
              <a:gd name="connsiteX1718" fmla="*/ 1000822 w 8877359"/>
              <a:gd name="connsiteY1718" fmla="*/ 4844717 h 4893730"/>
              <a:gd name="connsiteX1719" fmla="*/ 1050154 w 8877359"/>
              <a:gd name="connsiteY1719" fmla="*/ 4795386 h 4893730"/>
              <a:gd name="connsiteX1720" fmla="*/ 1041729 w 8877359"/>
              <a:gd name="connsiteY1720" fmla="*/ 4767804 h 4893730"/>
              <a:gd name="connsiteX1721" fmla="*/ 1038461 w 8877359"/>
              <a:gd name="connsiteY1721" fmla="*/ 4763844 h 4893730"/>
              <a:gd name="connsiteX1722" fmla="*/ 1045473 w 8877359"/>
              <a:gd name="connsiteY1722" fmla="*/ 4761667 h 4893730"/>
              <a:gd name="connsiteX1723" fmla="*/ 1075602 w 8877359"/>
              <a:gd name="connsiteY1723" fmla="*/ 4716212 h 4893730"/>
              <a:gd name="connsiteX1724" fmla="*/ 1045473 w 8877359"/>
              <a:gd name="connsiteY1724" fmla="*/ 4670757 h 4893730"/>
              <a:gd name="connsiteX1725" fmla="*/ 1039092 w 8877359"/>
              <a:gd name="connsiteY1725" fmla="*/ 4668777 h 4893730"/>
              <a:gd name="connsiteX1726" fmla="*/ 1041729 w 8877359"/>
              <a:gd name="connsiteY1726" fmla="*/ 4665583 h 4893730"/>
              <a:gd name="connsiteX1727" fmla="*/ 1050154 w 8877359"/>
              <a:gd name="connsiteY1727" fmla="*/ 4638001 h 4893730"/>
              <a:gd name="connsiteX1728" fmla="*/ 1000822 w 8877359"/>
              <a:gd name="connsiteY1728" fmla="*/ 4588669 h 4893730"/>
              <a:gd name="connsiteX1729" fmla="*/ 986151 w 8877359"/>
              <a:gd name="connsiteY1729" fmla="*/ 4590887 h 4893730"/>
              <a:gd name="connsiteX1730" fmla="*/ 981892 w 8877359"/>
              <a:gd name="connsiteY1730" fmla="*/ 4592935 h 4893730"/>
              <a:gd name="connsiteX1731" fmla="*/ 982290 w 8877359"/>
              <a:gd name="connsiteY1731" fmla="*/ 4588989 h 4893730"/>
              <a:gd name="connsiteX1732" fmla="*/ 932959 w 8877359"/>
              <a:gd name="connsiteY1732" fmla="*/ 4539657 h 4893730"/>
              <a:gd name="connsiteX1733" fmla="*/ 898074 w 8877359"/>
              <a:gd name="connsiteY1733" fmla="*/ 4554106 h 4893730"/>
              <a:gd name="connsiteX1734" fmla="*/ 892427 w 8877359"/>
              <a:gd name="connsiteY1734" fmla="*/ 4560950 h 4893730"/>
              <a:gd name="connsiteX1735" fmla="*/ 886781 w 8877359"/>
              <a:gd name="connsiteY1735" fmla="*/ 4554106 h 4893730"/>
              <a:gd name="connsiteX1736" fmla="*/ 851898 w 8877359"/>
              <a:gd name="connsiteY1736" fmla="*/ 4539657 h 4893730"/>
              <a:gd name="connsiteX1737" fmla="*/ 802566 w 8877359"/>
              <a:gd name="connsiteY1737" fmla="*/ 4588989 h 4893730"/>
              <a:gd name="connsiteX1738" fmla="*/ 802914 w 8877359"/>
              <a:gd name="connsiteY1738" fmla="*/ 4592446 h 4893730"/>
              <a:gd name="connsiteX1739" fmla="*/ 793976 w 8877359"/>
              <a:gd name="connsiteY1739" fmla="*/ 4589671 h 4893730"/>
              <a:gd name="connsiteX1740" fmla="*/ 784034 w 8877359"/>
              <a:gd name="connsiteY1740" fmla="*/ 4588669 h 4893730"/>
              <a:gd name="connsiteX1741" fmla="*/ 734702 w 8877359"/>
              <a:gd name="connsiteY1741" fmla="*/ 4638001 h 4893730"/>
              <a:gd name="connsiteX1742" fmla="*/ 743127 w 8877359"/>
              <a:gd name="connsiteY1742" fmla="*/ 4665583 h 4893730"/>
              <a:gd name="connsiteX1743" fmla="*/ 745763 w 8877359"/>
              <a:gd name="connsiteY1743" fmla="*/ 4668777 h 4893730"/>
              <a:gd name="connsiteX1744" fmla="*/ 739383 w 8877359"/>
              <a:gd name="connsiteY1744" fmla="*/ 4670757 h 4893730"/>
              <a:gd name="connsiteX1745" fmla="*/ 709253 w 8877359"/>
              <a:gd name="connsiteY1745" fmla="*/ 4716212 h 4893730"/>
              <a:gd name="connsiteX1746" fmla="*/ 739383 w 8877359"/>
              <a:gd name="connsiteY1746" fmla="*/ 4761667 h 4893730"/>
              <a:gd name="connsiteX1747" fmla="*/ 746395 w 8877359"/>
              <a:gd name="connsiteY1747" fmla="*/ 4763844 h 4893730"/>
              <a:gd name="connsiteX1748" fmla="*/ 743127 w 8877359"/>
              <a:gd name="connsiteY1748" fmla="*/ 4767804 h 4893730"/>
              <a:gd name="connsiteX1749" fmla="*/ 734702 w 8877359"/>
              <a:gd name="connsiteY1749" fmla="*/ 4795386 h 4893730"/>
              <a:gd name="connsiteX1750" fmla="*/ 784034 w 8877359"/>
              <a:gd name="connsiteY1750" fmla="*/ 4844717 h 4893730"/>
              <a:gd name="connsiteX1751" fmla="*/ 793976 w 8877359"/>
              <a:gd name="connsiteY1751" fmla="*/ 4843715 h 4893730"/>
              <a:gd name="connsiteX1752" fmla="*/ 802914 w 8877359"/>
              <a:gd name="connsiteY1752" fmla="*/ 4840941 h 4893730"/>
              <a:gd name="connsiteX1753" fmla="*/ 802566 w 8877359"/>
              <a:gd name="connsiteY1753" fmla="*/ 4844398 h 4893730"/>
              <a:gd name="connsiteX1754" fmla="*/ 851898 w 8877359"/>
              <a:gd name="connsiteY1754" fmla="*/ 4893730 h 4893730"/>
              <a:gd name="connsiteX1755" fmla="*/ 142646 w 8877359"/>
              <a:gd name="connsiteY1755" fmla="*/ 4893730 h 4893730"/>
              <a:gd name="connsiteX1756" fmla="*/ 177529 w 8877359"/>
              <a:gd name="connsiteY1756" fmla="*/ 4879281 h 4893730"/>
              <a:gd name="connsiteX1757" fmla="*/ 183175 w 8877359"/>
              <a:gd name="connsiteY1757" fmla="*/ 4872437 h 4893730"/>
              <a:gd name="connsiteX1758" fmla="*/ 188822 w 8877359"/>
              <a:gd name="connsiteY1758" fmla="*/ 4879281 h 4893730"/>
              <a:gd name="connsiteX1759" fmla="*/ 223705 w 8877359"/>
              <a:gd name="connsiteY1759" fmla="*/ 4893730 h 4893730"/>
              <a:gd name="connsiteX1760" fmla="*/ 273037 w 8877359"/>
              <a:gd name="connsiteY1760" fmla="*/ 4844398 h 4893730"/>
              <a:gd name="connsiteX1761" fmla="*/ 272688 w 8877359"/>
              <a:gd name="connsiteY1761" fmla="*/ 4840941 h 4893730"/>
              <a:gd name="connsiteX1762" fmla="*/ 281627 w 8877359"/>
              <a:gd name="connsiteY1762" fmla="*/ 4843715 h 4893730"/>
              <a:gd name="connsiteX1763" fmla="*/ 291569 w 8877359"/>
              <a:gd name="connsiteY1763" fmla="*/ 4844717 h 4893730"/>
              <a:gd name="connsiteX1764" fmla="*/ 340901 w 8877359"/>
              <a:gd name="connsiteY1764" fmla="*/ 4795386 h 4893730"/>
              <a:gd name="connsiteX1765" fmla="*/ 332476 w 8877359"/>
              <a:gd name="connsiteY1765" fmla="*/ 4767804 h 4893730"/>
              <a:gd name="connsiteX1766" fmla="*/ 329208 w 8877359"/>
              <a:gd name="connsiteY1766" fmla="*/ 4763844 h 4893730"/>
              <a:gd name="connsiteX1767" fmla="*/ 336220 w 8877359"/>
              <a:gd name="connsiteY1767" fmla="*/ 4761667 h 4893730"/>
              <a:gd name="connsiteX1768" fmla="*/ 366349 w 8877359"/>
              <a:gd name="connsiteY1768" fmla="*/ 4716212 h 4893730"/>
              <a:gd name="connsiteX1769" fmla="*/ 336220 w 8877359"/>
              <a:gd name="connsiteY1769" fmla="*/ 4670757 h 4893730"/>
              <a:gd name="connsiteX1770" fmla="*/ 329840 w 8877359"/>
              <a:gd name="connsiteY1770" fmla="*/ 4668777 h 4893730"/>
              <a:gd name="connsiteX1771" fmla="*/ 332476 w 8877359"/>
              <a:gd name="connsiteY1771" fmla="*/ 4665583 h 4893730"/>
              <a:gd name="connsiteX1772" fmla="*/ 340901 w 8877359"/>
              <a:gd name="connsiteY1772" fmla="*/ 4638001 h 4893730"/>
              <a:gd name="connsiteX1773" fmla="*/ 291569 w 8877359"/>
              <a:gd name="connsiteY1773" fmla="*/ 4588669 h 4893730"/>
              <a:gd name="connsiteX1774" fmla="*/ 276899 w 8877359"/>
              <a:gd name="connsiteY1774" fmla="*/ 4590887 h 4893730"/>
              <a:gd name="connsiteX1775" fmla="*/ 272640 w 8877359"/>
              <a:gd name="connsiteY1775" fmla="*/ 4592935 h 4893730"/>
              <a:gd name="connsiteX1776" fmla="*/ 273037 w 8877359"/>
              <a:gd name="connsiteY1776" fmla="*/ 4588989 h 4893730"/>
              <a:gd name="connsiteX1777" fmla="*/ 223705 w 8877359"/>
              <a:gd name="connsiteY1777" fmla="*/ 4539657 h 4893730"/>
              <a:gd name="connsiteX1778" fmla="*/ 188823 w 8877359"/>
              <a:gd name="connsiteY1778" fmla="*/ 4554106 h 4893730"/>
              <a:gd name="connsiteX1779" fmla="*/ 183176 w 8877359"/>
              <a:gd name="connsiteY1779" fmla="*/ 4560950 h 4893730"/>
              <a:gd name="connsiteX1780" fmla="*/ 177529 w 8877359"/>
              <a:gd name="connsiteY1780" fmla="*/ 4554106 h 4893730"/>
              <a:gd name="connsiteX1781" fmla="*/ 142646 w 8877359"/>
              <a:gd name="connsiteY1781" fmla="*/ 4539657 h 4893730"/>
              <a:gd name="connsiteX1782" fmla="*/ 93314 w 8877359"/>
              <a:gd name="connsiteY1782" fmla="*/ 4588989 h 4893730"/>
              <a:gd name="connsiteX1783" fmla="*/ 93663 w 8877359"/>
              <a:gd name="connsiteY1783" fmla="*/ 4592446 h 4893730"/>
              <a:gd name="connsiteX1784" fmla="*/ 84725 w 8877359"/>
              <a:gd name="connsiteY1784" fmla="*/ 4589671 h 4893730"/>
              <a:gd name="connsiteX1785" fmla="*/ 74783 w 8877359"/>
              <a:gd name="connsiteY1785" fmla="*/ 4588669 h 4893730"/>
              <a:gd name="connsiteX1786" fmla="*/ 25451 w 8877359"/>
              <a:gd name="connsiteY1786" fmla="*/ 4638001 h 4893730"/>
              <a:gd name="connsiteX1787" fmla="*/ 33876 w 8877359"/>
              <a:gd name="connsiteY1787" fmla="*/ 4665583 h 4893730"/>
              <a:gd name="connsiteX1788" fmla="*/ 36511 w 8877359"/>
              <a:gd name="connsiteY1788" fmla="*/ 4668777 h 4893730"/>
              <a:gd name="connsiteX1789" fmla="*/ 30131 w 8877359"/>
              <a:gd name="connsiteY1789" fmla="*/ 4670757 h 4893730"/>
              <a:gd name="connsiteX1790" fmla="*/ 2 w 8877359"/>
              <a:gd name="connsiteY1790" fmla="*/ 4716212 h 4893730"/>
              <a:gd name="connsiteX1791" fmla="*/ 30131 w 8877359"/>
              <a:gd name="connsiteY1791" fmla="*/ 4761667 h 4893730"/>
              <a:gd name="connsiteX1792" fmla="*/ 37144 w 8877359"/>
              <a:gd name="connsiteY1792" fmla="*/ 4763844 h 4893730"/>
              <a:gd name="connsiteX1793" fmla="*/ 33876 w 8877359"/>
              <a:gd name="connsiteY1793" fmla="*/ 4767804 h 4893730"/>
              <a:gd name="connsiteX1794" fmla="*/ 25451 w 8877359"/>
              <a:gd name="connsiteY1794" fmla="*/ 4795386 h 4893730"/>
              <a:gd name="connsiteX1795" fmla="*/ 74783 w 8877359"/>
              <a:gd name="connsiteY1795" fmla="*/ 4844717 h 4893730"/>
              <a:gd name="connsiteX1796" fmla="*/ 84725 w 8877359"/>
              <a:gd name="connsiteY1796" fmla="*/ 4843715 h 4893730"/>
              <a:gd name="connsiteX1797" fmla="*/ 93663 w 8877359"/>
              <a:gd name="connsiteY1797" fmla="*/ 4840941 h 4893730"/>
              <a:gd name="connsiteX1798" fmla="*/ 93314 w 8877359"/>
              <a:gd name="connsiteY1798" fmla="*/ 4844398 h 4893730"/>
              <a:gd name="connsiteX1799" fmla="*/ 142646 w 8877359"/>
              <a:gd name="connsiteY1799" fmla="*/ 4893730 h 4893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</a:cxnLst>
            <a:rect l="l" t="t" r="r" b="b"/>
            <a:pathLst>
              <a:path w="8877359" h="4893730">
                <a:moveTo>
                  <a:pt x="8339566" y="220099"/>
                </a:moveTo>
                <a:cubicBezTo>
                  <a:pt x="8361147" y="220099"/>
                  <a:pt x="8378642" y="202604"/>
                  <a:pt x="8378642" y="181023"/>
                </a:cubicBezTo>
                <a:cubicBezTo>
                  <a:pt x="8378642" y="159442"/>
                  <a:pt x="8361147" y="141947"/>
                  <a:pt x="8339566" y="141947"/>
                </a:cubicBezTo>
                <a:cubicBezTo>
                  <a:pt x="8317985" y="141947"/>
                  <a:pt x="8300490" y="159442"/>
                  <a:pt x="8300490" y="181023"/>
                </a:cubicBezTo>
                <a:cubicBezTo>
                  <a:pt x="8300490" y="202604"/>
                  <a:pt x="8317985" y="220099"/>
                  <a:pt x="8339566" y="220099"/>
                </a:cubicBezTo>
                <a:close/>
                <a:moveTo>
                  <a:pt x="7630314" y="220099"/>
                </a:moveTo>
                <a:cubicBezTo>
                  <a:pt x="7651895" y="220099"/>
                  <a:pt x="7669390" y="202604"/>
                  <a:pt x="7669390" y="181023"/>
                </a:cubicBezTo>
                <a:cubicBezTo>
                  <a:pt x="7669390" y="159442"/>
                  <a:pt x="7651895" y="141947"/>
                  <a:pt x="7630314" y="141947"/>
                </a:cubicBezTo>
                <a:cubicBezTo>
                  <a:pt x="7608733" y="141947"/>
                  <a:pt x="7591238" y="159442"/>
                  <a:pt x="7591238" y="181023"/>
                </a:cubicBezTo>
                <a:cubicBezTo>
                  <a:pt x="7591238" y="202604"/>
                  <a:pt x="7608733" y="220099"/>
                  <a:pt x="7630314" y="220099"/>
                </a:cubicBezTo>
                <a:close/>
                <a:moveTo>
                  <a:pt x="6921062" y="220099"/>
                </a:moveTo>
                <a:cubicBezTo>
                  <a:pt x="6942643" y="220099"/>
                  <a:pt x="6960138" y="202604"/>
                  <a:pt x="6960138" y="181023"/>
                </a:cubicBezTo>
                <a:cubicBezTo>
                  <a:pt x="6960138" y="159442"/>
                  <a:pt x="6942643" y="141947"/>
                  <a:pt x="6921062" y="141947"/>
                </a:cubicBezTo>
                <a:cubicBezTo>
                  <a:pt x="6899481" y="141947"/>
                  <a:pt x="6881986" y="159442"/>
                  <a:pt x="6881986" y="181023"/>
                </a:cubicBezTo>
                <a:cubicBezTo>
                  <a:pt x="6881986" y="202604"/>
                  <a:pt x="6899481" y="220099"/>
                  <a:pt x="6921062" y="220099"/>
                </a:cubicBezTo>
                <a:close/>
                <a:moveTo>
                  <a:pt x="6211810" y="220099"/>
                </a:moveTo>
                <a:cubicBezTo>
                  <a:pt x="6233391" y="220099"/>
                  <a:pt x="6250886" y="202604"/>
                  <a:pt x="6250886" y="181023"/>
                </a:cubicBezTo>
                <a:cubicBezTo>
                  <a:pt x="6250886" y="159442"/>
                  <a:pt x="6233391" y="141947"/>
                  <a:pt x="6211810" y="141947"/>
                </a:cubicBezTo>
                <a:cubicBezTo>
                  <a:pt x="6190229" y="141947"/>
                  <a:pt x="6172734" y="159442"/>
                  <a:pt x="6172734" y="181023"/>
                </a:cubicBezTo>
                <a:cubicBezTo>
                  <a:pt x="6172734" y="202604"/>
                  <a:pt x="6190229" y="220099"/>
                  <a:pt x="6211810" y="220099"/>
                </a:cubicBezTo>
                <a:close/>
                <a:moveTo>
                  <a:pt x="5502558" y="220099"/>
                </a:moveTo>
                <a:cubicBezTo>
                  <a:pt x="5524139" y="220099"/>
                  <a:pt x="5541634" y="202604"/>
                  <a:pt x="5541634" y="181023"/>
                </a:cubicBezTo>
                <a:cubicBezTo>
                  <a:pt x="5541634" y="159442"/>
                  <a:pt x="5524139" y="141947"/>
                  <a:pt x="5502558" y="141947"/>
                </a:cubicBezTo>
                <a:cubicBezTo>
                  <a:pt x="5480977" y="141947"/>
                  <a:pt x="5463482" y="159442"/>
                  <a:pt x="5463482" y="181023"/>
                </a:cubicBezTo>
                <a:cubicBezTo>
                  <a:pt x="5463482" y="202604"/>
                  <a:pt x="5480977" y="220099"/>
                  <a:pt x="5502558" y="220099"/>
                </a:cubicBezTo>
                <a:close/>
                <a:moveTo>
                  <a:pt x="4793306" y="220099"/>
                </a:moveTo>
                <a:cubicBezTo>
                  <a:pt x="4814887" y="220099"/>
                  <a:pt x="4832382" y="202604"/>
                  <a:pt x="4832382" y="181023"/>
                </a:cubicBezTo>
                <a:cubicBezTo>
                  <a:pt x="4832382" y="159442"/>
                  <a:pt x="4814887" y="141947"/>
                  <a:pt x="4793306" y="141947"/>
                </a:cubicBezTo>
                <a:cubicBezTo>
                  <a:pt x="4771725" y="141947"/>
                  <a:pt x="4754230" y="159442"/>
                  <a:pt x="4754230" y="181023"/>
                </a:cubicBezTo>
                <a:cubicBezTo>
                  <a:pt x="4754230" y="202604"/>
                  <a:pt x="4771725" y="220099"/>
                  <a:pt x="4793306" y="220099"/>
                </a:cubicBezTo>
                <a:close/>
                <a:moveTo>
                  <a:pt x="4084054" y="220099"/>
                </a:moveTo>
                <a:cubicBezTo>
                  <a:pt x="4105635" y="220099"/>
                  <a:pt x="4123130" y="202604"/>
                  <a:pt x="4123130" y="181023"/>
                </a:cubicBezTo>
                <a:cubicBezTo>
                  <a:pt x="4123130" y="159442"/>
                  <a:pt x="4105635" y="141947"/>
                  <a:pt x="4084054" y="141947"/>
                </a:cubicBezTo>
                <a:cubicBezTo>
                  <a:pt x="4062473" y="141947"/>
                  <a:pt x="4044984" y="159442"/>
                  <a:pt x="4044984" y="181023"/>
                </a:cubicBezTo>
                <a:cubicBezTo>
                  <a:pt x="4044984" y="202604"/>
                  <a:pt x="4062473" y="220099"/>
                  <a:pt x="4084054" y="220099"/>
                </a:cubicBezTo>
                <a:close/>
                <a:moveTo>
                  <a:pt x="3374807" y="220099"/>
                </a:moveTo>
                <a:cubicBezTo>
                  <a:pt x="3396389" y="220099"/>
                  <a:pt x="3413884" y="202604"/>
                  <a:pt x="3413884" y="181023"/>
                </a:cubicBezTo>
                <a:cubicBezTo>
                  <a:pt x="3413884" y="159442"/>
                  <a:pt x="3396389" y="141947"/>
                  <a:pt x="3374807" y="141947"/>
                </a:cubicBezTo>
                <a:cubicBezTo>
                  <a:pt x="3353226" y="141947"/>
                  <a:pt x="3335731" y="159442"/>
                  <a:pt x="3335731" y="181023"/>
                </a:cubicBezTo>
                <a:cubicBezTo>
                  <a:pt x="3335731" y="202604"/>
                  <a:pt x="3353226" y="220099"/>
                  <a:pt x="3374807" y="220099"/>
                </a:cubicBezTo>
                <a:close/>
                <a:moveTo>
                  <a:pt x="2665556" y="220099"/>
                </a:moveTo>
                <a:cubicBezTo>
                  <a:pt x="2687137" y="220099"/>
                  <a:pt x="2704632" y="202604"/>
                  <a:pt x="2704632" y="181023"/>
                </a:cubicBezTo>
                <a:cubicBezTo>
                  <a:pt x="2704632" y="159442"/>
                  <a:pt x="2687137" y="141947"/>
                  <a:pt x="2665556" y="141947"/>
                </a:cubicBezTo>
                <a:cubicBezTo>
                  <a:pt x="2643975" y="141947"/>
                  <a:pt x="2626479" y="159442"/>
                  <a:pt x="2626479" y="181023"/>
                </a:cubicBezTo>
                <a:cubicBezTo>
                  <a:pt x="2626479" y="202604"/>
                  <a:pt x="2643975" y="220099"/>
                  <a:pt x="2665556" y="220099"/>
                </a:cubicBezTo>
                <a:close/>
                <a:moveTo>
                  <a:pt x="1956304" y="220099"/>
                </a:moveTo>
                <a:cubicBezTo>
                  <a:pt x="1977886" y="220099"/>
                  <a:pt x="1995381" y="202604"/>
                  <a:pt x="1995381" y="181023"/>
                </a:cubicBezTo>
                <a:cubicBezTo>
                  <a:pt x="1995381" y="159442"/>
                  <a:pt x="1977886" y="141947"/>
                  <a:pt x="1956304" y="141947"/>
                </a:cubicBezTo>
                <a:cubicBezTo>
                  <a:pt x="1934723" y="141947"/>
                  <a:pt x="1917228" y="159442"/>
                  <a:pt x="1917228" y="181023"/>
                </a:cubicBezTo>
                <a:cubicBezTo>
                  <a:pt x="1917228" y="202604"/>
                  <a:pt x="1934723" y="220099"/>
                  <a:pt x="1956304" y="220099"/>
                </a:cubicBezTo>
                <a:close/>
                <a:moveTo>
                  <a:pt x="1247052" y="220099"/>
                </a:moveTo>
                <a:cubicBezTo>
                  <a:pt x="1268634" y="220099"/>
                  <a:pt x="1286129" y="202604"/>
                  <a:pt x="1286129" y="181023"/>
                </a:cubicBezTo>
                <a:cubicBezTo>
                  <a:pt x="1286129" y="159442"/>
                  <a:pt x="1268634" y="141947"/>
                  <a:pt x="1247052" y="141947"/>
                </a:cubicBezTo>
                <a:cubicBezTo>
                  <a:pt x="1225471" y="141947"/>
                  <a:pt x="1207977" y="159442"/>
                  <a:pt x="1207977" y="181023"/>
                </a:cubicBezTo>
                <a:cubicBezTo>
                  <a:pt x="1207977" y="202604"/>
                  <a:pt x="1225471" y="220099"/>
                  <a:pt x="1247052" y="220099"/>
                </a:cubicBezTo>
                <a:close/>
                <a:moveTo>
                  <a:pt x="537800" y="220099"/>
                </a:moveTo>
                <a:cubicBezTo>
                  <a:pt x="559381" y="220099"/>
                  <a:pt x="576876" y="202604"/>
                  <a:pt x="576876" y="181023"/>
                </a:cubicBezTo>
                <a:cubicBezTo>
                  <a:pt x="576876" y="159442"/>
                  <a:pt x="559381" y="141947"/>
                  <a:pt x="537800" y="141947"/>
                </a:cubicBezTo>
                <a:cubicBezTo>
                  <a:pt x="516219" y="141947"/>
                  <a:pt x="498724" y="159442"/>
                  <a:pt x="498724" y="181023"/>
                </a:cubicBezTo>
                <a:cubicBezTo>
                  <a:pt x="498724" y="202604"/>
                  <a:pt x="516219" y="220099"/>
                  <a:pt x="537800" y="220099"/>
                </a:cubicBezTo>
                <a:close/>
                <a:moveTo>
                  <a:pt x="8653655" y="354073"/>
                </a:moveTo>
                <a:cubicBezTo>
                  <a:pt x="8667278" y="354073"/>
                  <a:pt x="8679611" y="348551"/>
                  <a:pt x="8688538" y="339624"/>
                </a:cubicBezTo>
                <a:lnTo>
                  <a:pt x="8694185" y="332780"/>
                </a:lnTo>
                <a:lnTo>
                  <a:pt x="8699832" y="339624"/>
                </a:lnTo>
                <a:cubicBezTo>
                  <a:pt x="8708759" y="348551"/>
                  <a:pt x="8721092" y="354073"/>
                  <a:pt x="8734715" y="354073"/>
                </a:cubicBezTo>
                <a:cubicBezTo>
                  <a:pt x="8761960" y="354073"/>
                  <a:pt x="8784046" y="331986"/>
                  <a:pt x="8784046" y="304741"/>
                </a:cubicBezTo>
                <a:lnTo>
                  <a:pt x="8783698" y="301284"/>
                </a:lnTo>
                <a:lnTo>
                  <a:pt x="8792636" y="304058"/>
                </a:lnTo>
                <a:cubicBezTo>
                  <a:pt x="8795848" y="304715"/>
                  <a:pt x="8799173" y="305060"/>
                  <a:pt x="8802578" y="305060"/>
                </a:cubicBezTo>
                <a:cubicBezTo>
                  <a:pt x="8829823" y="305060"/>
                  <a:pt x="8851910" y="282974"/>
                  <a:pt x="8851910" y="255729"/>
                </a:cubicBezTo>
                <a:cubicBezTo>
                  <a:pt x="8851910" y="245512"/>
                  <a:pt x="8848804" y="236020"/>
                  <a:pt x="8843485" y="228147"/>
                </a:cubicBezTo>
                <a:lnTo>
                  <a:pt x="8840217" y="224187"/>
                </a:lnTo>
                <a:lnTo>
                  <a:pt x="8847229" y="222010"/>
                </a:lnTo>
                <a:cubicBezTo>
                  <a:pt x="8864935" y="214521"/>
                  <a:pt x="8877359" y="196989"/>
                  <a:pt x="8877359" y="176555"/>
                </a:cubicBezTo>
                <a:cubicBezTo>
                  <a:pt x="8877359" y="156121"/>
                  <a:pt x="8864935" y="138589"/>
                  <a:pt x="8847229" y="131100"/>
                </a:cubicBezTo>
                <a:lnTo>
                  <a:pt x="8840850" y="129120"/>
                </a:lnTo>
                <a:lnTo>
                  <a:pt x="8843485" y="125926"/>
                </a:lnTo>
                <a:cubicBezTo>
                  <a:pt x="8848804" y="118052"/>
                  <a:pt x="8851910" y="108561"/>
                  <a:pt x="8851910" y="98344"/>
                </a:cubicBezTo>
                <a:cubicBezTo>
                  <a:pt x="8851910" y="71099"/>
                  <a:pt x="8829823" y="49012"/>
                  <a:pt x="8802578" y="49012"/>
                </a:cubicBezTo>
                <a:cubicBezTo>
                  <a:pt x="8797470" y="49012"/>
                  <a:pt x="8792543" y="49789"/>
                  <a:pt x="8787908" y="51230"/>
                </a:cubicBezTo>
                <a:lnTo>
                  <a:pt x="8783649" y="53278"/>
                </a:lnTo>
                <a:lnTo>
                  <a:pt x="8784047" y="49331"/>
                </a:lnTo>
                <a:cubicBezTo>
                  <a:pt x="8784047" y="22086"/>
                  <a:pt x="8761960" y="0"/>
                  <a:pt x="8734715" y="0"/>
                </a:cubicBezTo>
                <a:cubicBezTo>
                  <a:pt x="8721092" y="0"/>
                  <a:pt x="8708759" y="5521"/>
                  <a:pt x="8699832" y="14449"/>
                </a:cubicBezTo>
                <a:lnTo>
                  <a:pt x="8694185" y="21293"/>
                </a:lnTo>
                <a:lnTo>
                  <a:pt x="8688538" y="14449"/>
                </a:lnTo>
                <a:cubicBezTo>
                  <a:pt x="8679611" y="5521"/>
                  <a:pt x="8667278" y="0"/>
                  <a:pt x="8653655" y="0"/>
                </a:cubicBezTo>
                <a:cubicBezTo>
                  <a:pt x="8626410" y="0"/>
                  <a:pt x="8604324" y="22086"/>
                  <a:pt x="8604324" y="49331"/>
                </a:cubicBezTo>
                <a:lnTo>
                  <a:pt x="8604672" y="52789"/>
                </a:lnTo>
                <a:lnTo>
                  <a:pt x="8595734" y="50014"/>
                </a:lnTo>
                <a:cubicBezTo>
                  <a:pt x="8592523" y="49357"/>
                  <a:pt x="8589198" y="49012"/>
                  <a:pt x="8585792" y="49012"/>
                </a:cubicBezTo>
                <a:cubicBezTo>
                  <a:pt x="8558547" y="49012"/>
                  <a:pt x="8536460" y="71099"/>
                  <a:pt x="8536460" y="98344"/>
                </a:cubicBezTo>
                <a:cubicBezTo>
                  <a:pt x="8536460" y="108561"/>
                  <a:pt x="8539566" y="118052"/>
                  <a:pt x="8544885" y="125926"/>
                </a:cubicBezTo>
                <a:lnTo>
                  <a:pt x="8547520" y="129120"/>
                </a:lnTo>
                <a:lnTo>
                  <a:pt x="8541141" y="131100"/>
                </a:lnTo>
                <a:cubicBezTo>
                  <a:pt x="8523435" y="138589"/>
                  <a:pt x="8511011" y="156121"/>
                  <a:pt x="8511011" y="176555"/>
                </a:cubicBezTo>
                <a:cubicBezTo>
                  <a:pt x="8511011" y="196989"/>
                  <a:pt x="8523435" y="214521"/>
                  <a:pt x="8541141" y="222010"/>
                </a:cubicBezTo>
                <a:lnTo>
                  <a:pt x="8548153" y="224187"/>
                </a:lnTo>
                <a:lnTo>
                  <a:pt x="8544885" y="228147"/>
                </a:lnTo>
                <a:cubicBezTo>
                  <a:pt x="8539566" y="236020"/>
                  <a:pt x="8536460" y="245512"/>
                  <a:pt x="8536460" y="255729"/>
                </a:cubicBezTo>
                <a:cubicBezTo>
                  <a:pt x="8536460" y="282974"/>
                  <a:pt x="8558547" y="305060"/>
                  <a:pt x="8585792" y="305060"/>
                </a:cubicBezTo>
                <a:cubicBezTo>
                  <a:pt x="8589198" y="305060"/>
                  <a:pt x="8592523" y="304715"/>
                  <a:pt x="8595734" y="304058"/>
                </a:cubicBezTo>
                <a:lnTo>
                  <a:pt x="8604672" y="301284"/>
                </a:lnTo>
                <a:lnTo>
                  <a:pt x="8604323" y="304741"/>
                </a:lnTo>
                <a:cubicBezTo>
                  <a:pt x="8604323" y="331986"/>
                  <a:pt x="8626410" y="354073"/>
                  <a:pt x="8653655" y="354073"/>
                </a:cubicBezTo>
                <a:close/>
                <a:moveTo>
                  <a:pt x="7944411" y="354073"/>
                </a:moveTo>
                <a:cubicBezTo>
                  <a:pt x="7958033" y="354073"/>
                  <a:pt x="7970366" y="348551"/>
                  <a:pt x="7979293" y="339624"/>
                </a:cubicBezTo>
                <a:lnTo>
                  <a:pt x="7984940" y="332780"/>
                </a:lnTo>
                <a:lnTo>
                  <a:pt x="7990587" y="339624"/>
                </a:lnTo>
                <a:cubicBezTo>
                  <a:pt x="7999514" y="348551"/>
                  <a:pt x="8011847" y="354073"/>
                  <a:pt x="8025470" y="354073"/>
                </a:cubicBezTo>
                <a:cubicBezTo>
                  <a:pt x="8052715" y="354073"/>
                  <a:pt x="8074802" y="331986"/>
                  <a:pt x="8074802" y="304741"/>
                </a:cubicBezTo>
                <a:lnTo>
                  <a:pt x="8074453" y="301284"/>
                </a:lnTo>
                <a:lnTo>
                  <a:pt x="8083391" y="304058"/>
                </a:lnTo>
                <a:cubicBezTo>
                  <a:pt x="8086603" y="304715"/>
                  <a:pt x="8089928" y="305060"/>
                  <a:pt x="8093333" y="305060"/>
                </a:cubicBezTo>
                <a:cubicBezTo>
                  <a:pt x="8120579" y="305060"/>
                  <a:pt x="8142665" y="282974"/>
                  <a:pt x="8142665" y="255729"/>
                </a:cubicBezTo>
                <a:cubicBezTo>
                  <a:pt x="8142665" y="245512"/>
                  <a:pt x="8139559" y="236020"/>
                  <a:pt x="8134240" y="228147"/>
                </a:cubicBezTo>
                <a:lnTo>
                  <a:pt x="8130973" y="224187"/>
                </a:lnTo>
                <a:lnTo>
                  <a:pt x="8137985" y="222010"/>
                </a:lnTo>
                <a:cubicBezTo>
                  <a:pt x="8155691" y="214521"/>
                  <a:pt x="8168114" y="196989"/>
                  <a:pt x="8168114" y="176555"/>
                </a:cubicBezTo>
                <a:cubicBezTo>
                  <a:pt x="8168114" y="156121"/>
                  <a:pt x="8155691" y="138589"/>
                  <a:pt x="8137985" y="131100"/>
                </a:cubicBezTo>
                <a:lnTo>
                  <a:pt x="8131605" y="129120"/>
                </a:lnTo>
                <a:lnTo>
                  <a:pt x="8134240" y="125926"/>
                </a:lnTo>
                <a:cubicBezTo>
                  <a:pt x="8139559" y="118052"/>
                  <a:pt x="8142665" y="108561"/>
                  <a:pt x="8142665" y="98344"/>
                </a:cubicBezTo>
                <a:cubicBezTo>
                  <a:pt x="8142665" y="71099"/>
                  <a:pt x="8120579" y="49012"/>
                  <a:pt x="8093333" y="49012"/>
                </a:cubicBezTo>
                <a:cubicBezTo>
                  <a:pt x="8088225" y="49012"/>
                  <a:pt x="8083298" y="49789"/>
                  <a:pt x="8078664" y="51230"/>
                </a:cubicBezTo>
                <a:lnTo>
                  <a:pt x="8074404" y="53278"/>
                </a:lnTo>
                <a:lnTo>
                  <a:pt x="8074802" y="49331"/>
                </a:lnTo>
                <a:cubicBezTo>
                  <a:pt x="8074802" y="22086"/>
                  <a:pt x="8052715" y="0"/>
                  <a:pt x="8025470" y="0"/>
                </a:cubicBezTo>
                <a:cubicBezTo>
                  <a:pt x="8011847" y="0"/>
                  <a:pt x="7999515" y="5521"/>
                  <a:pt x="7990587" y="14449"/>
                </a:cubicBezTo>
                <a:lnTo>
                  <a:pt x="7984940" y="21293"/>
                </a:lnTo>
                <a:lnTo>
                  <a:pt x="7979294" y="14449"/>
                </a:lnTo>
                <a:cubicBezTo>
                  <a:pt x="7970366" y="5521"/>
                  <a:pt x="7958033" y="0"/>
                  <a:pt x="7944411" y="0"/>
                </a:cubicBezTo>
                <a:cubicBezTo>
                  <a:pt x="7917165" y="0"/>
                  <a:pt x="7895079" y="22086"/>
                  <a:pt x="7895079" y="49331"/>
                </a:cubicBezTo>
                <a:lnTo>
                  <a:pt x="7895427" y="52789"/>
                </a:lnTo>
                <a:lnTo>
                  <a:pt x="7886489" y="50014"/>
                </a:lnTo>
                <a:cubicBezTo>
                  <a:pt x="7883278" y="49357"/>
                  <a:pt x="7879953" y="49012"/>
                  <a:pt x="7876547" y="49012"/>
                </a:cubicBezTo>
                <a:cubicBezTo>
                  <a:pt x="7849302" y="49012"/>
                  <a:pt x="7827215" y="71099"/>
                  <a:pt x="7827215" y="98344"/>
                </a:cubicBezTo>
                <a:cubicBezTo>
                  <a:pt x="7827215" y="108561"/>
                  <a:pt x="7830321" y="118052"/>
                  <a:pt x="7835640" y="125926"/>
                </a:cubicBezTo>
                <a:lnTo>
                  <a:pt x="7838276" y="129120"/>
                </a:lnTo>
                <a:lnTo>
                  <a:pt x="7831896" y="131100"/>
                </a:lnTo>
                <a:cubicBezTo>
                  <a:pt x="7814190" y="138589"/>
                  <a:pt x="7801766" y="156121"/>
                  <a:pt x="7801766" y="176555"/>
                </a:cubicBezTo>
                <a:cubicBezTo>
                  <a:pt x="7801766" y="196989"/>
                  <a:pt x="7814190" y="214521"/>
                  <a:pt x="7831896" y="222010"/>
                </a:cubicBezTo>
                <a:lnTo>
                  <a:pt x="7838908" y="224187"/>
                </a:lnTo>
                <a:lnTo>
                  <a:pt x="7835640" y="228147"/>
                </a:lnTo>
                <a:cubicBezTo>
                  <a:pt x="7830321" y="236020"/>
                  <a:pt x="7827215" y="245512"/>
                  <a:pt x="7827215" y="255729"/>
                </a:cubicBezTo>
                <a:cubicBezTo>
                  <a:pt x="7827215" y="282974"/>
                  <a:pt x="7849302" y="305060"/>
                  <a:pt x="7876547" y="305060"/>
                </a:cubicBezTo>
                <a:cubicBezTo>
                  <a:pt x="7879953" y="305060"/>
                  <a:pt x="7883278" y="304715"/>
                  <a:pt x="7886489" y="304058"/>
                </a:cubicBezTo>
                <a:lnTo>
                  <a:pt x="7895427" y="301284"/>
                </a:lnTo>
                <a:lnTo>
                  <a:pt x="7895079" y="304741"/>
                </a:lnTo>
                <a:cubicBezTo>
                  <a:pt x="7895079" y="331986"/>
                  <a:pt x="7917165" y="354073"/>
                  <a:pt x="7944411" y="354073"/>
                </a:cubicBezTo>
                <a:close/>
                <a:moveTo>
                  <a:pt x="7235159" y="354073"/>
                </a:moveTo>
                <a:cubicBezTo>
                  <a:pt x="7248781" y="354073"/>
                  <a:pt x="7261114" y="348551"/>
                  <a:pt x="7270041" y="339624"/>
                </a:cubicBezTo>
                <a:lnTo>
                  <a:pt x="7275688" y="332780"/>
                </a:lnTo>
                <a:lnTo>
                  <a:pt x="7281335" y="339624"/>
                </a:lnTo>
                <a:cubicBezTo>
                  <a:pt x="7290262" y="348551"/>
                  <a:pt x="7302595" y="354073"/>
                  <a:pt x="7316218" y="354073"/>
                </a:cubicBezTo>
                <a:cubicBezTo>
                  <a:pt x="7343463" y="354073"/>
                  <a:pt x="7365550" y="331986"/>
                  <a:pt x="7365550" y="304741"/>
                </a:cubicBezTo>
                <a:lnTo>
                  <a:pt x="7365201" y="301284"/>
                </a:lnTo>
                <a:lnTo>
                  <a:pt x="7374139" y="304058"/>
                </a:lnTo>
                <a:cubicBezTo>
                  <a:pt x="7377351" y="304715"/>
                  <a:pt x="7380676" y="305060"/>
                  <a:pt x="7384081" y="305060"/>
                </a:cubicBezTo>
                <a:cubicBezTo>
                  <a:pt x="7411327" y="305060"/>
                  <a:pt x="7433413" y="282974"/>
                  <a:pt x="7433413" y="255729"/>
                </a:cubicBezTo>
                <a:cubicBezTo>
                  <a:pt x="7433413" y="245512"/>
                  <a:pt x="7430307" y="236020"/>
                  <a:pt x="7424988" y="228147"/>
                </a:cubicBezTo>
                <a:lnTo>
                  <a:pt x="7421721" y="224187"/>
                </a:lnTo>
                <a:lnTo>
                  <a:pt x="7428733" y="222010"/>
                </a:lnTo>
                <a:cubicBezTo>
                  <a:pt x="7446439" y="214521"/>
                  <a:pt x="7458862" y="196989"/>
                  <a:pt x="7458862" y="176555"/>
                </a:cubicBezTo>
                <a:cubicBezTo>
                  <a:pt x="7458862" y="156121"/>
                  <a:pt x="7446439" y="138589"/>
                  <a:pt x="7428733" y="131100"/>
                </a:cubicBezTo>
                <a:lnTo>
                  <a:pt x="7422353" y="129120"/>
                </a:lnTo>
                <a:lnTo>
                  <a:pt x="7424988" y="125926"/>
                </a:lnTo>
                <a:cubicBezTo>
                  <a:pt x="7430307" y="118052"/>
                  <a:pt x="7433413" y="108561"/>
                  <a:pt x="7433413" y="98344"/>
                </a:cubicBezTo>
                <a:cubicBezTo>
                  <a:pt x="7433413" y="71099"/>
                  <a:pt x="7411327" y="49012"/>
                  <a:pt x="7384081" y="49012"/>
                </a:cubicBezTo>
                <a:cubicBezTo>
                  <a:pt x="7378973" y="49012"/>
                  <a:pt x="7374046" y="49789"/>
                  <a:pt x="7369412" y="51230"/>
                </a:cubicBezTo>
                <a:lnTo>
                  <a:pt x="7365152" y="53278"/>
                </a:lnTo>
                <a:lnTo>
                  <a:pt x="7365550" y="49331"/>
                </a:lnTo>
                <a:cubicBezTo>
                  <a:pt x="7365550" y="22086"/>
                  <a:pt x="7343463" y="0"/>
                  <a:pt x="7316218" y="0"/>
                </a:cubicBezTo>
                <a:cubicBezTo>
                  <a:pt x="7302595" y="0"/>
                  <a:pt x="7290263" y="5521"/>
                  <a:pt x="7281335" y="14449"/>
                </a:cubicBezTo>
                <a:lnTo>
                  <a:pt x="7275688" y="21293"/>
                </a:lnTo>
                <a:lnTo>
                  <a:pt x="7270042" y="14449"/>
                </a:lnTo>
                <a:cubicBezTo>
                  <a:pt x="7261114" y="5521"/>
                  <a:pt x="7248781" y="0"/>
                  <a:pt x="7235159" y="0"/>
                </a:cubicBezTo>
                <a:cubicBezTo>
                  <a:pt x="7207913" y="0"/>
                  <a:pt x="7185827" y="22086"/>
                  <a:pt x="7185827" y="49331"/>
                </a:cubicBezTo>
                <a:lnTo>
                  <a:pt x="7186175" y="52789"/>
                </a:lnTo>
                <a:lnTo>
                  <a:pt x="7177237" y="50014"/>
                </a:lnTo>
                <a:cubicBezTo>
                  <a:pt x="7174026" y="49357"/>
                  <a:pt x="7170701" y="49012"/>
                  <a:pt x="7167295" y="49012"/>
                </a:cubicBezTo>
                <a:cubicBezTo>
                  <a:pt x="7140050" y="49012"/>
                  <a:pt x="7117963" y="71099"/>
                  <a:pt x="7117963" y="98344"/>
                </a:cubicBezTo>
                <a:cubicBezTo>
                  <a:pt x="7117963" y="108561"/>
                  <a:pt x="7121069" y="118052"/>
                  <a:pt x="7126388" y="125926"/>
                </a:cubicBezTo>
                <a:lnTo>
                  <a:pt x="7129024" y="129120"/>
                </a:lnTo>
                <a:lnTo>
                  <a:pt x="7122644" y="131100"/>
                </a:lnTo>
                <a:cubicBezTo>
                  <a:pt x="7104938" y="138589"/>
                  <a:pt x="7092514" y="156121"/>
                  <a:pt x="7092514" y="176555"/>
                </a:cubicBezTo>
                <a:cubicBezTo>
                  <a:pt x="7092514" y="196989"/>
                  <a:pt x="7104938" y="214521"/>
                  <a:pt x="7122644" y="222010"/>
                </a:cubicBezTo>
                <a:lnTo>
                  <a:pt x="7129656" y="224187"/>
                </a:lnTo>
                <a:lnTo>
                  <a:pt x="7126388" y="228147"/>
                </a:lnTo>
                <a:cubicBezTo>
                  <a:pt x="7121069" y="236020"/>
                  <a:pt x="7117963" y="245512"/>
                  <a:pt x="7117963" y="255729"/>
                </a:cubicBezTo>
                <a:cubicBezTo>
                  <a:pt x="7117963" y="282974"/>
                  <a:pt x="7140050" y="305060"/>
                  <a:pt x="7167295" y="305060"/>
                </a:cubicBezTo>
                <a:cubicBezTo>
                  <a:pt x="7170701" y="305060"/>
                  <a:pt x="7174026" y="304715"/>
                  <a:pt x="7177237" y="304058"/>
                </a:cubicBezTo>
                <a:lnTo>
                  <a:pt x="7186175" y="301284"/>
                </a:lnTo>
                <a:lnTo>
                  <a:pt x="7185827" y="304741"/>
                </a:lnTo>
                <a:cubicBezTo>
                  <a:pt x="7185827" y="331986"/>
                  <a:pt x="7207913" y="354073"/>
                  <a:pt x="7235159" y="354073"/>
                </a:cubicBezTo>
                <a:close/>
                <a:moveTo>
                  <a:pt x="6525907" y="354073"/>
                </a:moveTo>
                <a:cubicBezTo>
                  <a:pt x="6539529" y="354073"/>
                  <a:pt x="6551862" y="348551"/>
                  <a:pt x="6560789" y="339624"/>
                </a:cubicBezTo>
                <a:lnTo>
                  <a:pt x="6566436" y="332780"/>
                </a:lnTo>
                <a:lnTo>
                  <a:pt x="6572083" y="339624"/>
                </a:lnTo>
                <a:cubicBezTo>
                  <a:pt x="6581010" y="348551"/>
                  <a:pt x="6593343" y="354073"/>
                  <a:pt x="6606966" y="354073"/>
                </a:cubicBezTo>
                <a:cubicBezTo>
                  <a:pt x="6634211" y="354073"/>
                  <a:pt x="6656298" y="331986"/>
                  <a:pt x="6656298" y="304741"/>
                </a:cubicBezTo>
                <a:lnTo>
                  <a:pt x="6655949" y="301284"/>
                </a:lnTo>
                <a:lnTo>
                  <a:pt x="6664887" y="304058"/>
                </a:lnTo>
                <a:cubicBezTo>
                  <a:pt x="6668099" y="304715"/>
                  <a:pt x="6671424" y="305060"/>
                  <a:pt x="6674829" y="305060"/>
                </a:cubicBezTo>
                <a:cubicBezTo>
                  <a:pt x="6702075" y="305060"/>
                  <a:pt x="6724161" y="282974"/>
                  <a:pt x="6724161" y="255729"/>
                </a:cubicBezTo>
                <a:cubicBezTo>
                  <a:pt x="6724161" y="245512"/>
                  <a:pt x="6721055" y="236020"/>
                  <a:pt x="6715736" y="228147"/>
                </a:cubicBezTo>
                <a:lnTo>
                  <a:pt x="6712469" y="224187"/>
                </a:lnTo>
                <a:lnTo>
                  <a:pt x="6719481" y="222010"/>
                </a:lnTo>
                <a:cubicBezTo>
                  <a:pt x="6737187" y="214521"/>
                  <a:pt x="6749610" y="196989"/>
                  <a:pt x="6749610" y="176555"/>
                </a:cubicBezTo>
                <a:cubicBezTo>
                  <a:pt x="6749610" y="156121"/>
                  <a:pt x="6737187" y="138589"/>
                  <a:pt x="6719481" y="131100"/>
                </a:cubicBezTo>
                <a:lnTo>
                  <a:pt x="6713101" y="129120"/>
                </a:lnTo>
                <a:lnTo>
                  <a:pt x="6715736" y="125926"/>
                </a:lnTo>
                <a:cubicBezTo>
                  <a:pt x="6721055" y="118052"/>
                  <a:pt x="6724161" y="108561"/>
                  <a:pt x="6724161" y="98344"/>
                </a:cubicBezTo>
                <a:cubicBezTo>
                  <a:pt x="6724161" y="71099"/>
                  <a:pt x="6702075" y="49012"/>
                  <a:pt x="6674829" y="49012"/>
                </a:cubicBezTo>
                <a:cubicBezTo>
                  <a:pt x="6669721" y="49012"/>
                  <a:pt x="6664794" y="49789"/>
                  <a:pt x="6660160" y="51230"/>
                </a:cubicBezTo>
                <a:lnTo>
                  <a:pt x="6655900" y="53278"/>
                </a:lnTo>
                <a:lnTo>
                  <a:pt x="6656298" y="49331"/>
                </a:lnTo>
                <a:cubicBezTo>
                  <a:pt x="6656298" y="22086"/>
                  <a:pt x="6634211" y="0"/>
                  <a:pt x="6606966" y="0"/>
                </a:cubicBezTo>
                <a:cubicBezTo>
                  <a:pt x="6593343" y="0"/>
                  <a:pt x="6581011" y="5521"/>
                  <a:pt x="6572083" y="14449"/>
                </a:cubicBezTo>
                <a:lnTo>
                  <a:pt x="6566436" y="21293"/>
                </a:lnTo>
                <a:lnTo>
                  <a:pt x="6560790" y="14449"/>
                </a:lnTo>
                <a:cubicBezTo>
                  <a:pt x="6551862" y="5521"/>
                  <a:pt x="6539529" y="0"/>
                  <a:pt x="6525907" y="0"/>
                </a:cubicBezTo>
                <a:cubicBezTo>
                  <a:pt x="6498661" y="0"/>
                  <a:pt x="6476575" y="22086"/>
                  <a:pt x="6476575" y="49331"/>
                </a:cubicBezTo>
                <a:lnTo>
                  <a:pt x="6476923" y="52789"/>
                </a:lnTo>
                <a:lnTo>
                  <a:pt x="6467985" y="50014"/>
                </a:lnTo>
                <a:cubicBezTo>
                  <a:pt x="6464774" y="49357"/>
                  <a:pt x="6461449" y="49012"/>
                  <a:pt x="6458043" y="49012"/>
                </a:cubicBezTo>
                <a:cubicBezTo>
                  <a:pt x="6430798" y="49012"/>
                  <a:pt x="6408711" y="71099"/>
                  <a:pt x="6408711" y="98344"/>
                </a:cubicBezTo>
                <a:cubicBezTo>
                  <a:pt x="6408711" y="108561"/>
                  <a:pt x="6411817" y="118052"/>
                  <a:pt x="6417136" y="125926"/>
                </a:cubicBezTo>
                <a:lnTo>
                  <a:pt x="6419772" y="129120"/>
                </a:lnTo>
                <a:lnTo>
                  <a:pt x="6413392" y="131100"/>
                </a:lnTo>
                <a:cubicBezTo>
                  <a:pt x="6395686" y="138589"/>
                  <a:pt x="6383262" y="156121"/>
                  <a:pt x="6383262" y="176555"/>
                </a:cubicBezTo>
                <a:cubicBezTo>
                  <a:pt x="6383262" y="196989"/>
                  <a:pt x="6395686" y="214521"/>
                  <a:pt x="6413392" y="222010"/>
                </a:cubicBezTo>
                <a:lnTo>
                  <a:pt x="6420404" y="224187"/>
                </a:lnTo>
                <a:lnTo>
                  <a:pt x="6417136" y="228147"/>
                </a:lnTo>
                <a:cubicBezTo>
                  <a:pt x="6411817" y="236020"/>
                  <a:pt x="6408711" y="245512"/>
                  <a:pt x="6408711" y="255729"/>
                </a:cubicBezTo>
                <a:cubicBezTo>
                  <a:pt x="6408711" y="282974"/>
                  <a:pt x="6430798" y="305060"/>
                  <a:pt x="6458043" y="305060"/>
                </a:cubicBezTo>
                <a:cubicBezTo>
                  <a:pt x="6461449" y="305060"/>
                  <a:pt x="6464774" y="304715"/>
                  <a:pt x="6467985" y="304058"/>
                </a:cubicBezTo>
                <a:lnTo>
                  <a:pt x="6476923" y="301284"/>
                </a:lnTo>
                <a:lnTo>
                  <a:pt x="6476575" y="304741"/>
                </a:lnTo>
                <a:cubicBezTo>
                  <a:pt x="6476575" y="331986"/>
                  <a:pt x="6498661" y="354073"/>
                  <a:pt x="6525907" y="354073"/>
                </a:cubicBezTo>
                <a:close/>
                <a:moveTo>
                  <a:pt x="5816655" y="354073"/>
                </a:moveTo>
                <a:cubicBezTo>
                  <a:pt x="5830277" y="354073"/>
                  <a:pt x="5842610" y="348551"/>
                  <a:pt x="5851537" y="339624"/>
                </a:cubicBezTo>
                <a:lnTo>
                  <a:pt x="5857184" y="332780"/>
                </a:lnTo>
                <a:lnTo>
                  <a:pt x="5862831" y="339624"/>
                </a:lnTo>
                <a:cubicBezTo>
                  <a:pt x="5871758" y="348551"/>
                  <a:pt x="5884091" y="354073"/>
                  <a:pt x="5897714" y="354073"/>
                </a:cubicBezTo>
                <a:cubicBezTo>
                  <a:pt x="5924959" y="354073"/>
                  <a:pt x="5947046" y="331986"/>
                  <a:pt x="5947046" y="304741"/>
                </a:cubicBezTo>
                <a:lnTo>
                  <a:pt x="5946697" y="301284"/>
                </a:lnTo>
                <a:lnTo>
                  <a:pt x="5955635" y="304058"/>
                </a:lnTo>
                <a:cubicBezTo>
                  <a:pt x="5958847" y="304715"/>
                  <a:pt x="5962172" y="305060"/>
                  <a:pt x="5965577" y="305060"/>
                </a:cubicBezTo>
                <a:cubicBezTo>
                  <a:pt x="5992823" y="305060"/>
                  <a:pt x="6014909" y="282974"/>
                  <a:pt x="6014909" y="255729"/>
                </a:cubicBezTo>
                <a:cubicBezTo>
                  <a:pt x="6014909" y="245512"/>
                  <a:pt x="6011803" y="236020"/>
                  <a:pt x="6006484" y="228147"/>
                </a:cubicBezTo>
                <a:lnTo>
                  <a:pt x="6003217" y="224187"/>
                </a:lnTo>
                <a:lnTo>
                  <a:pt x="6010229" y="222010"/>
                </a:lnTo>
                <a:cubicBezTo>
                  <a:pt x="6027935" y="214521"/>
                  <a:pt x="6040358" y="196989"/>
                  <a:pt x="6040358" y="176555"/>
                </a:cubicBezTo>
                <a:cubicBezTo>
                  <a:pt x="6040358" y="156121"/>
                  <a:pt x="6027935" y="138589"/>
                  <a:pt x="6010229" y="131100"/>
                </a:cubicBezTo>
                <a:lnTo>
                  <a:pt x="6003849" y="129120"/>
                </a:lnTo>
                <a:lnTo>
                  <a:pt x="6006484" y="125926"/>
                </a:lnTo>
                <a:cubicBezTo>
                  <a:pt x="6011803" y="118052"/>
                  <a:pt x="6014909" y="108561"/>
                  <a:pt x="6014909" y="98344"/>
                </a:cubicBezTo>
                <a:cubicBezTo>
                  <a:pt x="6014909" y="71099"/>
                  <a:pt x="5992823" y="49012"/>
                  <a:pt x="5965577" y="49012"/>
                </a:cubicBezTo>
                <a:cubicBezTo>
                  <a:pt x="5960469" y="49012"/>
                  <a:pt x="5955542" y="49789"/>
                  <a:pt x="5950908" y="51230"/>
                </a:cubicBezTo>
                <a:lnTo>
                  <a:pt x="5946648" y="53278"/>
                </a:lnTo>
                <a:lnTo>
                  <a:pt x="5947046" y="49331"/>
                </a:lnTo>
                <a:cubicBezTo>
                  <a:pt x="5947046" y="22086"/>
                  <a:pt x="5924959" y="0"/>
                  <a:pt x="5897714" y="0"/>
                </a:cubicBezTo>
                <a:cubicBezTo>
                  <a:pt x="5884091" y="0"/>
                  <a:pt x="5871759" y="5521"/>
                  <a:pt x="5862831" y="14449"/>
                </a:cubicBezTo>
                <a:lnTo>
                  <a:pt x="5857184" y="21293"/>
                </a:lnTo>
                <a:lnTo>
                  <a:pt x="5851538" y="14449"/>
                </a:lnTo>
                <a:cubicBezTo>
                  <a:pt x="5842610" y="5521"/>
                  <a:pt x="5830277" y="0"/>
                  <a:pt x="5816655" y="0"/>
                </a:cubicBezTo>
                <a:cubicBezTo>
                  <a:pt x="5789409" y="0"/>
                  <a:pt x="5767323" y="22086"/>
                  <a:pt x="5767323" y="49331"/>
                </a:cubicBezTo>
                <a:lnTo>
                  <a:pt x="5767671" y="52789"/>
                </a:lnTo>
                <a:lnTo>
                  <a:pt x="5758733" y="50014"/>
                </a:lnTo>
                <a:cubicBezTo>
                  <a:pt x="5755522" y="49357"/>
                  <a:pt x="5752197" y="49012"/>
                  <a:pt x="5748791" y="49012"/>
                </a:cubicBezTo>
                <a:cubicBezTo>
                  <a:pt x="5721546" y="49012"/>
                  <a:pt x="5699459" y="71099"/>
                  <a:pt x="5699459" y="98344"/>
                </a:cubicBezTo>
                <a:cubicBezTo>
                  <a:pt x="5699459" y="108561"/>
                  <a:pt x="5702565" y="118052"/>
                  <a:pt x="5707884" y="125926"/>
                </a:cubicBezTo>
                <a:lnTo>
                  <a:pt x="5710520" y="129120"/>
                </a:lnTo>
                <a:lnTo>
                  <a:pt x="5704140" y="131100"/>
                </a:lnTo>
                <a:cubicBezTo>
                  <a:pt x="5686434" y="138589"/>
                  <a:pt x="5674010" y="156121"/>
                  <a:pt x="5674010" y="176555"/>
                </a:cubicBezTo>
                <a:cubicBezTo>
                  <a:pt x="5674010" y="196989"/>
                  <a:pt x="5686434" y="214521"/>
                  <a:pt x="5704140" y="222010"/>
                </a:cubicBezTo>
                <a:lnTo>
                  <a:pt x="5711152" y="224187"/>
                </a:lnTo>
                <a:lnTo>
                  <a:pt x="5707884" y="228147"/>
                </a:lnTo>
                <a:cubicBezTo>
                  <a:pt x="5702565" y="236020"/>
                  <a:pt x="5699459" y="245512"/>
                  <a:pt x="5699459" y="255729"/>
                </a:cubicBezTo>
                <a:cubicBezTo>
                  <a:pt x="5699459" y="282974"/>
                  <a:pt x="5721546" y="305060"/>
                  <a:pt x="5748791" y="305060"/>
                </a:cubicBezTo>
                <a:cubicBezTo>
                  <a:pt x="5752197" y="305060"/>
                  <a:pt x="5755522" y="304715"/>
                  <a:pt x="5758733" y="304058"/>
                </a:cubicBezTo>
                <a:lnTo>
                  <a:pt x="5767671" y="301284"/>
                </a:lnTo>
                <a:lnTo>
                  <a:pt x="5767323" y="304741"/>
                </a:lnTo>
                <a:cubicBezTo>
                  <a:pt x="5767323" y="331986"/>
                  <a:pt x="5789409" y="354073"/>
                  <a:pt x="5816655" y="354073"/>
                </a:cubicBezTo>
                <a:close/>
                <a:moveTo>
                  <a:pt x="5107403" y="354073"/>
                </a:moveTo>
                <a:cubicBezTo>
                  <a:pt x="5121025" y="354073"/>
                  <a:pt x="5133358" y="348551"/>
                  <a:pt x="5142285" y="339624"/>
                </a:cubicBezTo>
                <a:lnTo>
                  <a:pt x="5147932" y="332780"/>
                </a:lnTo>
                <a:lnTo>
                  <a:pt x="5153579" y="339624"/>
                </a:lnTo>
                <a:cubicBezTo>
                  <a:pt x="5162506" y="348551"/>
                  <a:pt x="5174839" y="354073"/>
                  <a:pt x="5188462" y="354073"/>
                </a:cubicBezTo>
                <a:cubicBezTo>
                  <a:pt x="5215707" y="354073"/>
                  <a:pt x="5237794" y="331986"/>
                  <a:pt x="5237794" y="304741"/>
                </a:cubicBezTo>
                <a:lnTo>
                  <a:pt x="5237445" y="301284"/>
                </a:lnTo>
                <a:lnTo>
                  <a:pt x="5246383" y="304058"/>
                </a:lnTo>
                <a:cubicBezTo>
                  <a:pt x="5249595" y="304715"/>
                  <a:pt x="5252920" y="305060"/>
                  <a:pt x="5256325" y="305060"/>
                </a:cubicBezTo>
                <a:cubicBezTo>
                  <a:pt x="5283571" y="305060"/>
                  <a:pt x="5305657" y="282974"/>
                  <a:pt x="5305657" y="255729"/>
                </a:cubicBezTo>
                <a:cubicBezTo>
                  <a:pt x="5305657" y="245512"/>
                  <a:pt x="5302551" y="236020"/>
                  <a:pt x="5297232" y="228147"/>
                </a:cubicBezTo>
                <a:lnTo>
                  <a:pt x="5293965" y="224187"/>
                </a:lnTo>
                <a:lnTo>
                  <a:pt x="5300977" y="222010"/>
                </a:lnTo>
                <a:cubicBezTo>
                  <a:pt x="5318683" y="214521"/>
                  <a:pt x="5331106" y="196989"/>
                  <a:pt x="5331106" y="176555"/>
                </a:cubicBezTo>
                <a:cubicBezTo>
                  <a:pt x="5331106" y="156121"/>
                  <a:pt x="5318683" y="138589"/>
                  <a:pt x="5300977" y="131100"/>
                </a:cubicBezTo>
                <a:lnTo>
                  <a:pt x="5294597" y="129120"/>
                </a:lnTo>
                <a:lnTo>
                  <a:pt x="5297232" y="125926"/>
                </a:lnTo>
                <a:cubicBezTo>
                  <a:pt x="5302551" y="118052"/>
                  <a:pt x="5305657" y="108561"/>
                  <a:pt x="5305657" y="98344"/>
                </a:cubicBezTo>
                <a:cubicBezTo>
                  <a:pt x="5305657" y="71099"/>
                  <a:pt x="5283571" y="49012"/>
                  <a:pt x="5256325" y="49012"/>
                </a:cubicBezTo>
                <a:cubicBezTo>
                  <a:pt x="5251217" y="49012"/>
                  <a:pt x="5246290" y="49789"/>
                  <a:pt x="5241656" y="51230"/>
                </a:cubicBezTo>
                <a:lnTo>
                  <a:pt x="5237396" y="53278"/>
                </a:lnTo>
                <a:lnTo>
                  <a:pt x="5237794" y="49331"/>
                </a:lnTo>
                <a:cubicBezTo>
                  <a:pt x="5237794" y="22086"/>
                  <a:pt x="5215707" y="0"/>
                  <a:pt x="5188462" y="0"/>
                </a:cubicBezTo>
                <a:cubicBezTo>
                  <a:pt x="5174839" y="0"/>
                  <a:pt x="5162507" y="5521"/>
                  <a:pt x="5153579" y="14449"/>
                </a:cubicBezTo>
                <a:lnTo>
                  <a:pt x="5147932" y="21293"/>
                </a:lnTo>
                <a:lnTo>
                  <a:pt x="5142286" y="14449"/>
                </a:lnTo>
                <a:cubicBezTo>
                  <a:pt x="5133358" y="5521"/>
                  <a:pt x="5121025" y="0"/>
                  <a:pt x="5107403" y="0"/>
                </a:cubicBezTo>
                <a:cubicBezTo>
                  <a:pt x="5080157" y="0"/>
                  <a:pt x="5058071" y="22086"/>
                  <a:pt x="5058071" y="49331"/>
                </a:cubicBezTo>
                <a:lnTo>
                  <a:pt x="5058419" y="52789"/>
                </a:lnTo>
                <a:lnTo>
                  <a:pt x="5049481" y="50014"/>
                </a:lnTo>
                <a:cubicBezTo>
                  <a:pt x="5046270" y="49357"/>
                  <a:pt x="5042945" y="49012"/>
                  <a:pt x="5039539" y="49012"/>
                </a:cubicBezTo>
                <a:cubicBezTo>
                  <a:pt x="5012294" y="49012"/>
                  <a:pt x="4990207" y="71099"/>
                  <a:pt x="4990207" y="98344"/>
                </a:cubicBezTo>
                <a:cubicBezTo>
                  <a:pt x="4990207" y="108561"/>
                  <a:pt x="4993313" y="118052"/>
                  <a:pt x="4998632" y="125926"/>
                </a:cubicBezTo>
                <a:lnTo>
                  <a:pt x="5001268" y="129120"/>
                </a:lnTo>
                <a:lnTo>
                  <a:pt x="4994888" y="131100"/>
                </a:lnTo>
                <a:cubicBezTo>
                  <a:pt x="4977182" y="138589"/>
                  <a:pt x="4964758" y="156121"/>
                  <a:pt x="4964758" y="176555"/>
                </a:cubicBezTo>
                <a:cubicBezTo>
                  <a:pt x="4964758" y="196989"/>
                  <a:pt x="4977182" y="214521"/>
                  <a:pt x="4994888" y="222010"/>
                </a:cubicBezTo>
                <a:lnTo>
                  <a:pt x="5001900" y="224187"/>
                </a:lnTo>
                <a:lnTo>
                  <a:pt x="4998632" y="228147"/>
                </a:lnTo>
                <a:cubicBezTo>
                  <a:pt x="4993313" y="236020"/>
                  <a:pt x="4990207" y="245512"/>
                  <a:pt x="4990207" y="255729"/>
                </a:cubicBezTo>
                <a:cubicBezTo>
                  <a:pt x="4990207" y="282974"/>
                  <a:pt x="5012294" y="305060"/>
                  <a:pt x="5039539" y="305060"/>
                </a:cubicBezTo>
                <a:cubicBezTo>
                  <a:pt x="5042945" y="305060"/>
                  <a:pt x="5046270" y="304715"/>
                  <a:pt x="5049481" y="304058"/>
                </a:cubicBezTo>
                <a:lnTo>
                  <a:pt x="5058419" y="301284"/>
                </a:lnTo>
                <a:lnTo>
                  <a:pt x="5058071" y="304741"/>
                </a:lnTo>
                <a:cubicBezTo>
                  <a:pt x="5058071" y="331986"/>
                  <a:pt x="5080157" y="354073"/>
                  <a:pt x="5107403" y="354073"/>
                </a:cubicBezTo>
                <a:close/>
                <a:moveTo>
                  <a:pt x="4398151" y="354073"/>
                </a:moveTo>
                <a:cubicBezTo>
                  <a:pt x="4411773" y="354073"/>
                  <a:pt x="4424106" y="348551"/>
                  <a:pt x="4433033" y="339624"/>
                </a:cubicBezTo>
                <a:lnTo>
                  <a:pt x="4438680" y="332780"/>
                </a:lnTo>
                <a:lnTo>
                  <a:pt x="4444327" y="339624"/>
                </a:lnTo>
                <a:cubicBezTo>
                  <a:pt x="4453254" y="348551"/>
                  <a:pt x="4465587" y="354073"/>
                  <a:pt x="4479210" y="354073"/>
                </a:cubicBezTo>
                <a:cubicBezTo>
                  <a:pt x="4506455" y="354073"/>
                  <a:pt x="4528542" y="331986"/>
                  <a:pt x="4528542" y="304741"/>
                </a:cubicBezTo>
                <a:lnTo>
                  <a:pt x="4528193" y="301284"/>
                </a:lnTo>
                <a:lnTo>
                  <a:pt x="4537131" y="304058"/>
                </a:lnTo>
                <a:cubicBezTo>
                  <a:pt x="4540343" y="304715"/>
                  <a:pt x="4543668" y="305060"/>
                  <a:pt x="4547073" y="305060"/>
                </a:cubicBezTo>
                <a:cubicBezTo>
                  <a:pt x="4574319" y="305060"/>
                  <a:pt x="4596405" y="282974"/>
                  <a:pt x="4596405" y="255729"/>
                </a:cubicBezTo>
                <a:cubicBezTo>
                  <a:pt x="4596405" y="245512"/>
                  <a:pt x="4593299" y="236020"/>
                  <a:pt x="4587980" y="228147"/>
                </a:cubicBezTo>
                <a:lnTo>
                  <a:pt x="4584713" y="224187"/>
                </a:lnTo>
                <a:lnTo>
                  <a:pt x="4591725" y="222010"/>
                </a:lnTo>
                <a:cubicBezTo>
                  <a:pt x="4609431" y="214521"/>
                  <a:pt x="4621854" y="196989"/>
                  <a:pt x="4621854" y="176555"/>
                </a:cubicBezTo>
                <a:cubicBezTo>
                  <a:pt x="4621854" y="156121"/>
                  <a:pt x="4609431" y="138589"/>
                  <a:pt x="4591725" y="131100"/>
                </a:cubicBezTo>
                <a:lnTo>
                  <a:pt x="4585345" y="129120"/>
                </a:lnTo>
                <a:lnTo>
                  <a:pt x="4587980" y="125926"/>
                </a:lnTo>
                <a:cubicBezTo>
                  <a:pt x="4593299" y="118052"/>
                  <a:pt x="4596405" y="108561"/>
                  <a:pt x="4596405" y="98344"/>
                </a:cubicBezTo>
                <a:cubicBezTo>
                  <a:pt x="4596405" y="71099"/>
                  <a:pt x="4574319" y="49012"/>
                  <a:pt x="4547073" y="49012"/>
                </a:cubicBezTo>
                <a:cubicBezTo>
                  <a:pt x="4541965" y="49012"/>
                  <a:pt x="4537038" y="49789"/>
                  <a:pt x="4532404" y="51230"/>
                </a:cubicBezTo>
                <a:lnTo>
                  <a:pt x="4528144" y="53278"/>
                </a:lnTo>
                <a:lnTo>
                  <a:pt x="4528542" y="49331"/>
                </a:lnTo>
                <a:cubicBezTo>
                  <a:pt x="4528542" y="22086"/>
                  <a:pt x="4506455" y="0"/>
                  <a:pt x="4479210" y="0"/>
                </a:cubicBezTo>
                <a:cubicBezTo>
                  <a:pt x="4465587" y="0"/>
                  <a:pt x="4453255" y="5521"/>
                  <a:pt x="4444327" y="14449"/>
                </a:cubicBezTo>
                <a:lnTo>
                  <a:pt x="4438680" y="21293"/>
                </a:lnTo>
                <a:lnTo>
                  <a:pt x="4433034" y="14449"/>
                </a:lnTo>
                <a:cubicBezTo>
                  <a:pt x="4424106" y="5521"/>
                  <a:pt x="4411773" y="0"/>
                  <a:pt x="4398151" y="0"/>
                </a:cubicBezTo>
                <a:cubicBezTo>
                  <a:pt x="4370905" y="0"/>
                  <a:pt x="4348819" y="22086"/>
                  <a:pt x="4348819" y="49331"/>
                </a:cubicBezTo>
                <a:lnTo>
                  <a:pt x="4349167" y="52789"/>
                </a:lnTo>
                <a:lnTo>
                  <a:pt x="4340229" y="50014"/>
                </a:lnTo>
                <a:cubicBezTo>
                  <a:pt x="4337018" y="49357"/>
                  <a:pt x="4333693" y="49012"/>
                  <a:pt x="4330287" y="49012"/>
                </a:cubicBezTo>
                <a:cubicBezTo>
                  <a:pt x="4303042" y="49012"/>
                  <a:pt x="4280955" y="71099"/>
                  <a:pt x="4280955" y="98344"/>
                </a:cubicBezTo>
                <a:cubicBezTo>
                  <a:pt x="4280955" y="108561"/>
                  <a:pt x="4284061" y="118052"/>
                  <a:pt x="4289380" y="125926"/>
                </a:cubicBezTo>
                <a:lnTo>
                  <a:pt x="4292016" y="129120"/>
                </a:lnTo>
                <a:lnTo>
                  <a:pt x="4285636" y="131100"/>
                </a:lnTo>
                <a:cubicBezTo>
                  <a:pt x="4267930" y="138589"/>
                  <a:pt x="4255506" y="156121"/>
                  <a:pt x="4255506" y="176555"/>
                </a:cubicBezTo>
                <a:cubicBezTo>
                  <a:pt x="4255506" y="196989"/>
                  <a:pt x="4267930" y="214521"/>
                  <a:pt x="4285636" y="222010"/>
                </a:cubicBezTo>
                <a:lnTo>
                  <a:pt x="4292648" y="224187"/>
                </a:lnTo>
                <a:lnTo>
                  <a:pt x="4289380" y="228147"/>
                </a:lnTo>
                <a:cubicBezTo>
                  <a:pt x="4284061" y="236020"/>
                  <a:pt x="4280955" y="245512"/>
                  <a:pt x="4280955" y="255729"/>
                </a:cubicBezTo>
                <a:cubicBezTo>
                  <a:pt x="4280955" y="282974"/>
                  <a:pt x="4303042" y="305060"/>
                  <a:pt x="4330287" y="305060"/>
                </a:cubicBezTo>
                <a:cubicBezTo>
                  <a:pt x="4333693" y="305060"/>
                  <a:pt x="4337018" y="304715"/>
                  <a:pt x="4340229" y="304058"/>
                </a:cubicBezTo>
                <a:lnTo>
                  <a:pt x="4349167" y="301284"/>
                </a:lnTo>
                <a:lnTo>
                  <a:pt x="4348819" y="304741"/>
                </a:lnTo>
                <a:cubicBezTo>
                  <a:pt x="4348819" y="331986"/>
                  <a:pt x="4370905" y="354073"/>
                  <a:pt x="4398151" y="354073"/>
                </a:cubicBezTo>
                <a:close/>
                <a:moveTo>
                  <a:pt x="3688904" y="354073"/>
                </a:moveTo>
                <a:cubicBezTo>
                  <a:pt x="3702527" y="354073"/>
                  <a:pt x="3714860" y="348551"/>
                  <a:pt x="3723787" y="339624"/>
                </a:cubicBezTo>
                <a:lnTo>
                  <a:pt x="3729434" y="332780"/>
                </a:lnTo>
                <a:lnTo>
                  <a:pt x="3735080" y="339624"/>
                </a:lnTo>
                <a:cubicBezTo>
                  <a:pt x="3744007" y="348551"/>
                  <a:pt x="3756341" y="354073"/>
                  <a:pt x="3769963" y="354073"/>
                </a:cubicBezTo>
                <a:cubicBezTo>
                  <a:pt x="3797208" y="354073"/>
                  <a:pt x="3819295" y="331986"/>
                  <a:pt x="3819295" y="304741"/>
                </a:cubicBezTo>
                <a:lnTo>
                  <a:pt x="3818947" y="301284"/>
                </a:lnTo>
                <a:lnTo>
                  <a:pt x="3827885" y="304058"/>
                </a:lnTo>
                <a:cubicBezTo>
                  <a:pt x="3831096" y="304715"/>
                  <a:pt x="3834421" y="305060"/>
                  <a:pt x="3837827" y="305060"/>
                </a:cubicBezTo>
                <a:cubicBezTo>
                  <a:pt x="3865072" y="305060"/>
                  <a:pt x="3887158" y="282974"/>
                  <a:pt x="3887158" y="255729"/>
                </a:cubicBezTo>
                <a:cubicBezTo>
                  <a:pt x="3887158" y="245512"/>
                  <a:pt x="3884053" y="236020"/>
                  <a:pt x="3878733" y="228147"/>
                </a:cubicBezTo>
                <a:lnTo>
                  <a:pt x="3875466" y="224187"/>
                </a:lnTo>
                <a:lnTo>
                  <a:pt x="3882478" y="222010"/>
                </a:lnTo>
                <a:cubicBezTo>
                  <a:pt x="3900184" y="214521"/>
                  <a:pt x="3912607" y="196989"/>
                  <a:pt x="3912607" y="176555"/>
                </a:cubicBezTo>
                <a:cubicBezTo>
                  <a:pt x="3912607" y="156121"/>
                  <a:pt x="3900184" y="138589"/>
                  <a:pt x="3882478" y="131100"/>
                </a:cubicBezTo>
                <a:lnTo>
                  <a:pt x="3876098" y="129120"/>
                </a:lnTo>
                <a:lnTo>
                  <a:pt x="3878733" y="125926"/>
                </a:lnTo>
                <a:cubicBezTo>
                  <a:pt x="3884053" y="118052"/>
                  <a:pt x="3887158" y="108561"/>
                  <a:pt x="3887158" y="98344"/>
                </a:cubicBezTo>
                <a:cubicBezTo>
                  <a:pt x="3887158" y="71099"/>
                  <a:pt x="3865072" y="49012"/>
                  <a:pt x="3837827" y="49012"/>
                </a:cubicBezTo>
                <a:cubicBezTo>
                  <a:pt x="3832718" y="49012"/>
                  <a:pt x="3827791" y="49789"/>
                  <a:pt x="3823157" y="51230"/>
                </a:cubicBezTo>
                <a:lnTo>
                  <a:pt x="3818898" y="53278"/>
                </a:lnTo>
                <a:lnTo>
                  <a:pt x="3819295" y="49331"/>
                </a:lnTo>
                <a:cubicBezTo>
                  <a:pt x="3819295" y="22086"/>
                  <a:pt x="3797208" y="0"/>
                  <a:pt x="3769963" y="0"/>
                </a:cubicBezTo>
                <a:cubicBezTo>
                  <a:pt x="3756341" y="0"/>
                  <a:pt x="3744008" y="5521"/>
                  <a:pt x="3735080" y="14449"/>
                </a:cubicBezTo>
                <a:lnTo>
                  <a:pt x="3729434" y="21293"/>
                </a:lnTo>
                <a:lnTo>
                  <a:pt x="3723787" y="14449"/>
                </a:lnTo>
                <a:cubicBezTo>
                  <a:pt x="3714860" y="5521"/>
                  <a:pt x="3702527" y="0"/>
                  <a:pt x="3688904" y="0"/>
                </a:cubicBezTo>
                <a:cubicBezTo>
                  <a:pt x="3661659" y="0"/>
                  <a:pt x="3639572" y="22086"/>
                  <a:pt x="3639572" y="49331"/>
                </a:cubicBezTo>
                <a:lnTo>
                  <a:pt x="3639921" y="52789"/>
                </a:lnTo>
                <a:lnTo>
                  <a:pt x="3630983" y="50014"/>
                </a:lnTo>
                <a:cubicBezTo>
                  <a:pt x="3627771" y="49357"/>
                  <a:pt x="3624446" y="49012"/>
                  <a:pt x="3621040" y="49012"/>
                </a:cubicBezTo>
                <a:cubicBezTo>
                  <a:pt x="3593795" y="49012"/>
                  <a:pt x="3571709" y="71099"/>
                  <a:pt x="3571709" y="98344"/>
                </a:cubicBezTo>
                <a:cubicBezTo>
                  <a:pt x="3571709" y="108561"/>
                  <a:pt x="3574815" y="118052"/>
                  <a:pt x="3580134" y="125926"/>
                </a:cubicBezTo>
                <a:lnTo>
                  <a:pt x="3582769" y="129120"/>
                </a:lnTo>
                <a:lnTo>
                  <a:pt x="3576390" y="131100"/>
                </a:lnTo>
                <a:cubicBezTo>
                  <a:pt x="3558684" y="138589"/>
                  <a:pt x="3546260" y="156121"/>
                  <a:pt x="3546260" y="176555"/>
                </a:cubicBezTo>
                <a:cubicBezTo>
                  <a:pt x="3546260" y="196989"/>
                  <a:pt x="3558684" y="214521"/>
                  <a:pt x="3576390" y="222010"/>
                </a:cubicBezTo>
                <a:lnTo>
                  <a:pt x="3583402" y="224187"/>
                </a:lnTo>
                <a:lnTo>
                  <a:pt x="3580134" y="228147"/>
                </a:lnTo>
                <a:cubicBezTo>
                  <a:pt x="3574815" y="236020"/>
                  <a:pt x="3571709" y="245512"/>
                  <a:pt x="3571709" y="255729"/>
                </a:cubicBezTo>
                <a:cubicBezTo>
                  <a:pt x="3571709" y="282974"/>
                  <a:pt x="3593795" y="305060"/>
                  <a:pt x="3621040" y="305060"/>
                </a:cubicBezTo>
                <a:cubicBezTo>
                  <a:pt x="3624446" y="305060"/>
                  <a:pt x="3627771" y="304715"/>
                  <a:pt x="3630983" y="304058"/>
                </a:cubicBezTo>
                <a:lnTo>
                  <a:pt x="3639921" y="301284"/>
                </a:lnTo>
                <a:lnTo>
                  <a:pt x="3639572" y="304741"/>
                </a:lnTo>
                <a:cubicBezTo>
                  <a:pt x="3639572" y="331986"/>
                  <a:pt x="3661659" y="354073"/>
                  <a:pt x="3688904" y="354073"/>
                </a:cubicBezTo>
                <a:close/>
                <a:moveTo>
                  <a:pt x="2979652" y="354073"/>
                </a:moveTo>
                <a:cubicBezTo>
                  <a:pt x="2993274" y="354073"/>
                  <a:pt x="3005607" y="348551"/>
                  <a:pt x="3014535" y="339624"/>
                </a:cubicBezTo>
                <a:lnTo>
                  <a:pt x="3020182" y="332780"/>
                </a:lnTo>
                <a:lnTo>
                  <a:pt x="3025828" y="339624"/>
                </a:lnTo>
                <a:cubicBezTo>
                  <a:pt x="3034755" y="348551"/>
                  <a:pt x="3047088" y="354073"/>
                  <a:pt x="3060710" y="354073"/>
                </a:cubicBezTo>
                <a:cubicBezTo>
                  <a:pt x="3087956" y="354073"/>
                  <a:pt x="3110042" y="331986"/>
                  <a:pt x="3110042" y="304741"/>
                </a:cubicBezTo>
                <a:lnTo>
                  <a:pt x="3109694" y="301284"/>
                </a:lnTo>
                <a:lnTo>
                  <a:pt x="3118633" y="304058"/>
                </a:lnTo>
                <a:cubicBezTo>
                  <a:pt x="3121844" y="304715"/>
                  <a:pt x="3125169" y="305060"/>
                  <a:pt x="3128575" y="305060"/>
                </a:cubicBezTo>
                <a:cubicBezTo>
                  <a:pt x="3155821" y="305060"/>
                  <a:pt x="3177907" y="282974"/>
                  <a:pt x="3177907" y="255729"/>
                </a:cubicBezTo>
                <a:cubicBezTo>
                  <a:pt x="3177907" y="245512"/>
                  <a:pt x="3174800" y="236020"/>
                  <a:pt x="3169481" y="228147"/>
                </a:cubicBezTo>
                <a:lnTo>
                  <a:pt x="3166213" y="224187"/>
                </a:lnTo>
                <a:lnTo>
                  <a:pt x="3173226" y="222010"/>
                </a:lnTo>
                <a:cubicBezTo>
                  <a:pt x="3190931" y="214521"/>
                  <a:pt x="3203353" y="196989"/>
                  <a:pt x="3203353" y="176555"/>
                </a:cubicBezTo>
                <a:cubicBezTo>
                  <a:pt x="3203353" y="156121"/>
                  <a:pt x="3190931" y="138589"/>
                  <a:pt x="3173226" y="131100"/>
                </a:cubicBezTo>
                <a:lnTo>
                  <a:pt x="3166845" y="129120"/>
                </a:lnTo>
                <a:lnTo>
                  <a:pt x="3169481" y="125926"/>
                </a:lnTo>
                <a:cubicBezTo>
                  <a:pt x="3174800" y="118052"/>
                  <a:pt x="3177907" y="108561"/>
                  <a:pt x="3177907" y="98344"/>
                </a:cubicBezTo>
                <a:cubicBezTo>
                  <a:pt x="3177907" y="71099"/>
                  <a:pt x="3155821" y="49012"/>
                  <a:pt x="3128575" y="49012"/>
                </a:cubicBezTo>
                <a:cubicBezTo>
                  <a:pt x="3123467" y="49012"/>
                  <a:pt x="3118538" y="49789"/>
                  <a:pt x="3113904" y="51230"/>
                </a:cubicBezTo>
                <a:lnTo>
                  <a:pt x="3109645" y="53278"/>
                </a:lnTo>
                <a:lnTo>
                  <a:pt x="3110042" y="49331"/>
                </a:lnTo>
                <a:cubicBezTo>
                  <a:pt x="3110042" y="22086"/>
                  <a:pt x="3087956" y="0"/>
                  <a:pt x="3060712" y="0"/>
                </a:cubicBezTo>
                <a:cubicBezTo>
                  <a:pt x="3047088" y="0"/>
                  <a:pt x="3034755" y="5521"/>
                  <a:pt x="3025828" y="14449"/>
                </a:cubicBezTo>
                <a:lnTo>
                  <a:pt x="3020182" y="21293"/>
                </a:lnTo>
                <a:lnTo>
                  <a:pt x="3014535" y="14449"/>
                </a:lnTo>
                <a:cubicBezTo>
                  <a:pt x="3005607" y="5521"/>
                  <a:pt x="2993275" y="0"/>
                  <a:pt x="2979652" y="0"/>
                </a:cubicBezTo>
                <a:cubicBezTo>
                  <a:pt x="2952407" y="0"/>
                  <a:pt x="2930320" y="22086"/>
                  <a:pt x="2930320" y="49331"/>
                </a:cubicBezTo>
                <a:lnTo>
                  <a:pt x="2930670" y="52789"/>
                </a:lnTo>
                <a:lnTo>
                  <a:pt x="2921731" y="50014"/>
                </a:lnTo>
                <a:cubicBezTo>
                  <a:pt x="2918520" y="49357"/>
                  <a:pt x="2915195" y="49012"/>
                  <a:pt x="2911789" y="49012"/>
                </a:cubicBezTo>
                <a:cubicBezTo>
                  <a:pt x="2884544" y="49012"/>
                  <a:pt x="2862458" y="71099"/>
                  <a:pt x="2862458" y="98344"/>
                </a:cubicBezTo>
                <a:cubicBezTo>
                  <a:pt x="2862458" y="108561"/>
                  <a:pt x="2865564" y="118052"/>
                  <a:pt x="2870883" y="125926"/>
                </a:cubicBezTo>
                <a:lnTo>
                  <a:pt x="2873518" y="129120"/>
                </a:lnTo>
                <a:lnTo>
                  <a:pt x="2867137" y="131100"/>
                </a:lnTo>
                <a:cubicBezTo>
                  <a:pt x="2849433" y="138589"/>
                  <a:pt x="2837009" y="156121"/>
                  <a:pt x="2837009" y="176555"/>
                </a:cubicBezTo>
                <a:cubicBezTo>
                  <a:pt x="2837009" y="196989"/>
                  <a:pt x="2849433" y="214521"/>
                  <a:pt x="2867137" y="222010"/>
                </a:cubicBezTo>
                <a:lnTo>
                  <a:pt x="2874151" y="224187"/>
                </a:lnTo>
                <a:lnTo>
                  <a:pt x="2870883" y="228147"/>
                </a:lnTo>
                <a:cubicBezTo>
                  <a:pt x="2865564" y="236020"/>
                  <a:pt x="2862458" y="245512"/>
                  <a:pt x="2862458" y="255729"/>
                </a:cubicBezTo>
                <a:cubicBezTo>
                  <a:pt x="2862458" y="282974"/>
                  <a:pt x="2884544" y="305060"/>
                  <a:pt x="2911789" y="305060"/>
                </a:cubicBezTo>
                <a:cubicBezTo>
                  <a:pt x="2915195" y="305060"/>
                  <a:pt x="2918520" y="304715"/>
                  <a:pt x="2921731" y="304058"/>
                </a:cubicBezTo>
                <a:lnTo>
                  <a:pt x="2930669" y="301284"/>
                </a:lnTo>
                <a:lnTo>
                  <a:pt x="2930320" y="304741"/>
                </a:lnTo>
                <a:cubicBezTo>
                  <a:pt x="2930320" y="331986"/>
                  <a:pt x="2952407" y="354073"/>
                  <a:pt x="2979652" y="354073"/>
                </a:cubicBezTo>
                <a:close/>
                <a:moveTo>
                  <a:pt x="2270400" y="354073"/>
                </a:moveTo>
                <a:cubicBezTo>
                  <a:pt x="2284023" y="354073"/>
                  <a:pt x="2296356" y="348551"/>
                  <a:pt x="2305283" y="339624"/>
                </a:cubicBezTo>
                <a:lnTo>
                  <a:pt x="2310930" y="332780"/>
                </a:lnTo>
                <a:lnTo>
                  <a:pt x="2316577" y="339624"/>
                </a:lnTo>
                <a:cubicBezTo>
                  <a:pt x="2325504" y="348551"/>
                  <a:pt x="2337837" y="354073"/>
                  <a:pt x="2351459" y="354073"/>
                </a:cubicBezTo>
                <a:cubicBezTo>
                  <a:pt x="2378705" y="354073"/>
                  <a:pt x="2400792" y="331986"/>
                  <a:pt x="2400792" y="304741"/>
                </a:cubicBezTo>
                <a:lnTo>
                  <a:pt x="2400443" y="301284"/>
                </a:lnTo>
                <a:lnTo>
                  <a:pt x="2409381" y="304058"/>
                </a:lnTo>
                <a:cubicBezTo>
                  <a:pt x="2412593" y="304715"/>
                  <a:pt x="2415918" y="305060"/>
                  <a:pt x="2419323" y="305060"/>
                </a:cubicBezTo>
                <a:cubicBezTo>
                  <a:pt x="2446569" y="305060"/>
                  <a:pt x="2468655" y="282974"/>
                  <a:pt x="2468655" y="255729"/>
                </a:cubicBezTo>
                <a:cubicBezTo>
                  <a:pt x="2468655" y="245512"/>
                  <a:pt x="2465549" y="236020"/>
                  <a:pt x="2460230" y="228147"/>
                </a:cubicBezTo>
                <a:lnTo>
                  <a:pt x="2456962" y="224187"/>
                </a:lnTo>
                <a:lnTo>
                  <a:pt x="2463975" y="222010"/>
                </a:lnTo>
                <a:cubicBezTo>
                  <a:pt x="2481681" y="214521"/>
                  <a:pt x="2494104" y="196989"/>
                  <a:pt x="2494104" y="176555"/>
                </a:cubicBezTo>
                <a:cubicBezTo>
                  <a:pt x="2494104" y="156121"/>
                  <a:pt x="2481681" y="138589"/>
                  <a:pt x="2463975" y="131100"/>
                </a:cubicBezTo>
                <a:lnTo>
                  <a:pt x="2457594" y="129120"/>
                </a:lnTo>
                <a:lnTo>
                  <a:pt x="2460230" y="125926"/>
                </a:lnTo>
                <a:cubicBezTo>
                  <a:pt x="2465549" y="118052"/>
                  <a:pt x="2468655" y="108561"/>
                  <a:pt x="2468655" y="98344"/>
                </a:cubicBezTo>
                <a:cubicBezTo>
                  <a:pt x="2468655" y="71099"/>
                  <a:pt x="2446569" y="49012"/>
                  <a:pt x="2419323" y="49012"/>
                </a:cubicBezTo>
                <a:cubicBezTo>
                  <a:pt x="2414215" y="49012"/>
                  <a:pt x="2409288" y="49789"/>
                  <a:pt x="2404654" y="51230"/>
                </a:cubicBezTo>
                <a:lnTo>
                  <a:pt x="2400394" y="53278"/>
                </a:lnTo>
                <a:lnTo>
                  <a:pt x="2400792" y="49331"/>
                </a:lnTo>
                <a:cubicBezTo>
                  <a:pt x="2400792" y="22086"/>
                  <a:pt x="2378705" y="0"/>
                  <a:pt x="2351460" y="0"/>
                </a:cubicBezTo>
                <a:cubicBezTo>
                  <a:pt x="2337837" y="0"/>
                  <a:pt x="2325504" y="5521"/>
                  <a:pt x="2316577" y="14449"/>
                </a:cubicBezTo>
                <a:lnTo>
                  <a:pt x="2310930" y="21293"/>
                </a:lnTo>
                <a:lnTo>
                  <a:pt x="2305283" y="14449"/>
                </a:lnTo>
                <a:cubicBezTo>
                  <a:pt x="2296356" y="5521"/>
                  <a:pt x="2284023" y="0"/>
                  <a:pt x="2270401" y="0"/>
                </a:cubicBezTo>
                <a:cubicBezTo>
                  <a:pt x="2243155" y="0"/>
                  <a:pt x="2221069" y="22086"/>
                  <a:pt x="2221069" y="49331"/>
                </a:cubicBezTo>
                <a:lnTo>
                  <a:pt x="2221418" y="52789"/>
                </a:lnTo>
                <a:lnTo>
                  <a:pt x="2212479" y="50014"/>
                </a:lnTo>
                <a:cubicBezTo>
                  <a:pt x="2209268" y="49357"/>
                  <a:pt x="2205943" y="49012"/>
                  <a:pt x="2202537" y="49012"/>
                </a:cubicBezTo>
                <a:cubicBezTo>
                  <a:pt x="2175292" y="49012"/>
                  <a:pt x="2153205" y="71099"/>
                  <a:pt x="2153205" y="98344"/>
                </a:cubicBezTo>
                <a:cubicBezTo>
                  <a:pt x="2153205" y="108561"/>
                  <a:pt x="2156311" y="118052"/>
                  <a:pt x="2161631" y="125926"/>
                </a:cubicBezTo>
                <a:lnTo>
                  <a:pt x="2164266" y="129120"/>
                </a:lnTo>
                <a:lnTo>
                  <a:pt x="2157886" y="131100"/>
                </a:lnTo>
                <a:cubicBezTo>
                  <a:pt x="2140180" y="138589"/>
                  <a:pt x="2127757" y="156121"/>
                  <a:pt x="2127757" y="176555"/>
                </a:cubicBezTo>
                <a:cubicBezTo>
                  <a:pt x="2127757" y="196989"/>
                  <a:pt x="2140180" y="214521"/>
                  <a:pt x="2157886" y="222010"/>
                </a:cubicBezTo>
                <a:lnTo>
                  <a:pt x="2164898" y="224187"/>
                </a:lnTo>
                <a:lnTo>
                  <a:pt x="2161631" y="228147"/>
                </a:lnTo>
                <a:cubicBezTo>
                  <a:pt x="2156311" y="236020"/>
                  <a:pt x="2153205" y="245512"/>
                  <a:pt x="2153205" y="255729"/>
                </a:cubicBezTo>
                <a:cubicBezTo>
                  <a:pt x="2153205" y="282974"/>
                  <a:pt x="2175292" y="305060"/>
                  <a:pt x="2202537" y="305060"/>
                </a:cubicBezTo>
                <a:cubicBezTo>
                  <a:pt x="2205943" y="305060"/>
                  <a:pt x="2209268" y="304715"/>
                  <a:pt x="2212479" y="304058"/>
                </a:cubicBezTo>
                <a:lnTo>
                  <a:pt x="2221417" y="301284"/>
                </a:lnTo>
                <a:lnTo>
                  <a:pt x="2221069" y="304741"/>
                </a:lnTo>
                <a:cubicBezTo>
                  <a:pt x="2221069" y="331986"/>
                  <a:pt x="2243155" y="354073"/>
                  <a:pt x="2270400" y="354073"/>
                </a:cubicBezTo>
                <a:close/>
                <a:moveTo>
                  <a:pt x="1561148" y="354073"/>
                </a:moveTo>
                <a:cubicBezTo>
                  <a:pt x="1574771" y="354073"/>
                  <a:pt x="1587104" y="348551"/>
                  <a:pt x="1596031" y="339624"/>
                </a:cubicBezTo>
                <a:lnTo>
                  <a:pt x="1601678" y="332780"/>
                </a:lnTo>
                <a:lnTo>
                  <a:pt x="1607324" y="339624"/>
                </a:lnTo>
                <a:cubicBezTo>
                  <a:pt x="1616252" y="348551"/>
                  <a:pt x="1628585" y="354073"/>
                  <a:pt x="1642207" y="354073"/>
                </a:cubicBezTo>
                <a:cubicBezTo>
                  <a:pt x="1669452" y="354073"/>
                  <a:pt x="1691539" y="331986"/>
                  <a:pt x="1691539" y="304741"/>
                </a:cubicBezTo>
                <a:lnTo>
                  <a:pt x="1691191" y="301284"/>
                </a:lnTo>
                <a:lnTo>
                  <a:pt x="1700129" y="304058"/>
                </a:lnTo>
                <a:cubicBezTo>
                  <a:pt x="1703341" y="304715"/>
                  <a:pt x="1706666" y="305060"/>
                  <a:pt x="1710071" y="305060"/>
                </a:cubicBezTo>
                <a:cubicBezTo>
                  <a:pt x="1737316" y="305060"/>
                  <a:pt x="1759403" y="282974"/>
                  <a:pt x="1759403" y="255729"/>
                </a:cubicBezTo>
                <a:cubicBezTo>
                  <a:pt x="1759403" y="245512"/>
                  <a:pt x="1756297" y="236020"/>
                  <a:pt x="1750978" y="228147"/>
                </a:cubicBezTo>
                <a:lnTo>
                  <a:pt x="1747710" y="224187"/>
                </a:lnTo>
                <a:lnTo>
                  <a:pt x="1754722" y="222010"/>
                </a:lnTo>
                <a:cubicBezTo>
                  <a:pt x="1772428" y="214521"/>
                  <a:pt x="1784852" y="196989"/>
                  <a:pt x="1784852" y="176555"/>
                </a:cubicBezTo>
                <a:cubicBezTo>
                  <a:pt x="1784852" y="156121"/>
                  <a:pt x="1772428" y="138589"/>
                  <a:pt x="1754722" y="131100"/>
                </a:cubicBezTo>
                <a:lnTo>
                  <a:pt x="1748343" y="129120"/>
                </a:lnTo>
                <a:lnTo>
                  <a:pt x="1750978" y="125926"/>
                </a:lnTo>
                <a:cubicBezTo>
                  <a:pt x="1756297" y="118052"/>
                  <a:pt x="1759403" y="108561"/>
                  <a:pt x="1759403" y="98344"/>
                </a:cubicBezTo>
                <a:cubicBezTo>
                  <a:pt x="1759403" y="71099"/>
                  <a:pt x="1737316" y="49012"/>
                  <a:pt x="1710071" y="49012"/>
                </a:cubicBezTo>
                <a:cubicBezTo>
                  <a:pt x="1704963" y="49012"/>
                  <a:pt x="1700036" y="49789"/>
                  <a:pt x="1695401" y="51230"/>
                </a:cubicBezTo>
                <a:lnTo>
                  <a:pt x="1691142" y="53278"/>
                </a:lnTo>
                <a:lnTo>
                  <a:pt x="1691539" y="49331"/>
                </a:lnTo>
                <a:cubicBezTo>
                  <a:pt x="1691539" y="22086"/>
                  <a:pt x="1669452" y="0"/>
                  <a:pt x="1642207" y="0"/>
                </a:cubicBezTo>
                <a:cubicBezTo>
                  <a:pt x="1628585" y="0"/>
                  <a:pt x="1616252" y="5521"/>
                  <a:pt x="1607324" y="14449"/>
                </a:cubicBezTo>
                <a:lnTo>
                  <a:pt x="1601678" y="21293"/>
                </a:lnTo>
                <a:lnTo>
                  <a:pt x="1596031" y="14449"/>
                </a:lnTo>
                <a:cubicBezTo>
                  <a:pt x="1587104" y="5521"/>
                  <a:pt x="1574771" y="0"/>
                  <a:pt x="1561149" y="0"/>
                </a:cubicBezTo>
                <a:cubicBezTo>
                  <a:pt x="1533903" y="0"/>
                  <a:pt x="1511816" y="22086"/>
                  <a:pt x="1511816" y="49331"/>
                </a:cubicBezTo>
                <a:lnTo>
                  <a:pt x="1512165" y="52789"/>
                </a:lnTo>
                <a:lnTo>
                  <a:pt x="1503226" y="50014"/>
                </a:lnTo>
                <a:cubicBezTo>
                  <a:pt x="1500015" y="49357"/>
                  <a:pt x="1496690" y="49012"/>
                  <a:pt x="1493284" y="49012"/>
                </a:cubicBezTo>
                <a:cubicBezTo>
                  <a:pt x="1466039" y="49012"/>
                  <a:pt x="1443953" y="71099"/>
                  <a:pt x="1443953" y="98344"/>
                </a:cubicBezTo>
                <a:cubicBezTo>
                  <a:pt x="1443953" y="108561"/>
                  <a:pt x="1447058" y="118052"/>
                  <a:pt x="1452378" y="125926"/>
                </a:cubicBezTo>
                <a:lnTo>
                  <a:pt x="1455013" y="129120"/>
                </a:lnTo>
                <a:lnTo>
                  <a:pt x="1448633" y="131100"/>
                </a:lnTo>
                <a:cubicBezTo>
                  <a:pt x="1430928" y="138589"/>
                  <a:pt x="1418504" y="156121"/>
                  <a:pt x="1418504" y="176555"/>
                </a:cubicBezTo>
                <a:cubicBezTo>
                  <a:pt x="1418504" y="196989"/>
                  <a:pt x="1430928" y="214521"/>
                  <a:pt x="1448633" y="222010"/>
                </a:cubicBezTo>
                <a:lnTo>
                  <a:pt x="1455645" y="224187"/>
                </a:lnTo>
                <a:lnTo>
                  <a:pt x="1452378" y="228147"/>
                </a:lnTo>
                <a:cubicBezTo>
                  <a:pt x="1447058" y="236020"/>
                  <a:pt x="1443953" y="245512"/>
                  <a:pt x="1443953" y="255729"/>
                </a:cubicBezTo>
                <a:cubicBezTo>
                  <a:pt x="1443953" y="282974"/>
                  <a:pt x="1466039" y="305060"/>
                  <a:pt x="1493284" y="305060"/>
                </a:cubicBezTo>
                <a:cubicBezTo>
                  <a:pt x="1496690" y="305060"/>
                  <a:pt x="1500015" y="304715"/>
                  <a:pt x="1503227" y="304058"/>
                </a:cubicBezTo>
                <a:lnTo>
                  <a:pt x="1512165" y="301284"/>
                </a:lnTo>
                <a:lnTo>
                  <a:pt x="1511816" y="304741"/>
                </a:lnTo>
                <a:cubicBezTo>
                  <a:pt x="1511816" y="331986"/>
                  <a:pt x="1533903" y="354073"/>
                  <a:pt x="1561148" y="354073"/>
                </a:cubicBezTo>
                <a:close/>
                <a:moveTo>
                  <a:pt x="851896" y="354073"/>
                </a:moveTo>
                <a:cubicBezTo>
                  <a:pt x="865518" y="354073"/>
                  <a:pt x="877851" y="348551"/>
                  <a:pt x="886778" y="339624"/>
                </a:cubicBezTo>
                <a:lnTo>
                  <a:pt x="892425" y="332780"/>
                </a:lnTo>
                <a:lnTo>
                  <a:pt x="898072" y="339624"/>
                </a:lnTo>
                <a:cubicBezTo>
                  <a:pt x="906999" y="348551"/>
                  <a:pt x="919334" y="354073"/>
                  <a:pt x="932957" y="354073"/>
                </a:cubicBezTo>
                <a:cubicBezTo>
                  <a:pt x="960202" y="354073"/>
                  <a:pt x="982288" y="331986"/>
                  <a:pt x="982288" y="304741"/>
                </a:cubicBezTo>
                <a:lnTo>
                  <a:pt x="981940" y="301284"/>
                </a:lnTo>
                <a:lnTo>
                  <a:pt x="990878" y="304058"/>
                </a:lnTo>
                <a:cubicBezTo>
                  <a:pt x="994089" y="304715"/>
                  <a:pt x="997414" y="305060"/>
                  <a:pt x="1000820" y="305060"/>
                </a:cubicBezTo>
                <a:cubicBezTo>
                  <a:pt x="1028065" y="305060"/>
                  <a:pt x="1050152" y="282974"/>
                  <a:pt x="1050152" y="255729"/>
                </a:cubicBezTo>
                <a:cubicBezTo>
                  <a:pt x="1050152" y="245512"/>
                  <a:pt x="1047046" y="236020"/>
                  <a:pt x="1041726" y="228147"/>
                </a:cubicBezTo>
                <a:lnTo>
                  <a:pt x="1038458" y="224187"/>
                </a:lnTo>
                <a:lnTo>
                  <a:pt x="1045471" y="222010"/>
                </a:lnTo>
                <a:cubicBezTo>
                  <a:pt x="1063177" y="214521"/>
                  <a:pt x="1075601" y="196989"/>
                  <a:pt x="1075601" y="176555"/>
                </a:cubicBezTo>
                <a:cubicBezTo>
                  <a:pt x="1075601" y="156121"/>
                  <a:pt x="1063177" y="138589"/>
                  <a:pt x="1045471" y="131100"/>
                </a:cubicBezTo>
                <a:lnTo>
                  <a:pt x="1039091" y="129120"/>
                </a:lnTo>
                <a:lnTo>
                  <a:pt x="1041726" y="125926"/>
                </a:lnTo>
                <a:cubicBezTo>
                  <a:pt x="1047046" y="118052"/>
                  <a:pt x="1050152" y="108561"/>
                  <a:pt x="1050152" y="98344"/>
                </a:cubicBezTo>
                <a:cubicBezTo>
                  <a:pt x="1050152" y="71099"/>
                  <a:pt x="1028065" y="49012"/>
                  <a:pt x="1000820" y="49012"/>
                </a:cubicBezTo>
                <a:cubicBezTo>
                  <a:pt x="995712" y="49012"/>
                  <a:pt x="990784" y="49789"/>
                  <a:pt x="986150" y="51230"/>
                </a:cubicBezTo>
                <a:lnTo>
                  <a:pt x="981890" y="53278"/>
                </a:lnTo>
                <a:lnTo>
                  <a:pt x="982288" y="49331"/>
                </a:lnTo>
                <a:cubicBezTo>
                  <a:pt x="982288" y="22086"/>
                  <a:pt x="960202" y="0"/>
                  <a:pt x="932957" y="0"/>
                </a:cubicBezTo>
                <a:cubicBezTo>
                  <a:pt x="919334" y="0"/>
                  <a:pt x="906999" y="5521"/>
                  <a:pt x="898072" y="14449"/>
                </a:cubicBezTo>
                <a:lnTo>
                  <a:pt x="892425" y="21293"/>
                </a:lnTo>
                <a:lnTo>
                  <a:pt x="886779" y="14449"/>
                </a:lnTo>
                <a:cubicBezTo>
                  <a:pt x="877851" y="5521"/>
                  <a:pt x="865518" y="0"/>
                  <a:pt x="851896" y="0"/>
                </a:cubicBezTo>
                <a:cubicBezTo>
                  <a:pt x="824651" y="0"/>
                  <a:pt x="802564" y="22086"/>
                  <a:pt x="802564" y="49331"/>
                </a:cubicBezTo>
                <a:lnTo>
                  <a:pt x="802912" y="52789"/>
                </a:lnTo>
                <a:lnTo>
                  <a:pt x="793974" y="50014"/>
                </a:lnTo>
                <a:cubicBezTo>
                  <a:pt x="790763" y="49357"/>
                  <a:pt x="787438" y="49012"/>
                  <a:pt x="784032" y="49012"/>
                </a:cubicBezTo>
                <a:cubicBezTo>
                  <a:pt x="756787" y="49012"/>
                  <a:pt x="734700" y="71099"/>
                  <a:pt x="734700" y="98344"/>
                </a:cubicBezTo>
                <a:cubicBezTo>
                  <a:pt x="734700" y="108561"/>
                  <a:pt x="737806" y="118052"/>
                  <a:pt x="743125" y="125926"/>
                </a:cubicBezTo>
                <a:lnTo>
                  <a:pt x="745761" y="129120"/>
                </a:lnTo>
                <a:lnTo>
                  <a:pt x="739381" y="131100"/>
                </a:lnTo>
                <a:cubicBezTo>
                  <a:pt x="721675" y="138589"/>
                  <a:pt x="709251" y="156121"/>
                  <a:pt x="709251" y="176555"/>
                </a:cubicBezTo>
                <a:cubicBezTo>
                  <a:pt x="709251" y="196989"/>
                  <a:pt x="721675" y="214521"/>
                  <a:pt x="739381" y="222010"/>
                </a:cubicBezTo>
                <a:lnTo>
                  <a:pt x="746393" y="224187"/>
                </a:lnTo>
                <a:lnTo>
                  <a:pt x="743125" y="228147"/>
                </a:lnTo>
                <a:cubicBezTo>
                  <a:pt x="737806" y="236020"/>
                  <a:pt x="734700" y="245512"/>
                  <a:pt x="734700" y="255729"/>
                </a:cubicBezTo>
                <a:cubicBezTo>
                  <a:pt x="734700" y="282974"/>
                  <a:pt x="756787" y="305060"/>
                  <a:pt x="784032" y="305060"/>
                </a:cubicBezTo>
                <a:cubicBezTo>
                  <a:pt x="787438" y="305060"/>
                  <a:pt x="790763" y="304715"/>
                  <a:pt x="793974" y="304058"/>
                </a:cubicBezTo>
                <a:lnTo>
                  <a:pt x="802912" y="301284"/>
                </a:lnTo>
                <a:lnTo>
                  <a:pt x="802564" y="304741"/>
                </a:lnTo>
                <a:cubicBezTo>
                  <a:pt x="802564" y="331986"/>
                  <a:pt x="824650" y="354073"/>
                  <a:pt x="851896" y="354073"/>
                </a:cubicBezTo>
                <a:close/>
                <a:moveTo>
                  <a:pt x="142644" y="354073"/>
                </a:moveTo>
                <a:cubicBezTo>
                  <a:pt x="156267" y="354073"/>
                  <a:pt x="168600" y="348551"/>
                  <a:pt x="177527" y="339624"/>
                </a:cubicBezTo>
                <a:lnTo>
                  <a:pt x="183174" y="332780"/>
                </a:lnTo>
                <a:lnTo>
                  <a:pt x="188821" y="339624"/>
                </a:lnTo>
                <a:cubicBezTo>
                  <a:pt x="197748" y="348551"/>
                  <a:pt x="210081" y="354073"/>
                  <a:pt x="223703" y="354073"/>
                </a:cubicBezTo>
                <a:cubicBezTo>
                  <a:pt x="250949" y="354073"/>
                  <a:pt x="273035" y="331986"/>
                  <a:pt x="273035" y="304741"/>
                </a:cubicBezTo>
                <a:lnTo>
                  <a:pt x="272687" y="301284"/>
                </a:lnTo>
                <a:lnTo>
                  <a:pt x="281625" y="304058"/>
                </a:lnTo>
                <a:cubicBezTo>
                  <a:pt x="284836" y="304715"/>
                  <a:pt x="288161" y="305060"/>
                  <a:pt x="291567" y="305060"/>
                </a:cubicBezTo>
                <a:cubicBezTo>
                  <a:pt x="318812" y="305060"/>
                  <a:pt x="340899" y="282974"/>
                  <a:pt x="340899" y="255729"/>
                </a:cubicBezTo>
                <a:cubicBezTo>
                  <a:pt x="340899" y="245512"/>
                  <a:pt x="337793" y="236020"/>
                  <a:pt x="332474" y="228147"/>
                </a:cubicBezTo>
                <a:lnTo>
                  <a:pt x="329206" y="224187"/>
                </a:lnTo>
                <a:lnTo>
                  <a:pt x="336218" y="222010"/>
                </a:lnTo>
                <a:cubicBezTo>
                  <a:pt x="353924" y="214521"/>
                  <a:pt x="366348" y="196989"/>
                  <a:pt x="366348" y="176555"/>
                </a:cubicBezTo>
                <a:cubicBezTo>
                  <a:pt x="366348" y="156121"/>
                  <a:pt x="353924" y="138589"/>
                  <a:pt x="336218" y="131100"/>
                </a:cubicBezTo>
                <a:lnTo>
                  <a:pt x="329838" y="129120"/>
                </a:lnTo>
                <a:lnTo>
                  <a:pt x="332474" y="125926"/>
                </a:lnTo>
                <a:cubicBezTo>
                  <a:pt x="337793" y="118052"/>
                  <a:pt x="340899" y="108561"/>
                  <a:pt x="340899" y="98344"/>
                </a:cubicBezTo>
                <a:cubicBezTo>
                  <a:pt x="340899" y="71099"/>
                  <a:pt x="318812" y="49012"/>
                  <a:pt x="291567" y="49012"/>
                </a:cubicBezTo>
                <a:cubicBezTo>
                  <a:pt x="286459" y="49012"/>
                  <a:pt x="281531" y="49789"/>
                  <a:pt x="276897" y="51230"/>
                </a:cubicBezTo>
                <a:lnTo>
                  <a:pt x="272638" y="53278"/>
                </a:lnTo>
                <a:lnTo>
                  <a:pt x="273035" y="49331"/>
                </a:lnTo>
                <a:cubicBezTo>
                  <a:pt x="273035" y="22086"/>
                  <a:pt x="250949" y="0"/>
                  <a:pt x="223704" y="0"/>
                </a:cubicBezTo>
                <a:cubicBezTo>
                  <a:pt x="210081" y="0"/>
                  <a:pt x="197748" y="5521"/>
                  <a:pt x="188821" y="14449"/>
                </a:cubicBezTo>
                <a:lnTo>
                  <a:pt x="183174" y="21293"/>
                </a:lnTo>
                <a:lnTo>
                  <a:pt x="177527" y="14449"/>
                </a:lnTo>
                <a:cubicBezTo>
                  <a:pt x="168600" y="5521"/>
                  <a:pt x="156267" y="0"/>
                  <a:pt x="142644" y="0"/>
                </a:cubicBezTo>
                <a:cubicBezTo>
                  <a:pt x="115399" y="0"/>
                  <a:pt x="93313" y="22086"/>
                  <a:pt x="93313" y="49331"/>
                </a:cubicBezTo>
                <a:lnTo>
                  <a:pt x="93661" y="52789"/>
                </a:lnTo>
                <a:lnTo>
                  <a:pt x="84723" y="50014"/>
                </a:lnTo>
                <a:cubicBezTo>
                  <a:pt x="81512" y="49357"/>
                  <a:pt x="78186" y="49012"/>
                  <a:pt x="74781" y="49012"/>
                </a:cubicBezTo>
                <a:cubicBezTo>
                  <a:pt x="47536" y="49012"/>
                  <a:pt x="25449" y="71099"/>
                  <a:pt x="25449" y="98344"/>
                </a:cubicBezTo>
                <a:cubicBezTo>
                  <a:pt x="25449" y="108561"/>
                  <a:pt x="28555" y="118052"/>
                  <a:pt x="33874" y="125926"/>
                </a:cubicBezTo>
                <a:lnTo>
                  <a:pt x="36509" y="129120"/>
                </a:lnTo>
                <a:lnTo>
                  <a:pt x="30130" y="131100"/>
                </a:lnTo>
                <a:cubicBezTo>
                  <a:pt x="12424" y="138589"/>
                  <a:pt x="0" y="156121"/>
                  <a:pt x="0" y="176555"/>
                </a:cubicBezTo>
                <a:cubicBezTo>
                  <a:pt x="0" y="196989"/>
                  <a:pt x="12424" y="214521"/>
                  <a:pt x="30130" y="222010"/>
                </a:cubicBezTo>
                <a:lnTo>
                  <a:pt x="37142" y="224187"/>
                </a:lnTo>
                <a:lnTo>
                  <a:pt x="33874" y="228147"/>
                </a:lnTo>
                <a:cubicBezTo>
                  <a:pt x="28555" y="236020"/>
                  <a:pt x="25449" y="245512"/>
                  <a:pt x="25449" y="255729"/>
                </a:cubicBezTo>
                <a:cubicBezTo>
                  <a:pt x="25449" y="282974"/>
                  <a:pt x="47536" y="305060"/>
                  <a:pt x="74781" y="305060"/>
                </a:cubicBezTo>
                <a:cubicBezTo>
                  <a:pt x="78186" y="305060"/>
                  <a:pt x="81512" y="304715"/>
                  <a:pt x="84723" y="304058"/>
                </a:cubicBezTo>
                <a:lnTo>
                  <a:pt x="93661" y="301284"/>
                </a:lnTo>
                <a:lnTo>
                  <a:pt x="93312" y="304741"/>
                </a:lnTo>
                <a:cubicBezTo>
                  <a:pt x="93312" y="331986"/>
                  <a:pt x="115399" y="354073"/>
                  <a:pt x="142644" y="354073"/>
                </a:cubicBezTo>
                <a:close/>
                <a:moveTo>
                  <a:pt x="8701715" y="619763"/>
                </a:moveTo>
                <a:cubicBezTo>
                  <a:pt x="8723296" y="619763"/>
                  <a:pt x="8740791" y="602268"/>
                  <a:pt x="8740791" y="580687"/>
                </a:cubicBezTo>
                <a:cubicBezTo>
                  <a:pt x="8740791" y="559106"/>
                  <a:pt x="8723296" y="541611"/>
                  <a:pt x="8701715" y="541611"/>
                </a:cubicBezTo>
                <a:cubicBezTo>
                  <a:pt x="8680134" y="541611"/>
                  <a:pt x="8662639" y="559106"/>
                  <a:pt x="8662639" y="580687"/>
                </a:cubicBezTo>
                <a:cubicBezTo>
                  <a:pt x="8662639" y="602268"/>
                  <a:pt x="8680134" y="619763"/>
                  <a:pt x="8701715" y="619763"/>
                </a:cubicBezTo>
                <a:close/>
                <a:moveTo>
                  <a:pt x="193983" y="619763"/>
                </a:moveTo>
                <a:cubicBezTo>
                  <a:pt x="215564" y="619763"/>
                  <a:pt x="233059" y="602268"/>
                  <a:pt x="233059" y="580687"/>
                </a:cubicBezTo>
                <a:cubicBezTo>
                  <a:pt x="233059" y="559106"/>
                  <a:pt x="215564" y="541611"/>
                  <a:pt x="193983" y="541611"/>
                </a:cubicBezTo>
                <a:cubicBezTo>
                  <a:pt x="172402" y="541611"/>
                  <a:pt x="154907" y="559106"/>
                  <a:pt x="154907" y="580687"/>
                </a:cubicBezTo>
                <a:cubicBezTo>
                  <a:pt x="154907" y="602268"/>
                  <a:pt x="172402" y="619763"/>
                  <a:pt x="193983" y="619763"/>
                </a:cubicBezTo>
                <a:close/>
                <a:moveTo>
                  <a:pt x="8697248" y="1138499"/>
                </a:moveTo>
                <a:cubicBezTo>
                  <a:pt x="8717682" y="1138499"/>
                  <a:pt x="8735214" y="1126076"/>
                  <a:pt x="8742703" y="1108370"/>
                </a:cubicBezTo>
                <a:lnTo>
                  <a:pt x="8744879" y="1101358"/>
                </a:lnTo>
                <a:lnTo>
                  <a:pt x="8748840" y="1104625"/>
                </a:lnTo>
                <a:cubicBezTo>
                  <a:pt x="8756713" y="1109945"/>
                  <a:pt x="8766204" y="1113050"/>
                  <a:pt x="8776421" y="1113050"/>
                </a:cubicBezTo>
                <a:cubicBezTo>
                  <a:pt x="8803667" y="1113050"/>
                  <a:pt x="8825753" y="1090964"/>
                  <a:pt x="8825753" y="1063719"/>
                </a:cubicBezTo>
                <a:cubicBezTo>
                  <a:pt x="8825753" y="1060313"/>
                  <a:pt x="8825408" y="1056988"/>
                  <a:pt x="8824751" y="1053776"/>
                </a:cubicBezTo>
                <a:lnTo>
                  <a:pt x="8821976" y="1044838"/>
                </a:lnTo>
                <a:lnTo>
                  <a:pt x="8825434" y="1045187"/>
                </a:lnTo>
                <a:cubicBezTo>
                  <a:pt x="8852679" y="1045187"/>
                  <a:pt x="8874765" y="1023100"/>
                  <a:pt x="8874765" y="995855"/>
                </a:cubicBezTo>
                <a:cubicBezTo>
                  <a:pt x="8874765" y="982233"/>
                  <a:pt x="8869244" y="969899"/>
                  <a:pt x="8860317" y="960972"/>
                </a:cubicBezTo>
                <a:lnTo>
                  <a:pt x="8853473" y="955325"/>
                </a:lnTo>
                <a:lnTo>
                  <a:pt x="8860317" y="949679"/>
                </a:lnTo>
                <a:cubicBezTo>
                  <a:pt x="8869244" y="940751"/>
                  <a:pt x="8874765" y="928418"/>
                  <a:pt x="8874765" y="914796"/>
                </a:cubicBezTo>
                <a:cubicBezTo>
                  <a:pt x="8874765" y="887551"/>
                  <a:pt x="8852679" y="865464"/>
                  <a:pt x="8825434" y="865464"/>
                </a:cubicBezTo>
                <a:lnTo>
                  <a:pt x="8821976" y="865812"/>
                </a:lnTo>
                <a:lnTo>
                  <a:pt x="8824751" y="856874"/>
                </a:lnTo>
                <a:cubicBezTo>
                  <a:pt x="8825408" y="853663"/>
                  <a:pt x="8825753" y="850338"/>
                  <a:pt x="8825753" y="846932"/>
                </a:cubicBezTo>
                <a:cubicBezTo>
                  <a:pt x="8825753" y="819687"/>
                  <a:pt x="8803667" y="797600"/>
                  <a:pt x="8776421" y="797600"/>
                </a:cubicBezTo>
                <a:cubicBezTo>
                  <a:pt x="8766204" y="797600"/>
                  <a:pt x="8756713" y="800706"/>
                  <a:pt x="8748840" y="806025"/>
                </a:cubicBezTo>
                <a:lnTo>
                  <a:pt x="8744879" y="809293"/>
                </a:lnTo>
                <a:lnTo>
                  <a:pt x="8742703" y="802281"/>
                </a:lnTo>
                <a:cubicBezTo>
                  <a:pt x="8735214" y="784575"/>
                  <a:pt x="8717682" y="772151"/>
                  <a:pt x="8697248" y="772151"/>
                </a:cubicBezTo>
                <a:cubicBezTo>
                  <a:pt x="8676814" y="772151"/>
                  <a:pt x="8659282" y="784575"/>
                  <a:pt x="8651793" y="802281"/>
                </a:cubicBezTo>
                <a:lnTo>
                  <a:pt x="8649812" y="808661"/>
                </a:lnTo>
                <a:lnTo>
                  <a:pt x="8646618" y="806025"/>
                </a:lnTo>
                <a:cubicBezTo>
                  <a:pt x="8638745" y="800706"/>
                  <a:pt x="8629253" y="797600"/>
                  <a:pt x="8619037" y="797600"/>
                </a:cubicBezTo>
                <a:cubicBezTo>
                  <a:pt x="8591791" y="797600"/>
                  <a:pt x="8569705" y="819687"/>
                  <a:pt x="8569705" y="846932"/>
                </a:cubicBezTo>
                <a:cubicBezTo>
                  <a:pt x="8569705" y="852041"/>
                  <a:pt x="8570481" y="856968"/>
                  <a:pt x="8571923" y="861602"/>
                </a:cubicBezTo>
                <a:lnTo>
                  <a:pt x="8573970" y="865861"/>
                </a:lnTo>
                <a:lnTo>
                  <a:pt x="8570024" y="865464"/>
                </a:lnTo>
                <a:cubicBezTo>
                  <a:pt x="8542779" y="865464"/>
                  <a:pt x="8520693" y="887550"/>
                  <a:pt x="8520693" y="914796"/>
                </a:cubicBezTo>
                <a:cubicBezTo>
                  <a:pt x="8520693" y="928418"/>
                  <a:pt x="8526214" y="940751"/>
                  <a:pt x="8535141" y="949679"/>
                </a:cubicBezTo>
                <a:lnTo>
                  <a:pt x="8541985" y="955325"/>
                </a:lnTo>
                <a:lnTo>
                  <a:pt x="8535141" y="960972"/>
                </a:lnTo>
                <a:cubicBezTo>
                  <a:pt x="8526214" y="969899"/>
                  <a:pt x="8520693" y="982232"/>
                  <a:pt x="8520693" y="995855"/>
                </a:cubicBezTo>
                <a:cubicBezTo>
                  <a:pt x="8520693" y="1023100"/>
                  <a:pt x="8542779" y="1045187"/>
                  <a:pt x="8570024" y="1045187"/>
                </a:cubicBezTo>
                <a:lnTo>
                  <a:pt x="8573482" y="1044838"/>
                </a:lnTo>
                <a:lnTo>
                  <a:pt x="8570707" y="1053777"/>
                </a:lnTo>
                <a:cubicBezTo>
                  <a:pt x="8570050" y="1056988"/>
                  <a:pt x="8569705" y="1060313"/>
                  <a:pt x="8569705" y="1063719"/>
                </a:cubicBezTo>
                <a:cubicBezTo>
                  <a:pt x="8569705" y="1090964"/>
                  <a:pt x="8591791" y="1113050"/>
                  <a:pt x="8619037" y="1113050"/>
                </a:cubicBezTo>
                <a:cubicBezTo>
                  <a:pt x="8629253" y="1113050"/>
                  <a:pt x="8638745" y="1109945"/>
                  <a:pt x="8646618" y="1104625"/>
                </a:cubicBezTo>
                <a:lnTo>
                  <a:pt x="8649812" y="1101990"/>
                </a:lnTo>
                <a:lnTo>
                  <a:pt x="8651793" y="1108370"/>
                </a:lnTo>
                <a:cubicBezTo>
                  <a:pt x="8659282" y="1126076"/>
                  <a:pt x="8676814" y="1138499"/>
                  <a:pt x="8697248" y="1138499"/>
                </a:cubicBezTo>
                <a:close/>
                <a:moveTo>
                  <a:pt x="189515" y="1138499"/>
                </a:moveTo>
                <a:cubicBezTo>
                  <a:pt x="209949" y="1138499"/>
                  <a:pt x="227481" y="1126076"/>
                  <a:pt x="234970" y="1108370"/>
                </a:cubicBezTo>
                <a:lnTo>
                  <a:pt x="237147" y="1101358"/>
                </a:lnTo>
                <a:lnTo>
                  <a:pt x="241107" y="1104625"/>
                </a:lnTo>
                <a:cubicBezTo>
                  <a:pt x="248981" y="1109945"/>
                  <a:pt x="258472" y="1113050"/>
                  <a:pt x="268689" y="1113050"/>
                </a:cubicBezTo>
                <a:cubicBezTo>
                  <a:pt x="295934" y="1113050"/>
                  <a:pt x="318021" y="1090964"/>
                  <a:pt x="318021" y="1063719"/>
                </a:cubicBezTo>
                <a:cubicBezTo>
                  <a:pt x="318021" y="1060313"/>
                  <a:pt x="317675" y="1056988"/>
                  <a:pt x="317018" y="1053776"/>
                </a:cubicBezTo>
                <a:lnTo>
                  <a:pt x="314244" y="1044838"/>
                </a:lnTo>
                <a:lnTo>
                  <a:pt x="317701" y="1045187"/>
                </a:lnTo>
                <a:cubicBezTo>
                  <a:pt x="344946" y="1045187"/>
                  <a:pt x="367033" y="1023100"/>
                  <a:pt x="367033" y="995855"/>
                </a:cubicBezTo>
                <a:cubicBezTo>
                  <a:pt x="367033" y="982233"/>
                  <a:pt x="361511" y="969899"/>
                  <a:pt x="352584" y="960972"/>
                </a:cubicBezTo>
                <a:lnTo>
                  <a:pt x="345740" y="955325"/>
                </a:lnTo>
                <a:lnTo>
                  <a:pt x="352584" y="949679"/>
                </a:lnTo>
                <a:cubicBezTo>
                  <a:pt x="361511" y="940751"/>
                  <a:pt x="367033" y="928418"/>
                  <a:pt x="367033" y="914796"/>
                </a:cubicBezTo>
                <a:cubicBezTo>
                  <a:pt x="367033" y="887551"/>
                  <a:pt x="344946" y="865464"/>
                  <a:pt x="317701" y="865464"/>
                </a:cubicBezTo>
                <a:lnTo>
                  <a:pt x="314244" y="865812"/>
                </a:lnTo>
                <a:lnTo>
                  <a:pt x="317018" y="856874"/>
                </a:lnTo>
                <a:cubicBezTo>
                  <a:pt x="317675" y="853663"/>
                  <a:pt x="318021" y="850338"/>
                  <a:pt x="318021" y="846932"/>
                </a:cubicBezTo>
                <a:cubicBezTo>
                  <a:pt x="318021" y="819687"/>
                  <a:pt x="295934" y="797600"/>
                  <a:pt x="268689" y="797600"/>
                </a:cubicBezTo>
                <a:cubicBezTo>
                  <a:pt x="258472" y="797600"/>
                  <a:pt x="248981" y="800706"/>
                  <a:pt x="241107" y="806025"/>
                </a:cubicBezTo>
                <a:lnTo>
                  <a:pt x="237147" y="809293"/>
                </a:lnTo>
                <a:lnTo>
                  <a:pt x="234970" y="802281"/>
                </a:lnTo>
                <a:cubicBezTo>
                  <a:pt x="227481" y="784575"/>
                  <a:pt x="209949" y="772151"/>
                  <a:pt x="189515" y="772151"/>
                </a:cubicBezTo>
                <a:cubicBezTo>
                  <a:pt x="169081" y="772151"/>
                  <a:pt x="151549" y="784575"/>
                  <a:pt x="144060" y="802281"/>
                </a:cubicBezTo>
                <a:lnTo>
                  <a:pt x="142080" y="808661"/>
                </a:lnTo>
                <a:lnTo>
                  <a:pt x="138886" y="806025"/>
                </a:lnTo>
                <a:cubicBezTo>
                  <a:pt x="131012" y="800706"/>
                  <a:pt x="121521" y="797600"/>
                  <a:pt x="111304" y="797600"/>
                </a:cubicBezTo>
                <a:cubicBezTo>
                  <a:pt x="84059" y="797600"/>
                  <a:pt x="61972" y="819687"/>
                  <a:pt x="61972" y="846932"/>
                </a:cubicBezTo>
                <a:cubicBezTo>
                  <a:pt x="61972" y="852041"/>
                  <a:pt x="62749" y="856968"/>
                  <a:pt x="64190" y="861602"/>
                </a:cubicBezTo>
                <a:lnTo>
                  <a:pt x="66238" y="865861"/>
                </a:lnTo>
                <a:lnTo>
                  <a:pt x="62292" y="865464"/>
                </a:lnTo>
                <a:cubicBezTo>
                  <a:pt x="35047" y="865464"/>
                  <a:pt x="12960" y="887550"/>
                  <a:pt x="12960" y="914796"/>
                </a:cubicBezTo>
                <a:cubicBezTo>
                  <a:pt x="12960" y="928418"/>
                  <a:pt x="18482" y="940751"/>
                  <a:pt x="27409" y="949679"/>
                </a:cubicBezTo>
                <a:lnTo>
                  <a:pt x="34253" y="955325"/>
                </a:lnTo>
                <a:lnTo>
                  <a:pt x="27409" y="960972"/>
                </a:lnTo>
                <a:cubicBezTo>
                  <a:pt x="18482" y="969899"/>
                  <a:pt x="12960" y="982232"/>
                  <a:pt x="12960" y="995855"/>
                </a:cubicBezTo>
                <a:cubicBezTo>
                  <a:pt x="12960" y="1023100"/>
                  <a:pt x="35047" y="1045187"/>
                  <a:pt x="62292" y="1045187"/>
                </a:cubicBezTo>
                <a:lnTo>
                  <a:pt x="65749" y="1044838"/>
                </a:lnTo>
                <a:lnTo>
                  <a:pt x="62975" y="1053777"/>
                </a:lnTo>
                <a:cubicBezTo>
                  <a:pt x="62317" y="1056988"/>
                  <a:pt x="61972" y="1060313"/>
                  <a:pt x="61972" y="1063719"/>
                </a:cubicBezTo>
                <a:cubicBezTo>
                  <a:pt x="61972" y="1090964"/>
                  <a:pt x="84059" y="1113050"/>
                  <a:pt x="111304" y="1113050"/>
                </a:cubicBezTo>
                <a:cubicBezTo>
                  <a:pt x="121521" y="1113050"/>
                  <a:pt x="131012" y="1109945"/>
                  <a:pt x="138886" y="1104625"/>
                </a:cubicBezTo>
                <a:lnTo>
                  <a:pt x="142080" y="1101990"/>
                </a:lnTo>
                <a:lnTo>
                  <a:pt x="144060" y="1108370"/>
                </a:lnTo>
                <a:cubicBezTo>
                  <a:pt x="151549" y="1126076"/>
                  <a:pt x="169081" y="1138499"/>
                  <a:pt x="189515" y="1138499"/>
                </a:cubicBezTo>
                <a:close/>
                <a:moveTo>
                  <a:pt x="8701715" y="1369042"/>
                </a:moveTo>
                <a:cubicBezTo>
                  <a:pt x="8723296" y="1369042"/>
                  <a:pt x="8740791" y="1351547"/>
                  <a:pt x="8740791" y="1329966"/>
                </a:cubicBezTo>
                <a:cubicBezTo>
                  <a:pt x="8740791" y="1308385"/>
                  <a:pt x="8723296" y="1290890"/>
                  <a:pt x="8701715" y="1290890"/>
                </a:cubicBezTo>
                <a:cubicBezTo>
                  <a:pt x="8680134" y="1290890"/>
                  <a:pt x="8662639" y="1308385"/>
                  <a:pt x="8662639" y="1329966"/>
                </a:cubicBezTo>
                <a:cubicBezTo>
                  <a:pt x="8662639" y="1351547"/>
                  <a:pt x="8680134" y="1369042"/>
                  <a:pt x="8701715" y="1369042"/>
                </a:cubicBezTo>
                <a:close/>
                <a:moveTo>
                  <a:pt x="193983" y="1369042"/>
                </a:moveTo>
                <a:cubicBezTo>
                  <a:pt x="215564" y="1369042"/>
                  <a:pt x="233059" y="1351547"/>
                  <a:pt x="233059" y="1329966"/>
                </a:cubicBezTo>
                <a:cubicBezTo>
                  <a:pt x="233059" y="1308385"/>
                  <a:pt x="215564" y="1290890"/>
                  <a:pt x="193983" y="1290890"/>
                </a:cubicBezTo>
                <a:cubicBezTo>
                  <a:pt x="172402" y="1290890"/>
                  <a:pt x="154907" y="1308385"/>
                  <a:pt x="154907" y="1329966"/>
                </a:cubicBezTo>
                <a:cubicBezTo>
                  <a:pt x="154907" y="1351547"/>
                  <a:pt x="172402" y="1369042"/>
                  <a:pt x="193983" y="1369042"/>
                </a:cubicBezTo>
                <a:close/>
                <a:moveTo>
                  <a:pt x="8697248" y="1887779"/>
                </a:moveTo>
                <a:cubicBezTo>
                  <a:pt x="8717682" y="1887779"/>
                  <a:pt x="8735214" y="1875356"/>
                  <a:pt x="8742703" y="1857650"/>
                </a:cubicBezTo>
                <a:lnTo>
                  <a:pt x="8744879" y="1850638"/>
                </a:lnTo>
                <a:lnTo>
                  <a:pt x="8748840" y="1853905"/>
                </a:lnTo>
                <a:cubicBezTo>
                  <a:pt x="8756713" y="1859225"/>
                  <a:pt x="8766204" y="1862330"/>
                  <a:pt x="8776421" y="1862330"/>
                </a:cubicBezTo>
                <a:cubicBezTo>
                  <a:pt x="8803667" y="1862330"/>
                  <a:pt x="8825753" y="1840244"/>
                  <a:pt x="8825753" y="1812999"/>
                </a:cubicBezTo>
                <a:cubicBezTo>
                  <a:pt x="8825753" y="1809593"/>
                  <a:pt x="8825408" y="1806268"/>
                  <a:pt x="8824751" y="1803056"/>
                </a:cubicBezTo>
                <a:lnTo>
                  <a:pt x="8821976" y="1794118"/>
                </a:lnTo>
                <a:lnTo>
                  <a:pt x="8825434" y="1794467"/>
                </a:lnTo>
                <a:cubicBezTo>
                  <a:pt x="8852679" y="1794467"/>
                  <a:pt x="8874765" y="1772380"/>
                  <a:pt x="8874765" y="1745135"/>
                </a:cubicBezTo>
                <a:cubicBezTo>
                  <a:pt x="8874765" y="1731513"/>
                  <a:pt x="8869244" y="1719179"/>
                  <a:pt x="8860317" y="1710252"/>
                </a:cubicBezTo>
                <a:lnTo>
                  <a:pt x="8853473" y="1704605"/>
                </a:lnTo>
                <a:lnTo>
                  <a:pt x="8860317" y="1698959"/>
                </a:lnTo>
                <a:cubicBezTo>
                  <a:pt x="8869244" y="1690031"/>
                  <a:pt x="8874765" y="1677698"/>
                  <a:pt x="8874765" y="1664076"/>
                </a:cubicBezTo>
                <a:cubicBezTo>
                  <a:pt x="8874765" y="1636831"/>
                  <a:pt x="8852679" y="1614744"/>
                  <a:pt x="8825434" y="1614744"/>
                </a:cubicBezTo>
                <a:lnTo>
                  <a:pt x="8821976" y="1615092"/>
                </a:lnTo>
                <a:lnTo>
                  <a:pt x="8824751" y="1606154"/>
                </a:lnTo>
                <a:cubicBezTo>
                  <a:pt x="8825408" y="1602943"/>
                  <a:pt x="8825753" y="1599618"/>
                  <a:pt x="8825753" y="1596212"/>
                </a:cubicBezTo>
                <a:cubicBezTo>
                  <a:pt x="8825753" y="1568967"/>
                  <a:pt x="8803667" y="1546880"/>
                  <a:pt x="8776421" y="1546880"/>
                </a:cubicBezTo>
                <a:cubicBezTo>
                  <a:pt x="8766204" y="1546880"/>
                  <a:pt x="8756713" y="1549986"/>
                  <a:pt x="8748840" y="1555305"/>
                </a:cubicBezTo>
                <a:lnTo>
                  <a:pt x="8744879" y="1558573"/>
                </a:lnTo>
                <a:lnTo>
                  <a:pt x="8742703" y="1551561"/>
                </a:lnTo>
                <a:cubicBezTo>
                  <a:pt x="8735214" y="1533855"/>
                  <a:pt x="8717682" y="1521431"/>
                  <a:pt x="8697248" y="1521431"/>
                </a:cubicBezTo>
                <a:cubicBezTo>
                  <a:pt x="8676814" y="1521431"/>
                  <a:pt x="8659282" y="1533855"/>
                  <a:pt x="8651793" y="1551561"/>
                </a:cubicBezTo>
                <a:lnTo>
                  <a:pt x="8649812" y="1557941"/>
                </a:lnTo>
                <a:lnTo>
                  <a:pt x="8646618" y="1555305"/>
                </a:lnTo>
                <a:cubicBezTo>
                  <a:pt x="8638745" y="1549986"/>
                  <a:pt x="8629253" y="1546880"/>
                  <a:pt x="8619037" y="1546880"/>
                </a:cubicBezTo>
                <a:cubicBezTo>
                  <a:pt x="8591791" y="1546880"/>
                  <a:pt x="8569705" y="1568967"/>
                  <a:pt x="8569705" y="1596212"/>
                </a:cubicBezTo>
                <a:cubicBezTo>
                  <a:pt x="8569705" y="1601321"/>
                  <a:pt x="8570481" y="1606248"/>
                  <a:pt x="8571923" y="1610882"/>
                </a:cubicBezTo>
                <a:lnTo>
                  <a:pt x="8573970" y="1615141"/>
                </a:lnTo>
                <a:lnTo>
                  <a:pt x="8570024" y="1614744"/>
                </a:lnTo>
                <a:cubicBezTo>
                  <a:pt x="8542779" y="1614744"/>
                  <a:pt x="8520693" y="1636830"/>
                  <a:pt x="8520693" y="1664076"/>
                </a:cubicBezTo>
                <a:cubicBezTo>
                  <a:pt x="8520693" y="1677698"/>
                  <a:pt x="8526214" y="1690031"/>
                  <a:pt x="8535141" y="1698959"/>
                </a:cubicBezTo>
                <a:lnTo>
                  <a:pt x="8541985" y="1704605"/>
                </a:lnTo>
                <a:lnTo>
                  <a:pt x="8535141" y="1710252"/>
                </a:lnTo>
                <a:cubicBezTo>
                  <a:pt x="8526214" y="1719179"/>
                  <a:pt x="8520693" y="1731512"/>
                  <a:pt x="8520693" y="1745135"/>
                </a:cubicBezTo>
                <a:cubicBezTo>
                  <a:pt x="8520693" y="1772380"/>
                  <a:pt x="8542779" y="1794467"/>
                  <a:pt x="8570024" y="1794467"/>
                </a:cubicBezTo>
                <a:lnTo>
                  <a:pt x="8573482" y="1794118"/>
                </a:lnTo>
                <a:lnTo>
                  <a:pt x="8570707" y="1803057"/>
                </a:lnTo>
                <a:cubicBezTo>
                  <a:pt x="8570050" y="1806268"/>
                  <a:pt x="8569705" y="1809593"/>
                  <a:pt x="8569705" y="1812999"/>
                </a:cubicBezTo>
                <a:cubicBezTo>
                  <a:pt x="8569705" y="1840244"/>
                  <a:pt x="8591791" y="1862330"/>
                  <a:pt x="8619037" y="1862330"/>
                </a:cubicBezTo>
                <a:cubicBezTo>
                  <a:pt x="8629253" y="1862330"/>
                  <a:pt x="8638745" y="1859225"/>
                  <a:pt x="8646618" y="1853905"/>
                </a:cubicBezTo>
                <a:lnTo>
                  <a:pt x="8649812" y="1851270"/>
                </a:lnTo>
                <a:lnTo>
                  <a:pt x="8651793" y="1857650"/>
                </a:lnTo>
                <a:cubicBezTo>
                  <a:pt x="8659282" y="1875356"/>
                  <a:pt x="8676814" y="1887779"/>
                  <a:pt x="8697248" y="1887779"/>
                </a:cubicBezTo>
                <a:close/>
                <a:moveTo>
                  <a:pt x="189515" y="1887779"/>
                </a:moveTo>
                <a:cubicBezTo>
                  <a:pt x="209949" y="1887779"/>
                  <a:pt x="227481" y="1875356"/>
                  <a:pt x="234970" y="1857650"/>
                </a:cubicBezTo>
                <a:lnTo>
                  <a:pt x="237147" y="1850638"/>
                </a:lnTo>
                <a:lnTo>
                  <a:pt x="241107" y="1853905"/>
                </a:lnTo>
                <a:cubicBezTo>
                  <a:pt x="248981" y="1859225"/>
                  <a:pt x="258472" y="1862330"/>
                  <a:pt x="268689" y="1862330"/>
                </a:cubicBezTo>
                <a:cubicBezTo>
                  <a:pt x="295934" y="1862330"/>
                  <a:pt x="318021" y="1840244"/>
                  <a:pt x="318021" y="1812999"/>
                </a:cubicBezTo>
                <a:cubicBezTo>
                  <a:pt x="318021" y="1809593"/>
                  <a:pt x="317676" y="1806268"/>
                  <a:pt x="317019" y="1803056"/>
                </a:cubicBezTo>
                <a:lnTo>
                  <a:pt x="314244" y="1794118"/>
                </a:lnTo>
                <a:lnTo>
                  <a:pt x="317702" y="1794467"/>
                </a:lnTo>
                <a:cubicBezTo>
                  <a:pt x="344947" y="1794467"/>
                  <a:pt x="367033" y="1772380"/>
                  <a:pt x="367033" y="1745135"/>
                </a:cubicBezTo>
                <a:cubicBezTo>
                  <a:pt x="367033" y="1731513"/>
                  <a:pt x="361512" y="1719179"/>
                  <a:pt x="352584" y="1710252"/>
                </a:cubicBezTo>
                <a:lnTo>
                  <a:pt x="345740" y="1704605"/>
                </a:lnTo>
                <a:lnTo>
                  <a:pt x="352584" y="1698959"/>
                </a:lnTo>
                <a:cubicBezTo>
                  <a:pt x="361512" y="1690031"/>
                  <a:pt x="367033" y="1677698"/>
                  <a:pt x="367033" y="1664076"/>
                </a:cubicBezTo>
                <a:cubicBezTo>
                  <a:pt x="367033" y="1636831"/>
                  <a:pt x="344947" y="1614744"/>
                  <a:pt x="317702" y="1614744"/>
                </a:cubicBezTo>
                <a:lnTo>
                  <a:pt x="314244" y="1615092"/>
                </a:lnTo>
                <a:lnTo>
                  <a:pt x="317019" y="1606154"/>
                </a:lnTo>
                <a:cubicBezTo>
                  <a:pt x="317676" y="1602943"/>
                  <a:pt x="318021" y="1599618"/>
                  <a:pt x="318021" y="1596212"/>
                </a:cubicBezTo>
                <a:cubicBezTo>
                  <a:pt x="318021" y="1568967"/>
                  <a:pt x="295934" y="1546880"/>
                  <a:pt x="268689" y="1546880"/>
                </a:cubicBezTo>
                <a:cubicBezTo>
                  <a:pt x="258472" y="1546880"/>
                  <a:pt x="248981" y="1549986"/>
                  <a:pt x="241107" y="1555305"/>
                </a:cubicBezTo>
                <a:lnTo>
                  <a:pt x="237147" y="1558573"/>
                </a:lnTo>
                <a:lnTo>
                  <a:pt x="234970" y="1551561"/>
                </a:lnTo>
                <a:cubicBezTo>
                  <a:pt x="227481" y="1533855"/>
                  <a:pt x="209949" y="1521431"/>
                  <a:pt x="189515" y="1521431"/>
                </a:cubicBezTo>
                <a:cubicBezTo>
                  <a:pt x="169082" y="1521431"/>
                  <a:pt x="151550" y="1533855"/>
                  <a:pt x="144061" y="1551561"/>
                </a:cubicBezTo>
                <a:lnTo>
                  <a:pt x="142080" y="1557941"/>
                </a:lnTo>
                <a:lnTo>
                  <a:pt x="138886" y="1555305"/>
                </a:lnTo>
                <a:cubicBezTo>
                  <a:pt x="131013" y="1549986"/>
                  <a:pt x="121521" y="1546880"/>
                  <a:pt x="111304" y="1546880"/>
                </a:cubicBezTo>
                <a:cubicBezTo>
                  <a:pt x="84059" y="1546880"/>
                  <a:pt x="61973" y="1568967"/>
                  <a:pt x="61973" y="1596212"/>
                </a:cubicBezTo>
                <a:cubicBezTo>
                  <a:pt x="61973" y="1601321"/>
                  <a:pt x="62749" y="1606248"/>
                  <a:pt x="64191" y="1610882"/>
                </a:cubicBezTo>
                <a:lnTo>
                  <a:pt x="66238" y="1615141"/>
                </a:lnTo>
                <a:lnTo>
                  <a:pt x="62292" y="1614744"/>
                </a:lnTo>
                <a:cubicBezTo>
                  <a:pt x="35047" y="1614744"/>
                  <a:pt x="12960" y="1636830"/>
                  <a:pt x="12960" y="1664076"/>
                </a:cubicBezTo>
                <a:cubicBezTo>
                  <a:pt x="12960" y="1677698"/>
                  <a:pt x="18482" y="1690031"/>
                  <a:pt x="27409" y="1698959"/>
                </a:cubicBezTo>
                <a:lnTo>
                  <a:pt x="34253" y="1704605"/>
                </a:lnTo>
                <a:lnTo>
                  <a:pt x="27409" y="1710252"/>
                </a:lnTo>
                <a:cubicBezTo>
                  <a:pt x="18482" y="1719179"/>
                  <a:pt x="12960" y="1731512"/>
                  <a:pt x="12960" y="1745135"/>
                </a:cubicBezTo>
                <a:cubicBezTo>
                  <a:pt x="12960" y="1772380"/>
                  <a:pt x="35047" y="1794467"/>
                  <a:pt x="62292" y="1794467"/>
                </a:cubicBezTo>
                <a:lnTo>
                  <a:pt x="65749" y="1794118"/>
                </a:lnTo>
                <a:lnTo>
                  <a:pt x="62975" y="1803057"/>
                </a:lnTo>
                <a:cubicBezTo>
                  <a:pt x="62318" y="1806268"/>
                  <a:pt x="61973" y="1809593"/>
                  <a:pt x="61973" y="1812999"/>
                </a:cubicBezTo>
                <a:cubicBezTo>
                  <a:pt x="61973" y="1840244"/>
                  <a:pt x="84059" y="1862330"/>
                  <a:pt x="111304" y="1862330"/>
                </a:cubicBezTo>
                <a:cubicBezTo>
                  <a:pt x="121521" y="1862330"/>
                  <a:pt x="131013" y="1859225"/>
                  <a:pt x="138886" y="1853905"/>
                </a:cubicBezTo>
                <a:lnTo>
                  <a:pt x="142080" y="1851270"/>
                </a:lnTo>
                <a:lnTo>
                  <a:pt x="144061" y="1857650"/>
                </a:lnTo>
                <a:cubicBezTo>
                  <a:pt x="151550" y="1875356"/>
                  <a:pt x="169082" y="1887779"/>
                  <a:pt x="189515" y="1887779"/>
                </a:cubicBezTo>
                <a:close/>
                <a:moveTo>
                  <a:pt x="8701715" y="2118321"/>
                </a:moveTo>
                <a:cubicBezTo>
                  <a:pt x="8723296" y="2118321"/>
                  <a:pt x="8740791" y="2100826"/>
                  <a:pt x="8740791" y="2079245"/>
                </a:cubicBezTo>
                <a:cubicBezTo>
                  <a:pt x="8740791" y="2057664"/>
                  <a:pt x="8723296" y="2040169"/>
                  <a:pt x="8701715" y="2040169"/>
                </a:cubicBezTo>
                <a:cubicBezTo>
                  <a:pt x="8680134" y="2040169"/>
                  <a:pt x="8662639" y="2057664"/>
                  <a:pt x="8662639" y="2079245"/>
                </a:cubicBezTo>
                <a:cubicBezTo>
                  <a:pt x="8662639" y="2100826"/>
                  <a:pt x="8680134" y="2118321"/>
                  <a:pt x="8701715" y="2118321"/>
                </a:cubicBezTo>
                <a:close/>
                <a:moveTo>
                  <a:pt x="193983" y="2118321"/>
                </a:moveTo>
                <a:cubicBezTo>
                  <a:pt x="215564" y="2118321"/>
                  <a:pt x="233059" y="2100826"/>
                  <a:pt x="233059" y="2079245"/>
                </a:cubicBezTo>
                <a:cubicBezTo>
                  <a:pt x="233059" y="2057664"/>
                  <a:pt x="215564" y="2040169"/>
                  <a:pt x="193983" y="2040169"/>
                </a:cubicBezTo>
                <a:cubicBezTo>
                  <a:pt x="172402" y="2040169"/>
                  <a:pt x="154907" y="2057664"/>
                  <a:pt x="154907" y="2079245"/>
                </a:cubicBezTo>
                <a:cubicBezTo>
                  <a:pt x="154907" y="2100826"/>
                  <a:pt x="172402" y="2118321"/>
                  <a:pt x="193983" y="2118321"/>
                </a:cubicBezTo>
                <a:close/>
                <a:moveTo>
                  <a:pt x="8697248" y="2637058"/>
                </a:moveTo>
                <a:cubicBezTo>
                  <a:pt x="8717682" y="2637058"/>
                  <a:pt x="8735214" y="2624635"/>
                  <a:pt x="8742703" y="2606929"/>
                </a:cubicBezTo>
                <a:lnTo>
                  <a:pt x="8744879" y="2599917"/>
                </a:lnTo>
                <a:lnTo>
                  <a:pt x="8748840" y="2603184"/>
                </a:lnTo>
                <a:cubicBezTo>
                  <a:pt x="8756713" y="2608504"/>
                  <a:pt x="8766204" y="2611609"/>
                  <a:pt x="8776421" y="2611609"/>
                </a:cubicBezTo>
                <a:cubicBezTo>
                  <a:pt x="8803667" y="2611609"/>
                  <a:pt x="8825753" y="2589523"/>
                  <a:pt x="8825753" y="2562278"/>
                </a:cubicBezTo>
                <a:cubicBezTo>
                  <a:pt x="8825753" y="2558872"/>
                  <a:pt x="8825408" y="2555547"/>
                  <a:pt x="8824751" y="2552335"/>
                </a:cubicBezTo>
                <a:lnTo>
                  <a:pt x="8821976" y="2543397"/>
                </a:lnTo>
                <a:lnTo>
                  <a:pt x="8825434" y="2543746"/>
                </a:lnTo>
                <a:cubicBezTo>
                  <a:pt x="8852679" y="2543746"/>
                  <a:pt x="8874765" y="2521659"/>
                  <a:pt x="8874765" y="2494414"/>
                </a:cubicBezTo>
                <a:cubicBezTo>
                  <a:pt x="8874765" y="2480792"/>
                  <a:pt x="8869244" y="2468458"/>
                  <a:pt x="8860317" y="2459531"/>
                </a:cubicBezTo>
                <a:lnTo>
                  <a:pt x="8853473" y="2453884"/>
                </a:lnTo>
                <a:lnTo>
                  <a:pt x="8860317" y="2448238"/>
                </a:lnTo>
                <a:cubicBezTo>
                  <a:pt x="8869244" y="2439310"/>
                  <a:pt x="8874765" y="2426977"/>
                  <a:pt x="8874765" y="2413355"/>
                </a:cubicBezTo>
                <a:cubicBezTo>
                  <a:pt x="8874765" y="2386110"/>
                  <a:pt x="8852679" y="2364023"/>
                  <a:pt x="8825434" y="2364023"/>
                </a:cubicBezTo>
                <a:lnTo>
                  <a:pt x="8821976" y="2364371"/>
                </a:lnTo>
                <a:lnTo>
                  <a:pt x="8824751" y="2355433"/>
                </a:lnTo>
                <a:cubicBezTo>
                  <a:pt x="8825408" y="2352222"/>
                  <a:pt x="8825753" y="2348897"/>
                  <a:pt x="8825753" y="2345491"/>
                </a:cubicBezTo>
                <a:cubicBezTo>
                  <a:pt x="8825753" y="2318246"/>
                  <a:pt x="8803667" y="2296159"/>
                  <a:pt x="8776421" y="2296159"/>
                </a:cubicBezTo>
                <a:cubicBezTo>
                  <a:pt x="8766204" y="2296159"/>
                  <a:pt x="8756713" y="2299265"/>
                  <a:pt x="8748840" y="2304584"/>
                </a:cubicBezTo>
                <a:lnTo>
                  <a:pt x="8744879" y="2307852"/>
                </a:lnTo>
                <a:lnTo>
                  <a:pt x="8742703" y="2300840"/>
                </a:lnTo>
                <a:cubicBezTo>
                  <a:pt x="8735214" y="2283134"/>
                  <a:pt x="8717682" y="2270710"/>
                  <a:pt x="8697248" y="2270710"/>
                </a:cubicBezTo>
                <a:cubicBezTo>
                  <a:pt x="8676814" y="2270710"/>
                  <a:pt x="8659282" y="2283134"/>
                  <a:pt x="8651793" y="2300840"/>
                </a:cubicBezTo>
                <a:lnTo>
                  <a:pt x="8649812" y="2307220"/>
                </a:lnTo>
                <a:lnTo>
                  <a:pt x="8646618" y="2304584"/>
                </a:lnTo>
                <a:cubicBezTo>
                  <a:pt x="8638745" y="2299265"/>
                  <a:pt x="8629253" y="2296159"/>
                  <a:pt x="8619037" y="2296159"/>
                </a:cubicBezTo>
                <a:cubicBezTo>
                  <a:pt x="8591791" y="2296159"/>
                  <a:pt x="8569705" y="2318246"/>
                  <a:pt x="8569705" y="2345491"/>
                </a:cubicBezTo>
                <a:cubicBezTo>
                  <a:pt x="8569705" y="2350600"/>
                  <a:pt x="8570481" y="2355527"/>
                  <a:pt x="8571923" y="2360161"/>
                </a:cubicBezTo>
                <a:lnTo>
                  <a:pt x="8573970" y="2364420"/>
                </a:lnTo>
                <a:lnTo>
                  <a:pt x="8570024" y="2364023"/>
                </a:lnTo>
                <a:cubicBezTo>
                  <a:pt x="8542779" y="2364023"/>
                  <a:pt x="8520693" y="2386109"/>
                  <a:pt x="8520693" y="2413355"/>
                </a:cubicBezTo>
                <a:cubicBezTo>
                  <a:pt x="8520693" y="2426977"/>
                  <a:pt x="8526214" y="2439310"/>
                  <a:pt x="8535141" y="2448238"/>
                </a:cubicBezTo>
                <a:lnTo>
                  <a:pt x="8541985" y="2453884"/>
                </a:lnTo>
                <a:lnTo>
                  <a:pt x="8535141" y="2459531"/>
                </a:lnTo>
                <a:cubicBezTo>
                  <a:pt x="8526214" y="2468458"/>
                  <a:pt x="8520693" y="2480791"/>
                  <a:pt x="8520693" y="2494414"/>
                </a:cubicBezTo>
                <a:cubicBezTo>
                  <a:pt x="8520693" y="2521659"/>
                  <a:pt x="8542779" y="2543746"/>
                  <a:pt x="8570024" y="2543746"/>
                </a:cubicBezTo>
                <a:lnTo>
                  <a:pt x="8573482" y="2543397"/>
                </a:lnTo>
                <a:lnTo>
                  <a:pt x="8570707" y="2552336"/>
                </a:lnTo>
                <a:cubicBezTo>
                  <a:pt x="8570050" y="2555547"/>
                  <a:pt x="8569705" y="2558872"/>
                  <a:pt x="8569705" y="2562278"/>
                </a:cubicBezTo>
                <a:cubicBezTo>
                  <a:pt x="8569705" y="2589523"/>
                  <a:pt x="8591791" y="2611609"/>
                  <a:pt x="8619037" y="2611609"/>
                </a:cubicBezTo>
                <a:cubicBezTo>
                  <a:pt x="8629253" y="2611609"/>
                  <a:pt x="8638745" y="2608504"/>
                  <a:pt x="8646618" y="2603184"/>
                </a:cubicBezTo>
                <a:lnTo>
                  <a:pt x="8649812" y="2600549"/>
                </a:lnTo>
                <a:lnTo>
                  <a:pt x="8651793" y="2606929"/>
                </a:lnTo>
                <a:cubicBezTo>
                  <a:pt x="8659282" y="2624635"/>
                  <a:pt x="8676814" y="2637058"/>
                  <a:pt x="8697248" y="2637058"/>
                </a:cubicBezTo>
                <a:close/>
                <a:moveTo>
                  <a:pt x="189516" y="2637058"/>
                </a:moveTo>
                <a:cubicBezTo>
                  <a:pt x="209950" y="2637058"/>
                  <a:pt x="227482" y="2624635"/>
                  <a:pt x="234971" y="2606929"/>
                </a:cubicBezTo>
                <a:lnTo>
                  <a:pt x="237147" y="2599917"/>
                </a:lnTo>
                <a:lnTo>
                  <a:pt x="241108" y="2603184"/>
                </a:lnTo>
                <a:cubicBezTo>
                  <a:pt x="248981" y="2608504"/>
                  <a:pt x="258472" y="2611609"/>
                  <a:pt x="268689" y="2611609"/>
                </a:cubicBezTo>
                <a:cubicBezTo>
                  <a:pt x="295935" y="2611609"/>
                  <a:pt x="318021" y="2589523"/>
                  <a:pt x="318021" y="2562278"/>
                </a:cubicBezTo>
                <a:cubicBezTo>
                  <a:pt x="318021" y="2558872"/>
                  <a:pt x="317676" y="2555547"/>
                  <a:pt x="317019" y="2552335"/>
                </a:cubicBezTo>
                <a:lnTo>
                  <a:pt x="314244" y="2543397"/>
                </a:lnTo>
                <a:lnTo>
                  <a:pt x="317702" y="2543746"/>
                </a:lnTo>
                <a:cubicBezTo>
                  <a:pt x="344947" y="2543746"/>
                  <a:pt x="367033" y="2521659"/>
                  <a:pt x="367033" y="2494414"/>
                </a:cubicBezTo>
                <a:cubicBezTo>
                  <a:pt x="367033" y="2480792"/>
                  <a:pt x="361512" y="2468458"/>
                  <a:pt x="352585" y="2459531"/>
                </a:cubicBezTo>
                <a:lnTo>
                  <a:pt x="345741" y="2453884"/>
                </a:lnTo>
                <a:lnTo>
                  <a:pt x="352585" y="2448238"/>
                </a:lnTo>
                <a:cubicBezTo>
                  <a:pt x="361512" y="2439310"/>
                  <a:pt x="367033" y="2426977"/>
                  <a:pt x="367033" y="2413355"/>
                </a:cubicBezTo>
                <a:cubicBezTo>
                  <a:pt x="367033" y="2386110"/>
                  <a:pt x="344947" y="2364023"/>
                  <a:pt x="317702" y="2364023"/>
                </a:cubicBezTo>
                <a:lnTo>
                  <a:pt x="314244" y="2364371"/>
                </a:lnTo>
                <a:lnTo>
                  <a:pt x="317019" y="2355433"/>
                </a:lnTo>
                <a:cubicBezTo>
                  <a:pt x="317676" y="2352222"/>
                  <a:pt x="318021" y="2348897"/>
                  <a:pt x="318021" y="2345491"/>
                </a:cubicBezTo>
                <a:cubicBezTo>
                  <a:pt x="318021" y="2318246"/>
                  <a:pt x="295935" y="2296159"/>
                  <a:pt x="268689" y="2296159"/>
                </a:cubicBezTo>
                <a:cubicBezTo>
                  <a:pt x="258472" y="2296159"/>
                  <a:pt x="248981" y="2299265"/>
                  <a:pt x="241108" y="2304584"/>
                </a:cubicBezTo>
                <a:lnTo>
                  <a:pt x="237147" y="2307852"/>
                </a:lnTo>
                <a:lnTo>
                  <a:pt x="234971" y="2300840"/>
                </a:lnTo>
                <a:cubicBezTo>
                  <a:pt x="227482" y="2283134"/>
                  <a:pt x="209950" y="2270710"/>
                  <a:pt x="189516" y="2270710"/>
                </a:cubicBezTo>
                <a:cubicBezTo>
                  <a:pt x="169082" y="2270710"/>
                  <a:pt x="151550" y="2283134"/>
                  <a:pt x="144061" y="2300840"/>
                </a:cubicBezTo>
                <a:lnTo>
                  <a:pt x="142080" y="2307220"/>
                </a:lnTo>
                <a:lnTo>
                  <a:pt x="138886" y="2304584"/>
                </a:lnTo>
                <a:cubicBezTo>
                  <a:pt x="131013" y="2299265"/>
                  <a:pt x="121521" y="2296159"/>
                  <a:pt x="111305" y="2296159"/>
                </a:cubicBezTo>
                <a:cubicBezTo>
                  <a:pt x="84060" y="2296159"/>
                  <a:pt x="61973" y="2318246"/>
                  <a:pt x="61973" y="2345491"/>
                </a:cubicBezTo>
                <a:cubicBezTo>
                  <a:pt x="61973" y="2350600"/>
                  <a:pt x="62749" y="2355527"/>
                  <a:pt x="64191" y="2360161"/>
                </a:cubicBezTo>
                <a:lnTo>
                  <a:pt x="66238" y="2364420"/>
                </a:lnTo>
                <a:lnTo>
                  <a:pt x="62292" y="2364023"/>
                </a:lnTo>
                <a:cubicBezTo>
                  <a:pt x="35047" y="2364023"/>
                  <a:pt x="12961" y="2386109"/>
                  <a:pt x="12961" y="2413355"/>
                </a:cubicBezTo>
                <a:cubicBezTo>
                  <a:pt x="12961" y="2426977"/>
                  <a:pt x="18482" y="2439310"/>
                  <a:pt x="27410" y="2448238"/>
                </a:cubicBezTo>
                <a:lnTo>
                  <a:pt x="34253" y="2453884"/>
                </a:lnTo>
                <a:lnTo>
                  <a:pt x="27410" y="2459531"/>
                </a:lnTo>
                <a:cubicBezTo>
                  <a:pt x="18482" y="2468458"/>
                  <a:pt x="12961" y="2480791"/>
                  <a:pt x="12961" y="2494414"/>
                </a:cubicBezTo>
                <a:cubicBezTo>
                  <a:pt x="12961" y="2521659"/>
                  <a:pt x="35047" y="2543746"/>
                  <a:pt x="62292" y="2543746"/>
                </a:cubicBezTo>
                <a:lnTo>
                  <a:pt x="65750" y="2543397"/>
                </a:lnTo>
                <a:lnTo>
                  <a:pt x="62975" y="2552336"/>
                </a:lnTo>
                <a:cubicBezTo>
                  <a:pt x="62318" y="2555547"/>
                  <a:pt x="61973" y="2558872"/>
                  <a:pt x="61973" y="2562278"/>
                </a:cubicBezTo>
                <a:cubicBezTo>
                  <a:pt x="61973" y="2589523"/>
                  <a:pt x="84060" y="2611609"/>
                  <a:pt x="111305" y="2611609"/>
                </a:cubicBezTo>
                <a:cubicBezTo>
                  <a:pt x="121521" y="2611609"/>
                  <a:pt x="131013" y="2608504"/>
                  <a:pt x="138886" y="2603184"/>
                </a:cubicBezTo>
                <a:lnTo>
                  <a:pt x="142080" y="2600549"/>
                </a:lnTo>
                <a:lnTo>
                  <a:pt x="144061" y="2606929"/>
                </a:lnTo>
                <a:cubicBezTo>
                  <a:pt x="151550" y="2624635"/>
                  <a:pt x="169082" y="2637058"/>
                  <a:pt x="189516" y="2637058"/>
                </a:cubicBezTo>
                <a:close/>
                <a:moveTo>
                  <a:pt x="8701715" y="2867601"/>
                </a:moveTo>
                <a:cubicBezTo>
                  <a:pt x="8723296" y="2867601"/>
                  <a:pt x="8740791" y="2850106"/>
                  <a:pt x="8740791" y="2828525"/>
                </a:cubicBezTo>
                <a:cubicBezTo>
                  <a:pt x="8740791" y="2806944"/>
                  <a:pt x="8723296" y="2789449"/>
                  <a:pt x="8701715" y="2789449"/>
                </a:cubicBezTo>
                <a:cubicBezTo>
                  <a:pt x="8680134" y="2789449"/>
                  <a:pt x="8662639" y="2806944"/>
                  <a:pt x="8662639" y="2828525"/>
                </a:cubicBezTo>
                <a:cubicBezTo>
                  <a:pt x="8662639" y="2850106"/>
                  <a:pt x="8680134" y="2867601"/>
                  <a:pt x="8701715" y="2867601"/>
                </a:cubicBezTo>
                <a:close/>
                <a:moveTo>
                  <a:pt x="193983" y="2867601"/>
                </a:moveTo>
                <a:cubicBezTo>
                  <a:pt x="215564" y="2867601"/>
                  <a:pt x="233059" y="2850106"/>
                  <a:pt x="233059" y="2828525"/>
                </a:cubicBezTo>
                <a:cubicBezTo>
                  <a:pt x="233059" y="2806944"/>
                  <a:pt x="215564" y="2789449"/>
                  <a:pt x="193983" y="2789449"/>
                </a:cubicBezTo>
                <a:cubicBezTo>
                  <a:pt x="172402" y="2789449"/>
                  <a:pt x="154907" y="2806944"/>
                  <a:pt x="154907" y="2828525"/>
                </a:cubicBezTo>
                <a:cubicBezTo>
                  <a:pt x="154907" y="2850106"/>
                  <a:pt x="172402" y="2867601"/>
                  <a:pt x="193983" y="2867601"/>
                </a:cubicBezTo>
                <a:close/>
                <a:moveTo>
                  <a:pt x="189516" y="3386337"/>
                </a:moveTo>
                <a:cubicBezTo>
                  <a:pt x="209950" y="3386337"/>
                  <a:pt x="227482" y="3373913"/>
                  <a:pt x="234971" y="3356207"/>
                </a:cubicBezTo>
                <a:lnTo>
                  <a:pt x="237148" y="3349195"/>
                </a:lnTo>
                <a:lnTo>
                  <a:pt x="241108" y="3352463"/>
                </a:lnTo>
                <a:cubicBezTo>
                  <a:pt x="248981" y="3357781"/>
                  <a:pt x="258473" y="3360888"/>
                  <a:pt x="268690" y="3360888"/>
                </a:cubicBezTo>
                <a:cubicBezTo>
                  <a:pt x="295935" y="3360888"/>
                  <a:pt x="318021" y="3338801"/>
                  <a:pt x="318021" y="3311556"/>
                </a:cubicBezTo>
                <a:cubicBezTo>
                  <a:pt x="318021" y="3308150"/>
                  <a:pt x="317676" y="3304825"/>
                  <a:pt x="317019" y="3301613"/>
                </a:cubicBezTo>
                <a:lnTo>
                  <a:pt x="314245" y="3292676"/>
                </a:lnTo>
                <a:lnTo>
                  <a:pt x="317702" y="3293024"/>
                </a:lnTo>
                <a:cubicBezTo>
                  <a:pt x="344947" y="3293024"/>
                  <a:pt x="367034" y="3270938"/>
                  <a:pt x="367034" y="3243692"/>
                </a:cubicBezTo>
                <a:cubicBezTo>
                  <a:pt x="367034" y="3230070"/>
                  <a:pt x="361512" y="3217737"/>
                  <a:pt x="352585" y="3208809"/>
                </a:cubicBezTo>
                <a:lnTo>
                  <a:pt x="345741" y="3203163"/>
                </a:lnTo>
                <a:lnTo>
                  <a:pt x="352585" y="3197516"/>
                </a:lnTo>
                <a:cubicBezTo>
                  <a:pt x="361512" y="3188588"/>
                  <a:pt x="367034" y="3176256"/>
                  <a:pt x="367034" y="3162633"/>
                </a:cubicBezTo>
                <a:cubicBezTo>
                  <a:pt x="367034" y="3135388"/>
                  <a:pt x="344947" y="3113301"/>
                  <a:pt x="317702" y="3113301"/>
                </a:cubicBezTo>
                <a:lnTo>
                  <a:pt x="314245" y="3113650"/>
                </a:lnTo>
                <a:lnTo>
                  <a:pt x="317019" y="3104711"/>
                </a:lnTo>
                <a:cubicBezTo>
                  <a:pt x="317676" y="3101500"/>
                  <a:pt x="318021" y="3098175"/>
                  <a:pt x="318021" y="3094769"/>
                </a:cubicBezTo>
                <a:cubicBezTo>
                  <a:pt x="318021" y="3067524"/>
                  <a:pt x="295935" y="3045437"/>
                  <a:pt x="268690" y="3045437"/>
                </a:cubicBezTo>
                <a:cubicBezTo>
                  <a:pt x="258473" y="3045437"/>
                  <a:pt x="248981" y="3048543"/>
                  <a:pt x="241108" y="3053863"/>
                </a:cubicBezTo>
                <a:lnTo>
                  <a:pt x="237148" y="3057130"/>
                </a:lnTo>
                <a:lnTo>
                  <a:pt x="234971" y="3050118"/>
                </a:lnTo>
                <a:cubicBezTo>
                  <a:pt x="227482" y="3032412"/>
                  <a:pt x="209950" y="3019989"/>
                  <a:pt x="189516" y="3019989"/>
                </a:cubicBezTo>
                <a:cubicBezTo>
                  <a:pt x="169082" y="3019989"/>
                  <a:pt x="151550" y="3032412"/>
                  <a:pt x="144061" y="3050118"/>
                </a:cubicBezTo>
                <a:lnTo>
                  <a:pt x="142081" y="3056498"/>
                </a:lnTo>
                <a:lnTo>
                  <a:pt x="138887" y="3053863"/>
                </a:lnTo>
                <a:cubicBezTo>
                  <a:pt x="131013" y="3048543"/>
                  <a:pt x="121522" y="3045437"/>
                  <a:pt x="111305" y="3045437"/>
                </a:cubicBezTo>
                <a:cubicBezTo>
                  <a:pt x="84060" y="3045437"/>
                  <a:pt x="61973" y="3067524"/>
                  <a:pt x="61973" y="3094769"/>
                </a:cubicBezTo>
                <a:cubicBezTo>
                  <a:pt x="61973" y="3099878"/>
                  <a:pt x="62750" y="3104805"/>
                  <a:pt x="64191" y="3109439"/>
                </a:cubicBezTo>
                <a:lnTo>
                  <a:pt x="66239" y="3113699"/>
                </a:lnTo>
                <a:lnTo>
                  <a:pt x="62293" y="3113301"/>
                </a:lnTo>
                <a:cubicBezTo>
                  <a:pt x="35047" y="3113301"/>
                  <a:pt x="12961" y="3135388"/>
                  <a:pt x="12961" y="3162633"/>
                </a:cubicBezTo>
                <a:cubicBezTo>
                  <a:pt x="12961" y="3176255"/>
                  <a:pt x="18483" y="3188588"/>
                  <a:pt x="27410" y="3197516"/>
                </a:cubicBezTo>
                <a:lnTo>
                  <a:pt x="34254" y="3203163"/>
                </a:lnTo>
                <a:lnTo>
                  <a:pt x="27410" y="3208809"/>
                </a:lnTo>
                <a:cubicBezTo>
                  <a:pt x="18483" y="3217736"/>
                  <a:pt x="12961" y="3230070"/>
                  <a:pt x="12961" y="3243692"/>
                </a:cubicBezTo>
                <a:cubicBezTo>
                  <a:pt x="12961" y="3270937"/>
                  <a:pt x="35047" y="3293024"/>
                  <a:pt x="62293" y="3293024"/>
                </a:cubicBezTo>
                <a:lnTo>
                  <a:pt x="65750" y="3292675"/>
                </a:lnTo>
                <a:lnTo>
                  <a:pt x="62975" y="3301614"/>
                </a:lnTo>
                <a:cubicBezTo>
                  <a:pt x="62318" y="3304825"/>
                  <a:pt x="61973" y="3308150"/>
                  <a:pt x="61973" y="3311556"/>
                </a:cubicBezTo>
                <a:cubicBezTo>
                  <a:pt x="61973" y="3338801"/>
                  <a:pt x="84060" y="3360888"/>
                  <a:pt x="111305" y="3360888"/>
                </a:cubicBezTo>
                <a:cubicBezTo>
                  <a:pt x="121522" y="3360888"/>
                  <a:pt x="131013" y="3357781"/>
                  <a:pt x="138887" y="3352463"/>
                </a:cubicBezTo>
                <a:lnTo>
                  <a:pt x="142081" y="3349827"/>
                </a:lnTo>
                <a:lnTo>
                  <a:pt x="144061" y="3356207"/>
                </a:lnTo>
                <a:cubicBezTo>
                  <a:pt x="151550" y="3373913"/>
                  <a:pt x="169082" y="3386337"/>
                  <a:pt x="189516" y="3386337"/>
                </a:cubicBezTo>
                <a:close/>
                <a:moveTo>
                  <a:pt x="8697248" y="3386338"/>
                </a:moveTo>
                <a:cubicBezTo>
                  <a:pt x="8717682" y="3386338"/>
                  <a:pt x="8735214" y="3373914"/>
                  <a:pt x="8742703" y="3356208"/>
                </a:cubicBezTo>
                <a:lnTo>
                  <a:pt x="8744879" y="3349196"/>
                </a:lnTo>
                <a:lnTo>
                  <a:pt x="8748840" y="3352464"/>
                </a:lnTo>
                <a:cubicBezTo>
                  <a:pt x="8756713" y="3357783"/>
                  <a:pt x="8766204" y="3360889"/>
                  <a:pt x="8776421" y="3360889"/>
                </a:cubicBezTo>
                <a:cubicBezTo>
                  <a:pt x="8803667" y="3360889"/>
                  <a:pt x="8825753" y="3338802"/>
                  <a:pt x="8825753" y="3311557"/>
                </a:cubicBezTo>
                <a:cubicBezTo>
                  <a:pt x="8825753" y="3308151"/>
                  <a:pt x="8825408" y="3304826"/>
                  <a:pt x="8824751" y="3301615"/>
                </a:cubicBezTo>
                <a:lnTo>
                  <a:pt x="8821976" y="3292677"/>
                </a:lnTo>
                <a:lnTo>
                  <a:pt x="8825434" y="3293025"/>
                </a:lnTo>
                <a:cubicBezTo>
                  <a:pt x="8852679" y="3293025"/>
                  <a:pt x="8874765" y="3270939"/>
                  <a:pt x="8874765" y="3243693"/>
                </a:cubicBezTo>
                <a:cubicBezTo>
                  <a:pt x="8874765" y="3230071"/>
                  <a:pt x="8869244" y="3217738"/>
                  <a:pt x="8860317" y="3208810"/>
                </a:cubicBezTo>
                <a:lnTo>
                  <a:pt x="8853473" y="3203164"/>
                </a:lnTo>
                <a:lnTo>
                  <a:pt x="8860317" y="3197517"/>
                </a:lnTo>
                <a:cubicBezTo>
                  <a:pt x="8869244" y="3188590"/>
                  <a:pt x="8874765" y="3176257"/>
                  <a:pt x="8874765" y="3162634"/>
                </a:cubicBezTo>
                <a:cubicBezTo>
                  <a:pt x="8874765" y="3135389"/>
                  <a:pt x="8852679" y="3113302"/>
                  <a:pt x="8825434" y="3113302"/>
                </a:cubicBezTo>
                <a:lnTo>
                  <a:pt x="8821976" y="3113651"/>
                </a:lnTo>
                <a:lnTo>
                  <a:pt x="8824751" y="3104713"/>
                </a:lnTo>
                <a:cubicBezTo>
                  <a:pt x="8825408" y="3101501"/>
                  <a:pt x="8825753" y="3098176"/>
                  <a:pt x="8825753" y="3094771"/>
                </a:cubicBezTo>
                <a:cubicBezTo>
                  <a:pt x="8825753" y="3067526"/>
                  <a:pt x="8803667" y="3045439"/>
                  <a:pt x="8776421" y="3045439"/>
                </a:cubicBezTo>
                <a:cubicBezTo>
                  <a:pt x="8766204" y="3045439"/>
                  <a:pt x="8756713" y="3048545"/>
                  <a:pt x="8748840" y="3053864"/>
                </a:cubicBezTo>
                <a:lnTo>
                  <a:pt x="8744879" y="3057131"/>
                </a:lnTo>
                <a:lnTo>
                  <a:pt x="8742703" y="3050119"/>
                </a:lnTo>
                <a:cubicBezTo>
                  <a:pt x="8735214" y="3032413"/>
                  <a:pt x="8717682" y="3019990"/>
                  <a:pt x="8697248" y="3019990"/>
                </a:cubicBezTo>
                <a:cubicBezTo>
                  <a:pt x="8676814" y="3019990"/>
                  <a:pt x="8659282" y="3032413"/>
                  <a:pt x="8651793" y="3050119"/>
                </a:cubicBezTo>
                <a:lnTo>
                  <a:pt x="8649812" y="3056499"/>
                </a:lnTo>
                <a:lnTo>
                  <a:pt x="8646618" y="3053864"/>
                </a:lnTo>
                <a:cubicBezTo>
                  <a:pt x="8638745" y="3048545"/>
                  <a:pt x="8629253" y="3045439"/>
                  <a:pt x="8619037" y="3045439"/>
                </a:cubicBezTo>
                <a:cubicBezTo>
                  <a:pt x="8591791" y="3045439"/>
                  <a:pt x="8569705" y="3067526"/>
                  <a:pt x="8569705" y="3094771"/>
                </a:cubicBezTo>
                <a:cubicBezTo>
                  <a:pt x="8569705" y="3099879"/>
                  <a:pt x="8570481" y="3104806"/>
                  <a:pt x="8571923" y="3109440"/>
                </a:cubicBezTo>
                <a:lnTo>
                  <a:pt x="8573970" y="3113700"/>
                </a:lnTo>
                <a:lnTo>
                  <a:pt x="8570024" y="3113302"/>
                </a:lnTo>
                <a:cubicBezTo>
                  <a:pt x="8542779" y="3113302"/>
                  <a:pt x="8520693" y="3135389"/>
                  <a:pt x="8520693" y="3162634"/>
                </a:cubicBezTo>
                <a:cubicBezTo>
                  <a:pt x="8520693" y="3176257"/>
                  <a:pt x="8526214" y="3188589"/>
                  <a:pt x="8535141" y="3197517"/>
                </a:cubicBezTo>
                <a:lnTo>
                  <a:pt x="8541985" y="3203164"/>
                </a:lnTo>
                <a:lnTo>
                  <a:pt x="8535141" y="3208810"/>
                </a:lnTo>
                <a:cubicBezTo>
                  <a:pt x="8526214" y="3217738"/>
                  <a:pt x="8520693" y="3230071"/>
                  <a:pt x="8520693" y="3243693"/>
                </a:cubicBezTo>
                <a:cubicBezTo>
                  <a:pt x="8520693" y="3270938"/>
                  <a:pt x="8542779" y="3293025"/>
                  <a:pt x="8570024" y="3293025"/>
                </a:cubicBezTo>
                <a:lnTo>
                  <a:pt x="8573482" y="3292677"/>
                </a:lnTo>
                <a:lnTo>
                  <a:pt x="8570707" y="3301615"/>
                </a:lnTo>
                <a:cubicBezTo>
                  <a:pt x="8570050" y="3304826"/>
                  <a:pt x="8569705" y="3308151"/>
                  <a:pt x="8569705" y="3311557"/>
                </a:cubicBezTo>
                <a:cubicBezTo>
                  <a:pt x="8569705" y="3338802"/>
                  <a:pt x="8591791" y="3360889"/>
                  <a:pt x="8619037" y="3360889"/>
                </a:cubicBezTo>
                <a:cubicBezTo>
                  <a:pt x="8629253" y="3360889"/>
                  <a:pt x="8638745" y="3357783"/>
                  <a:pt x="8646618" y="3352464"/>
                </a:cubicBezTo>
                <a:lnTo>
                  <a:pt x="8649812" y="3349828"/>
                </a:lnTo>
                <a:lnTo>
                  <a:pt x="8651793" y="3356208"/>
                </a:lnTo>
                <a:cubicBezTo>
                  <a:pt x="8659282" y="3373914"/>
                  <a:pt x="8676814" y="3386338"/>
                  <a:pt x="8697248" y="3386338"/>
                </a:cubicBezTo>
                <a:close/>
                <a:moveTo>
                  <a:pt x="193984" y="3616878"/>
                </a:moveTo>
                <a:cubicBezTo>
                  <a:pt x="215565" y="3616878"/>
                  <a:pt x="233060" y="3599383"/>
                  <a:pt x="233060" y="3577801"/>
                </a:cubicBezTo>
                <a:cubicBezTo>
                  <a:pt x="233060" y="3556220"/>
                  <a:pt x="215565" y="3538725"/>
                  <a:pt x="193984" y="3538725"/>
                </a:cubicBezTo>
                <a:cubicBezTo>
                  <a:pt x="172403" y="3538725"/>
                  <a:pt x="154908" y="3556220"/>
                  <a:pt x="154908" y="3577801"/>
                </a:cubicBezTo>
                <a:cubicBezTo>
                  <a:pt x="154908" y="3599383"/>
                  <a:pt x="172403" y="3616878"/>
                  <a:pt x="193984" y="3616878"/>
                </a:cubicBezTo>
                <a:close/>
                <a:moveTo>
                  <a:pt x="8701715" y="3616879"/>
                </a:moveTo>
                <a:cubicBezTo>
                  <a:pt x="8723296" y="3616879"/>
                  <a:pt x="8740791" y="3599384"/>
                  <a:pt x="8740791" y="3577803"/>
                </a:cubicBezTo>
                <a:cubicBezTo>
                  <a:pt x="8740791" y="3556222"/>
                  <a:pt x="8723296" y="3538727"/>
                  <a:pt x="8701715" y="3538727"/>
                </a:cubicBezTo>
                <a:cubicBezTo>
                  <a:pt x="8680134" y="3538727"/>
                  <a:pt x="8662639" y="3556222"/>
                  <a:pt x="8662639" y="3577803"/>
                </a:cubicBezTo>
                <a:cubicBezTo>
                  <a:pt x="8662639" y="3599384"/>
                  <a:pt x="8680134" y="3616879"/>
                  <a:pt x="8701715" y="3616879"/>
                </a:cubicBezTo>
                <a:close/>
                <a:moveTo>
                  <a:pt x="189516" y="4135616"/>
                </a:moveTo>
                <a:cubicBezTo>
                  <a:pt x="209950" y="4135616"/>
                  <a:pt x="227482" y="4123192"/>
                  <a:pt x="234971" y="4105486"/>
                </a:cubicBezTo>
                <a:lnTo>
                  <a:pt x="237148" y="4098474"/>
                </a:lnTo>
                <a:lnTo>
                  <a:pt x="241108" y="4101742"/>
                </a:lnTo>
                <a:cubicBezTo>
                  <a:pt x="248982" y="4107061"/>
                  <a:pt x="258473" y="4110167"/>
                  <a:pt x="268690" y="4110167"/>
                </a:cubicBezTo>
                <a:cubicBezTo>
                  <a:pt x="295935" y="4110167"/>
                  <a:pt x="318022" y="4088080"/>
                  <a:pt x="318022" y="4060835"/>
                </a:cubicBezTo>
                <a:cubicBezTo>
                  <a:pt x="318022" y="4057430"/>
                  <a:pt x="317676" y="4054104"/>
                  <a:pt x="317019" y="4050893"/>
                </a:cubicBezTo>
                <a:lnTo>
                  <a:pt x="314245" y="4041955"/>
                </a:lnTo>
                <a:lnTo>
                  <a:pt x="317702" y="4042303"/>
                </a:lnTo>
                <a:cubicBezTo>
                  <a:pt x="344947" y="4042303"/>
                  <a:pt x="367034" y="4020217"/>
                  <a:pt x="367034" y="3992972"/>
                </a:cubicBezTo>
                <a:cubicBezTo>
                  <a:pt x="367034" y="3979349"/>
                  <a:pt x="361512" y="3967016"/>
                  <a:pt x="352585" y="3958088"/>
                </a:cubicBezTo>
                <a:lnTo>
                  <a:pt x="345741" y="3952441"/>
                </a:lnTo>
                <a:lnTo>
                  <a:pt x="352585" y="3946795"/>
                </a:lnTo>
                <a:cubicBezTo>
                  <a:pt x="361512" y="3937867"/>
                  <a:pt x="367034" y="3925534"/>
                  <a:pt x="367034" y="3911912"/>
                </a:cubicBezTo>
                <a:cubicBezTo>
                  <a:pt x="367034" y="3884667"/>
                  <a:pt x="344947" y="3862580"/>
                  <a:pt x="317702" y="3862580"/>
                </a:cubicBezTo>
                <a:lnTo>
                  <a:pt x="314245" y="3862929"/>
                </a:lnTo>
                <a:lnTo>
                  <a:pt x="317019" y="3853990"/>
                </a:lnTo>
                <a:cubicBezTo>
                  <a:pt x="317676" y="3850779"/>
                  <a:pt x="318022" y="3847454"/>
                  <a:pt x="318022" y="3844048"/>
                </a:cubicBezTo>
                <a:cubicBezTo>
                  <a:pt x="318022" y="3816803"/>
                  <a:pt x="295935" y="3794716"/>
                  <a:pt x="268690" y="3794716"/>
                </a:cubicBezTo>
                <a:cubicBezTo>
                  <a:pt x="258473" y="3794716"/>
                  <a:pt x="248982" y="3797822"/>
                  <a:pt x="241108" y="3803142"/>
                </a:cubicBezTo>
                <a:lnTo>
                  <a:pt x="237148" y="3806409"/>
                </a:lnTo>
                <a:lnTo>
                  <a:pt x="234971" y="3799397"/>
                </a:lnTo>
                <a:cubicBezTo>
                  <a:pt x="227482" y="3781691"/>
                  <a:pt x="209950" y="3769267"/>
                  <a:pt x="189516" y="3769267"/>
                </a:cubicBezTo>
                <a:cubicBezTo>
                  <a:pt x="169082" y="3769267"/>
                  <a:pt x="151550" y="3781691"/>
                  <a:pt x="144061" y="3799397"/>
                </a:cubicBezTo>
                <a:lnTo>
                  <a:pt x="142081" y="3805777"/>
                </a:lnTo>
                <a:lnTo>
                  <a:pt x="138887" y="3803142"/>
                </a:lnTo>
                <a:cubicBezTo>
                  <a:pt x="131013" y="3797822"/>
                  <a:pt x="121522" y="3794716"/>
                  <a:pt x="111305" y="3794716"/>
                </a:cubicBezTo>
                <a:cubicBezTo>
                  <a:pt x="84060" y="3794716"/>
                  <a:pt x="61973" y="3816803"/>
                  <a:pt x="61973" y="3844048"/>
                </a:cubicBezTo>
                <a:cubicBezTo>
                  <a:pt x="61973" y="3849157"/>
                  <a:pt x="62750" y="3854084"/>
                  <a:pt x="64191" y="3858718"/>
                </a:cubicBezTo>
                <a:lnTo>
                  <a:pt x="66239" y="3862978"/>
                </a:lnTo>
                <a:lnTo>
                  <a:pt x="62293" y="3862580"/>
                </a:lnTo>
                <a:cubicBezTo>
                  <a:pt x="35048" y="3862580"/>
                  <a:pt x="12961" y="3884666"/>
                  <a:pt x="12961" y="3911912"/>
                </a:cubicBezTo>
                <a:cubicBezTo>
                  <a:pt x="12961" y="3925534"/>
                  <a:pt x="18483" y="3937867"/>
                  <a:pt x="27410" y="3946795"/>
                </a:cubicBezTo>
                <a:lnTo>
                  <a:pt x="34254" y="3952441"/>
                </a:lnTo>
                <a:lnTo>
                  <a:pt x="27410" y="3958088"/>
                </a:lnTo>
                <a:cubicBezTo>
                  <a:pt x="18483" y="3967016"/>
                  <a:pt x="12961" y="3979348"/>
                  <a:pt x="12961" y="3992971"/>
                </a:cubicBezTo>
                <a:cubicBezTo>
                  <a:pt x="12961" y="4020217"/>
                  <a:pt x="35048" y="4042303"/>
                  <a:pt x="62293" y="4042303"/>
                </a:cubicBezTo>
                <a:lnTo>
                  <a:pt x="65750" y="4041955"/>
                </a:lnTo>
                <a:lnTo>
                  <a:pt x="62976" y="4050893"/>
                </a:lnTo>
                <a:cubicBezTo>
                  <a:pt x="62318" y="4054104"/>
                  <a:pt x="61973" y="4057430"/>
                  <a:pt x="61973" y="4060835"/>
                </a:cubicBezTo>
                <a:cubicBezTo>
                  <a:pt x="61973" y="4088080"/>
                  <a:pt x="84060" y="4110167"/>
                  <a:pt x="111305" y="4110167"/>
                </a:cubicBezTo>
                <a:cubicBezTo>
                  <a:pt x="121522" y="4110167"/>
                  <a:pt x="131013" y="4107061"/>
                  <a:pt x="138887" y="4101742"/>
                </a:cubicBezTo>
                <a:lnTo>
                  <a:pt x="142081" y="4099107"/>
                </a:lnTo>
                <a:lnTo>
                  <a:pt x="144061" y="4105486"/>
                </a:lnTo>
                <a:cubicBezTo>
                  <a:pt x="151550" y="4123192"/>
                  <a:pt x="169082" y="4135616"/>
                  <a:pt x="189516" y="4135616"/>
                </a:cubicBezTo>
                <a:close/>
                <a:moveTo>
                  <a:pt x="8697248" y="4135617"/>
                </a:moveTo>
                <a:cubicBezTo>
                  <a:pt x="8717682" y="4135617"/>
                  <a:pt x="8735214" y="4123193"/>
                  <a:pt x="8742703" y="4105487"/>
                </a:cubicBezTo>
                <a:lnTo>
                  <a:pt x="8744879" y="4098475"/>
                </a:lnTo>
                <a:lnTo>
                  <a:pt x="8748840" y="4101743"/>
                </a:lnTo>
                <a:cubicBezTo>
                  <a:pt x="8756713" y="4107062"/>
                  <a:pt x="8766204" y="4110168"/>
                  <a:pt x="8776421" y="4110168"/>
                </a:cubicBezTo>
                <a:cubicBezTo>
                  <a:pt x="8803667" y="4110168"/>
                  <a:pt x="8825753" y="4088081"/>
                  <a:pt x="8825753" y="4060836"/>
                </a:cubicBezTo>
                <a:cubicBezTo>
                  <a:pt x="8825753" y="4057430"/>
                  <a:pt x="8825408" y="4054105"/>
                  <a:pt x="8824751" y="4050894"/>
                </a:cubicBezTo>
                <a:lnTo>
                  <a:pt x="8821976" y="4041956"/>
                </a:lnTo>
                <a:lnTo>
                  <a:pt x="8825434" y="4042305"/>
                </a:lnTo>
                <a:cubicBezTo>
                  <a:pt x="8852679" y="4042305"/>
                  <a:pt x="8874765" y="4020218"/>
                  <a:pt x="8874765" y="3992973"/>
                </a:cubicBezTo>
                <a:cubicBezTo>
                  <a:pt x="8874765" y="3979350"/>
                  <a:pt x="8869244" y="3967017"/>
                  <a:pt x="8860317" y="3958090"/>
                </a:cubicBezTo>
                <a:lnTo>
                  <a:pt x="8853473" y="3952443"/>
                </a:lnTo>
                <a:lnTo>
                  <a:pt x="8860317" y="3946796"/>
                </a:lnTo>
                <a:cubicBezTo>
                  <a:pt x="8869244" y="3937868"/>
                  <a:pt x="8874765" y="3925535"/>
                  <a:pt x="8874765" y="3911913"/>
                </a:cubicBezTo>
                <a:cubicBezTo>
                  <a:pt x="8874765" y="3884668"/>
                  <a:pt x="8852679" y="3862581"/>
                  <a:pt x="8825434" y="3862581"/>
                </a:cubicBezTo>
                <a:lnTo>
                  <a:pt x="8821976" y="3862929"/>
                </a:lnTo>
                <a:lnTo>
                  <a:pt x="8824751" y="3853991"/>
                </a:lnTo>
                <a:cubicBezTo>
                  <a:pt x="8825408" y="3850780"/>
                  <a:pt x="8825753" y="3847455"/>
                  <a:pt x="8825753" y="3844049"/>
                </a:cubicBezTo>
                <a:cubicBezTo>
                  <a:pt x="8825753" y="3816804"/>
                  <a:pt x="8803667" y="3794717"/>
                  <a:pt x="8776421" y="3794717"/>
                </a:cubicBezTo>
                <a:cubicBezTo>
                  <a:pt x="8766204" y="3794717"/>
                  <a:pt x="8756713" y="3797824"/>
                  <a:pt x="8748840" y="3803142"/>
                </a:cubicBezTo>
                <a:lnTo>
                  <a:pt x="8744879" y="3806410"/>
                </a:lnTo>
                <a:lnTo>
                  <a:pt x="8742703" y="3799398"/>
                </a:lnTo>
                <a:cubicBezTo>
                  <a:pt x="8735214" y="3781692"/>
                  <a:pt x="8717682" y="3769268"/>
                  <a:pt x="8697248" y="3769268"/>
                </a:cubicBezTo>
                <a:cubicBezTo>
                  <a:pt x="8676814" y="3769268"/>
                  <a:pt x="8659282" y="3781692"/>
                  <a:pt x="8651793" y="3799398"/>
                </a:cubicBezTo>
                <a:lnTo>
                  <a:pt x="8649812" y="3805778"/>
                </a:lnTo>
                <a:lnTo>
                  <a:pt x="8646618" y="3803142"/>
                </a:lnTo>
                <a:cubicBezTo>
                  <a:pt x="8638745" y="3797824"/>
                  <a:pt x="8629253" y="3794717"/>
                  <a:pt x="8619037" y="3794717"/>
                </a:cubicBezTo>
                <a:cubicBezTo>
                  <a:pt x="8591791" y="3794717"/>
                  <a:pt x="8569705" y="3816804"/>
                  <a:pt x="8569705" y="3844049"/>
                </a:cubicBezTo>
                <a:cubicBezTo>
                  <a:pt x="8569705" y="3849158"/>
                  <a:pt x="8570481" y="3854085"/>
                  <a:pt x="8571923" y="3858719"/>
                </a:cubicBezTo>
                <a:lnTo>
                  <a:pt x="8573970" y="3862978"/>
                </a:lnTo>
                <a:lnTo>
                  <a:pt x="8570024" y="3862581"/>
                </a:lnTo>
                <a:cubicBezTo>
                  <a:pt x="8542779" y="3862581"/>
                  <a:pt x="8520693" y="3884668"/>
                  <a:pt x="8520693" y="3911913"/>
                </a:cubicBezTo>
                <a:cubicBezTo>
                  <a:pt x="8520693" y="3925535"/>
                  <a:pt x="8526214" y="3937868"/>
                  <a:pt x="8535141" y="3946796"/>
                </a:cubicBezTo>
                <a:lnTo>
                  <a:pt x="8541985" y="3952442"/>
                </a:lnTo>
                <a:lnTo>
                  <a:pt x="8535141" y="3958089"/>
                </a:lnTo>
                <a:cubicBezTo>
                  <a:pt x="8526214" y="3967017"/>
                  <a:pt x="8520693" y="3979350"/>
                  <a:pt x="8520693" y="3992972"/>
                </a:cubicBezTo>
                <a:cubicBezTo>
                  <a:pt x="8520693" y="4020218"/>
                  <a:pt x="8542779" y="4042304"/>
                  <a:pt x="8570024" y="4042304"/>
                </a:cubicBezTo>
                <a:lnTo>
                  <a:pt x="8573482" y="4041956"/>
                </a:lnTo>
                <a:lnTo>
                  <a:pt x="8570707" y="4050894"/>
                </a:lnTo>
                <a:cubicBezTo>
                  <a:pt x="8570050" y="4054105"/>
                  <a:pt x="8569705" y="4057430"/>
                  <a:pt x="8569705" y="4060836"/>
                </a:cubicBezTo>
                <a:cubicBezTo>
                  <a:pt x="8569705" y="4088081"/>
                  <a:pt x="8591791" y="4110168"/>
                  <a:pt x="8619037" y="4110168"/>
                </a:cubicBezTo>
                <a:cubicBezTo>
                  <a:pt x="8629253" y="4110168"/>
                  <a:pt x="8638745" y="4107062"/>
                  <a:pt x="8646618" y="4101743"/>
                </a:cubicBezTo>
                <a:lnTo>
                  <a:pt x="8649812" y="4099108"/>
                </a:lnTo>
                <a:lnTo>
                  <a:pt x="8651793" y="4105487"/>
                </a:lnTo>
                <a:cubicBezTo>
                  <a:pt x="8659282" y="4123193"/>
                  <a:pt x="8676814" y="4135617"/>
                  <a:pt x="8697248" y="4135617"/>
                </a:cubicBezTo>
                <a:close/>
                <a:moveTo>
                  <a:pt x="193984" y="4366159"/>
                </a:moveTo>
                <a:cubicBezTo>
                  <a:pt x="215565" y="4366159"/>
                  <a:pt x="233060" y="4348664"/>
                  <a:pt x="233060" y="4327083"/>
                </a:cubicBezTo>
                <a:cubicBezTo>
                  <a:pt x="233060" y="4305502"/>
                  <a:pt x="215565" y="4288007"/>
                  <a:pt x="193984" y="4288007"/>
                </a:cubicBezTo>
                <a:cubicBezTo>
                  <a:pt x="172403" y="4288007"/>
                  <a:pt x="154908" y="4305502"/>
                  <a:pt x="154908" y="4327083"/>
                </a:cubicBezTo>
                <a:cubicBezTo>
                  <a:pt x="154908" y="4348664"/>
                  <a:pt x="172403" y="4366159"/>
                  <a:pt x="193984" y="4366159"/>
                </a:cubicBezTo>
                <a:close/>
                <a:moveTo>
                  <a:pt x="8701715" y="4366159"/>
                </a:moveTo>
                <a:cubicBezTo>
                  <a:pt x="8723296" y="4366159"/>
                  <a:pt x="8740791" y="4348664"/>
                  <a:pt x="8740791" y="4327083"/>
                </a:cubicBezTo>
                <a:cubicBezTo>
                  <a:pt x="8740791" y="4305502"/>
                  <a:pt x="8723296" y="4288007"/>
                  <a:pt x="8701715" y="4288007"/>
                </a:cubicBezTo>
                <a:cubicBezTo>
                  <a:pt x="8680134" y="4288007"/>
                  <a:pt x="8662639" y="4305502"/>
                  <a:pt x="8662639" y="4327083"/>
                </a:cubicBezTo>
                <a:cubicBezTo>
                  <a:pt x="8662639" y="4348664"/>
                  <a:pt x="8680134" y="4366159"/>
                  <a:pt x="8701715" y="4366159"/>
                </a:cubicBezTo>
                <a:close/>
                <a:moveTo>
                  <a:pt x="8339566" y="4759756"/>
                </a:moveTo>
                <a:cubicBezTo>
                  <a:pt x="8361147" y="4759756"/>
                  <a:pt x="8378642" y="4742261"/>
                  <a:pt x="8378642" y="4720680"/>
                </a:cubicBezTo>
                <a:cubicBezTo>
                  <a:pt x="8378642" y="4699099"/>
                  <a:pt x="8361147" y="4681604"/>
                  <a:pt x="8339566" y="4681604"/>
                </a:cubicBezTo>
                <a:cubicBezTo>
                  <a:pt x="8317985" y="4681604"/>
                  <a:pt x="8300490" y="4699099"/>
                  <a:pt x="8300490" y="4720680"/>
                </a:cubicBezTo>
                <a:cubicBezTo>
                  <a:pt x="8300490" y="4742261"/>
                  <a:pt x="8317985" y="4759756"/>
                  <a:pt x="8339566" y="4759756"/>
                </a:cubicBezTo>
                <a:close/>
                <a:moveTo>
                  <a:pt x="7630314" y="4759756"/>
                </a:moveTo>
                <a:cubicBezTo>
                  <a:pt x="7651895" y="4759756"/>
                  <a:pt x="7669390" y="4742261"/>
                  <a:pt x="7669390" y="4720680"/>
                </a:cubicBezTo>
                <a:cubicBezTo>
                  <a:pt x="7669390" y="4699099"/>
                  <a:pt x="7651895" y="4681604"/>
                  <a:pt x="7630314" y="4681604"/>
                </a:cubicBezTo>
                <a:cubicBezTo>
                  <a:pt x="7608733" y="4681604"/>
                  <a:pt x="7591238" y="4699099"/>
                  <a:pt x="7591238" y="4720680"/>
                </a:cubicBezTo>
                <a:cubicBezTo>
                  <a:pt x="7591238" y="4742261"/>
                  <a:pt x="7608733" y="4759756"/>
                  <a:pt x="7630314" y="4759756"/>
                </a:cubicBezTo>
                <a:close/>
                <a:moveTo>
                  <a:pt x="6921062" y="4759756"/>
                </a:moveTo>
                <a:cubicBezTo>
                  <a:pt x="6942643" y="4759756"/>
                  <a:pt x="6960138" y="4742261"/>
                  <a:pt x="6960138" y="4720680"/>
                </a:cubicBezTo>
                <a:cubicBezTo>
                  <a:pt x="6960138" y="4699099"/>
                  <a:pt x="6942643" y="4681604"/>
                  <a:pt x="6921062" y="4681604"/>
                </a:cubicBezTo>
                <a:cubicBezTo>
                  <a:pt x="6899481" y="4681604"/>
                  <a:pt x="6881986" y="4699099"/>
                  <a:pt x="6881986" y="4720680"/>
                </a:cubicBezTo>
                <a:cubicBezTo>
                  <a:pt x="6881986" y="4742261"/>
                  <a:pt x="6899481" y="4759756"/>
                  <a:pt x="6921062" y="4759756"/>
                </a:cubicBezTo>
                <a:close/>
                <a:moveTo>
                  <a:pt x="6211810" y="4759756"/>
                </a:moveTo>
                <a:cubicBezTo>
                  <a:pt x="6233391" y="4759756"/>
                  <a:pt x="6250886" y="4742261"/>
                  <a:pt x="6250886" y="4720680"/>
                </a:cubicBezTo>
                <a:cubicBezTo>
                  <a:pt x="6250886" y="4699099"/>
                  <a:pt x="6233391" y="4681604"/>
                  <a:pt x="6211810" y="4681604"/>
                </a:cubicBezTo>
                <a:cubicBezTo>
                  <a:pt x="6190229" y="4681604"/>
                  <a:pt x="6172734" y="4699099"/>
                  <a:pt x="6172734" y="4720680"/>
                </a:cubicBezTo>
                <a:cubicBezTo>
                  <a:pt x="6172734" y="4742261"/>
                  <a:pt x="6190229" y="4759756"/>
                  <a:pt x="6211810" y="4759756"/>
                </a:cubicBezTo>
                <a:close/>
                <a:moveTo>
                  <a:pt x="5502558" y="4759756"/>
                </a:moveTo>
                <a:cubicBezTo>
                  <a:pt x="5524139" y="4759756"/>
                  <a:pt x="5541634" y="4742261"/>
                  <a:pt x="5541634" y="4720680"/>
                </a:cubicBezTo>
                <a:cubicBezTo>
                  <a:pt x="5541634" y="4699099"/>
                  <a:pt x="5524139" y="4681604"/>
                  <a:pt x="5502558" y="4681604"/>
                </a:cubicBezTo>
                <a:cubicBezTo>
                  <a:pt x="5480977" y="4681604"/>
                  <a:pt x="5463482" y="4699099"/>
                  <a:pt x="5463482" y="4720680"/>
                </a:cubicBezTo>
                <a:cubicBezTo>
                  <a:pt x="5463482" y="4742261"/>
                  <a:pt x="5480977" y="4759756"/>
                  <a:pt x="5502558" y="4759756"/>
                </a:cubicBezTo>
                <a:close/>
                <a:moveTo>
                  <a:pt x="4793306" y="4759756"/>
                </a:moveTo>
                <a:cubicBezTo>
                  <a:pt x="4814887" y="4759756"/>
                  <a:pt x="4832382" y="4742261"/>
                  <a:pt x="4832382" y="4720680"/>
                </a:cubicBezTo>
                <a:cubicBezTo>
                  <a:pt x="4832382" y="4699099"/>
                  <a:pt x="4814887" y="4681604"/>
                  <a:pt x="4793306" y="4681604"/>
                </a:cubicBezTo>
                <a:cubicBezTo>
                  <a:pt x="4771725" y="4681604"/>
                  <a:pt x="4754230" y="4699099"/>
                  <a:pt x="4754230" y="4720680"/>
                </a:cubicBezTo>
                <a:cubicBezTo>
                  <a:pt x="4754230" y="4742261"/>
                  <a:pt x="4771725" y="4759756"/>
                  <a:pt x="4793306" y="4759756"/>
                </a:cubicBezTo>
                <a:close/>
                <a:moveTo>
                  <a:pt x="4084054" y="4759756"/>
                </a:moveTo>
                <a:cubicBezTo>
                  <a:pt x="4105635" y="4759756"/>
                  <a:pt x="4123130" y="4742261"/>
                  <a:pt x="4123130" y="4720680"/>
                </a:cubicBezTo>
                <a:cubicBezTo>
                  <a:pt x="4123130" y="4699099"/>
                  <a:pt x="4105635" y="4681604"/>
                  <a:pt x="4084054" y="4681604"/>
                </a:cubicBezTo>
                <a:cubicBezTo>
                  <a:pt x="4062473" y="4681604"/>
                  <a:pt x="4044986" y="4699099"/>
                  <a:pt x="4044986" y="4720680"/>
                </a:cubicBezTo>
                <a:cubicBezTo>
                  <a:pt x="4044986" y="4742261"/>
                  <a:pt x="4062473" y="4759756"/>
                  <a:pt x="4084054" y="4759756"/>
                </a:cubicBezTo>
                <a:close/>
                <a:moveTo>
                  <a:pt x="3374809" y="4759756"/>
                </a:moveTo>
                <a:cubicBezTo>
                  <a:pt x="3396390" y="4759756"/>
                  <a:pt x="3413885" y="4742261"/>
                  <a:pt x="3413885" y="4720680"/>
                </a:cubicBezTo>
                <a:cubicBezTo>
                  <a:pt x="3413885" y="4699099"/>
                  <a:pt x="3396390" y="4681604"/>
                  <a:pt x="3374809" y="4681604"/>
                </a:cubicBezTo>
                <a:cubicBezTo>
                  <a:pt x="3353228" y="4681604"/>
                  <a:pt x="3335733" y="4699099"/>
                  <a:pt x="3335733" y="4720680"/>
                </a:cubicBezTo>
                <a:cubicBezTo>
                  <a:pt x="3335733" y="4742261"/>
                  <a:pt x="3353228" y="4759756"/>
                  <a:pt x="3374809" y="4759756"/>
                </a:cubicBezTo>
                <a:close/>
                <a:moveTo>
                  <a:pt x="2665558" y="4759756"/>
                </a:moveTo>
                <a:cubicBezTo>
                  <a:pt x="2687139" y="4759756"/>
                  <a:pt x="2704634" y="4742261"/>
                  <a:pt x="2704634" y="4720680"/>
                </a:cubicBezTo>
                <a:cubicBezTo>
                  <a:pt x="2704634" y="4699099"/>
                  <a:pt x="2687139" y="4681604"/>
                  <a:pt x="2665558" y="4681604"/>
                </a:cubicBezTo>
                <a:cubicBezTo>
                  <a:pt x="2643976" y="4681604"/>
                  <a:pt x="2626481" y="4699099"/>
                  <a:pt x="2626481" y="4720680"/>
                </a:cubicBezTo>
                <a:cubicBezTo>
                  <a:pt x="2626481" y="4742261"/>
                  <a:pt x="2643976" y="4759756"/>
                  <a:pt x="2665558" y="4759756"/>
                </a:cubicBezTo>
                <a:close/>
                <a:moveTo>
                  <a:pt x="1956307" y="4759756"/>
                </a:moveTo>
                <a:cubicBezTo>
                  <a:pt x="1977888" y="4759756"/>
                  <a:pt x="1995382" y="4742261"/>
                  <a:pt x="1995382" y="4720680"/>
                </a:cubicBezTo>
                <a:cubicBezTo>
                  <a:pt x="1995382" y="4699099"/>
                  <a:pt x="1977888" y="4681604"/>
                  <a:pt x="1956307" y="4681604"/>
                </a:cubicBezTo>
                <a:cubicBezTo>
                  <a:pt x="1934725" y="4681604"/>
                  <a:pt x="1917231" y="4699099"/>
                  <a:pt x="1917231" y="4720680"/>
                </a:cubicBezTo>
                <a:cubicBezTo>
                  <a:pt x="1917231" y="4742261"/>
                  <a:pt x="1934725" y="4759756"/>
                  <a:pt x="1956307" y="4759756"/>
                </a:cubicBezTo>
                <a:close/>
                <a:moveTo>
                  <a:pt x="1247054" y="4759756"/>
                </a:moveTo>
                <a:cubicBezTo>
                  <a:pt x="1268635" y="4759756"/>
                  <a:pt x="1286131" y="4742261"/>
                  <a:pt x="1286131" y="4720680"/>
                </a:cubicBezTo>
                <a:cubicBezTo>
                  <a:pt x="1286131" y="4699099"/>
                  <a:pt x="1268635" y="4681604"/>
                  <a:pt x="1247054" y="4681604"/>
                </a:cubicBezTo>
                <a:cubicBezTo>
                  <a:pt x="1225473" y="4681604"/>
                  <a:pt x="1207978" y="4699099"/>
                  <a:pt x="1207978" y="4720680"/>
                </a:cubicBezTo>
                <a:cubicBezTo>
                  <a:pt x="1207978" y="4742261"/>
                  <a:pt x="1225473" y="4759756"/>
                  <a:pt x="1247054" y="4759756"/>
                </a:cubicBezTo>
                <a:close/>
                <a:moveTo>
                  <a:pt x="537801" y="4759756"/>
                </a:moveTo>
                <a:cubicBezTo>
                  <a:pt x="559382" y="4759756"/>
                  <a:pt x="576878" y="4742261"/>
                  <a:pt x="576878" y="4720680"/>
                </a:cubicBezTo>
                <a:cubicBezTo>
                  <a:pt x="576878" y="4699099"/>
                  <a:pt x="559382" y="4681604"/>
                  <a:pt x="537801" y="4681604"/>
                </a:cubicBezTo>
                <a:cubicBezTo>
                  <a:pt x="516221" y="4681604"/>
                  <a:pt x="498725" y="4699099"/>
                  <a:pt x="498725" y="4720680"/>
                </a:cubicBezTo>
                <a:cubicBezTo>
                  <a:pt x="498725" y="4742261"/>
                  <a:pt x="516221" y="4759756"/>
                  <a:pt x="537801" y="4759756"/>
                </a:cubicBezTo>
                <a:close/>
                <a:moveTo>
                  <a:pt x="8653655" y="4893730"/>
                </a:moveTo>
                <a:cubicBezTo>
                  <a:pt x="8667278" y="4893730"/>
                  <a:pt x="8679611" y="4888208"/>
                  <a:pt x="8688538" y="4879281"/>
                </a:cubicBezTo>
                <a:lnTo>
                  <a:pt x="8694185" y="4872437"/>
                </a:lnTo>
                <a:lnTo>
                  <a:pt x="8699832" y="4879281"/>
                </a:lnTo>
                <a:cubicBezTo>
                  <a:pt x="8708759" y="4888208"/>
                  <a:pt x="8721092" y="4893730"/>
                  <a:pt x="8734715" y="4893730"/>
                </a:cubicBezTo>
                <a:cubicBezTo>
                  <a:pt x="8761960" y="4893730"/>
                  <a:pt x="8784046" y="4871643"/>
                  <a:pt x="8784046" y="4844398"/>
                </a:cubicBezTo>
                <a:lnTo>
                  <a:pt x="8783698" y="4840941"/>
                </a:lnTo>
                <a:lnTo>
                  <a:pt x="8792636" y="4843715"/>
                </a:lnTo>
                <a:cubicBezTo>
                  <a:pt x="8795848" y="4844372"/>
                  <a:pt x="8799173" y="4844717"/>
                  <a:pt x="8802578" y="4844717"/>
                </a:cubicBezTo>
                <a:cubicBezTo>
                  <a:pt x="8829823" y="4844717"/>
                  <a:pt x="8851910" y="4822631"/>
                  <a:pt x="8851910" y="4795386"/>
                </a:cubicBezTo>
                <a:cubicBezTo>
                  <a:pt x="8851910" y="4785169"/>
                  <a:pt x="8848804" y="4775677"/>
                  <a:pt x="8843485" y="4767804"/>
                </a:cubicBezTo>
                <a:lnTo>
                  <a:pt x="8840217" y="4763844"/>
                </a:lnTo>
                <a:lnTo>
                  <a:pt x="8847229" y="4761667"/>
                </a:lnTo>
                <a:cubicBezTo>
                  <a:pt x="8864935" y="4754178"/>
                  <a:pt x="8877359" y="4736646"/>
                  <a:pt x="8877359" y="4716212"/>
                </a:cubicBezTo>
                <a:cubicBezTo>
                  <a:pt x="8877359" y="4695778"/>
                  <a:pt x="8864935" y="4678246"/>
                  <a:pt x="8847229" y="4670757"/>
                </a:cubicBezTo>
                <a:lnTo>
                  <a:pt x="8840850" y="4668777"/>
                </a:lnTo>
                <a:lnTo>
                  <a:pt x="8843485" y="4665583"/>
                </a:lnTo>
                <a:cubicBezTo>
                  <a:pt x="8848804" y="4657709"/>
                  <a:pt x="8851910" y="4648218"/>
                  <a:pt x="8851910" y="4638001"/>
                </a:cubicBezTo>
                <a:cubicBezTo>
                  <a:pt x="8851910" y="4610756"/>
                  <a:pt x="8829823" y="4588669"/>
                  <a:pt x="8802578" y="4588669"/>
                </a:cubicBezTo>
                <a:cubicBezTo>
                  <a:pt x="8797470" y="4588669"/>
                  <a:pt x="8792543" y="4589446"/>
                  <a:pt x="8787908" y="4590887"/>
                </a:cubicBezTo>
                <a:lnTo>
                  <a:pt x="8783649" y="4592935"/>
                </a:lnTo>
                <a:lnTo>
                  <a:pt x="8784047" y="4588989"/>
                </a:lnTo>
                <a:cubicBezTo>
                  <a:pt x="8784047" y="4561743"/>
                  <a:pt x="8761960" y="4539657"/>
                  <a:pt x="8734715" y="4539657"/>
                </a:cubicBezTo>
                <a:cubicBezTo>
                  <a:pt x="8721092" y="4539657"/>
                  <a:pt x="8708759" y="4545179"/>
                  <a:pt x="8699832" y="4554106"/>
                </a:cubicBezTo>
                <a:lnTo>
                  <a:pt x="8694185" y="4560950"/>
                </a:lnTo>
                <a:lnTo>
                  <a:pt x="8688538" y="4554106"/>
                </a:lnTo>
                <a:cubicBezTo>
                  <a:pt x="8679611" y="4545179"/>
                  <a:pt x="8667278" y="4539657"/>
                  <a:pt x="8653655" y="4539657"/>
                </a:cubicBezTo>
                <a:cubicBezTo>
                  <a:pt x="8626410" y="4539657"/>
                  <a:pt x="8604324" y="4561743"/>
                  <a:pt x="8604324" y="4588989"/>
                </a:cubicBezTo>
                <a:lnTo>
                  <a:pt x="8604672" y="4592446"/>
                </a:lnTo>
                <a:lnTo>
                  <a:pt x="8595734" y="4589671"/>
                </a:lnTo>
                <a:cubicBezTo>
                  <a:pt x="8592523" y="4589014"/>
                  <a:pt x="8589198" y="4588669"/>
                  <a:pt x="8585792" y="4588669"/>
                </a:cubicBezTo>
                <a:cubicBezTo>
                  <a:pt x="8558547" y="4588669"/>
                  <a:pt x="8536460" y="4610756"/>
                  <a:pt x="8536460" y="4638001"/>
                </a:cubicBezTo>
                <a:cubicBezTo>
                  <a:pt x="8536460" y="4648218"/>
                  <a:pt x="8539566" y="4657709"/>
                  <a:pt x="8544885" y="4665583"/>
                </a:cubicBezTo>
                <a:lnTo>
                  <a:pt x="8547520" y="4668777"/>
                </a:lnTo>
                <a:lnTo>
                  <a:pt x="8541141" y="4670757"/>
                </a:lnTo>
                <a:cubicBezTo>
                  <a:pt x="8523435" y="4678246"/>
                  <a:pt x="8511011" y="4695778"/>
                  <a:pt x="8511011" y="4716212"/>
                </a:cubicBezTo>
                <a:cubicBezTo>
                  <a:pt x="8511011" y="4736646"/>
                  <a:pt x="8523435" y="4754178"/>
                  <a:pt x="8541141" y="4761667"/>
                </a:cubicBezTo>
                <a:lnTo>
                  <a:pt x="8548153" y="4763844"/>
                </a:lnTo>
                <a:lnTo>
                  <a:pt x="8544885" y="4767804"/>
                </a:lnTo>
                <a:cubicBezTo>
                  <a:pt x="8539566" y="4775677"/>
                  <a:pt x="8536460" y="4785169"/>
                  <a:pt x="8536460" y="4795386"/>
                </a:cubicBezTo>
                <a:cubicBezTo>
                  <a:pt x="8536460" y="4822631"/>
                  <a:pt x="8558547" y="4844717"/>
                  <a:pt x="8585792" y="4844717"/>
                </a:cubicBezTo>
                <a:cubicBezTo>
                  <a:pt x="8589198" y="4844717"/>
                  <a:pt x="8592523" y="4844372"/>
                  <a:pt x="8595734" y="4843715"/>
                </a:cubicBezTo>
                <a:lnTo>
                  <a:pt x="8604672" y="4840941"/>
                </a:lnTo>
                <a:lnTo>
                  <a:pt x="8604323" y="4844398"/>
                </a:lnTo>
                <a:cubicBezTo>
                  <a:pt x="8604323" y="4871643"/>
                  <a:pt x="8626410" y="4893730"/>
                  <a:pt x="8653655" y="4893730"/>
                </a:cubicBezTo>
                <a:close/>
                <a:moveTo>
                  <a:pt x="7944411" y="4893730"/>
                </a:moveTo>
                <a:cubicBezTo>
                  <a:pt x="7958033" y="4893730"/>
                  <a:pt x="7970366" y="4888208"/>
                  <a:pt x="7979293" y="4879281"/>
                </a:cubicBezTo>
                <a:lnTo>
                  <a:pt x="7984940" y="4872437"/>
                </a:lnTo>
                <a:lnTo>
                  <a:pt x="7990587" y="4879281"/>
                </a:lnTo>
                <a:cubicBezTo>
                  <a:pt x="7999514" y="4888208"/>
                  <a:pt x="8011847" y="4893730"/>
                  <a:pt x="8025470" y="4893730"/>
                </a:cubicBezTo>
                <a:cubicBezTo>
                  <a:pt x="8052715" y="4893730"/>
                  <a:pt x="8074802" y="4871643"/>
                  <a:pt x="8074802" y="4844398"/>
                </a:cubicBezTo>
                <a:lnTo>
                  <a:pt x="8074453" y="4840941"/>
                </a:lnTo>
                <a:lnTo>
                  <a:pt x="8083391" y="4843715"/>
                </a:lnTo>
                <a:cubicBezTo>
                  <a:pt x="8086603" y="4844372"/>
                  <a:pt x="8089928" y="4844717"/>
                  <a:pt x="8093333" y="4844717"/>
                </a:cubicBezTo>
                <a:cubicBezTo>
                  <a:pt x="8120579" y="4844717"/>
                  <a:pt x="8142665" y="4822631"/>
                  <a:pt x="8142665" y="4795386"/>
                </a:cubicBezTo>
                <a:cubicBezTo>
                  <a:pt x="8142665" y="4785169"/>
                  <a:pt x="8139559" y="4775677"/>
                  <a:pt x="8134240" y="4767804"/>
                </a:cubicBezTo>
                <a:lnTo>
                  <a:pt x="8130973" y="4763844"/>
                </a:lnTo>
                <a:lnTo>
                  <a:pt x="8137985" y="4761667"/>
                </a:lnTo>
                <a:cubicBezTo>
                  <a:pt x="8155691" y="4754178"/>
                  <a:pt x="8168114" y="4736646"/>
                  <a:pt x="8168114" y="4716212"/>
                </a:cubicBezTo>
                <a:cubicBezTo>
                  <a:pt x="8168114" y="4695778"/>
                  <a:pt x="8155691" y="4678246"/>
                  <a:pt x="8137985" y="4670757"/>
                </a:cubicBezTo>
                <a:lnTo>
                  <a:pt x="8131605" y="4668777"/>
                </a:lnTo>
                <a:lnTo>
                  <a:pt x="8134240" y="4665583"/>
                </a:lnTo>
                <a:cubicBezTo>
                  <a:pt x="8139559" y="4657709"/>
                  <a:pt x="8142665" y="4648218"/>
                  <a:pt x="8142665" y="4638001"/>
                </a:cubicBezTo>
                <a:cubicBezTo>
                  <a:pt x="8142665" y="4610756"/>
                  <a:pt x="8120579" y="4588669"/>
                  <a:pt x="8093333" y="4588669"/>
                </a:cubicBezTo>
                <a:cubicBezTo>
                  <a:pt x="8088225" y="4588669"/>
                  <a:pt x="8083298" y="4589446"/>
                  <a:pt x="8078664" y="4590887"/>
                </a:cubicBezTo>
                <a:lnTo>
                  <a:pt x="8074404" y="4592935"/>
                </a:lnTo>
                <a:lnTo>
                  <a:pt x="8074802" y="4588989"/>
                </a:lnTo>
                <a:cubicBezTo>
                  <a:pt x="8074802" y="4561743"/>
                  <a:pt x="8052715" y="4539657"/>
                  <a:pt x="8025470" y="4539657"/>
                </a:cubicBezTo>
                <a:cubicBezTo>
                  <a:pt x="8011847" y="4539657"/>
                  <a:pt x="7999515" y="4545179"/>
                  <a:pt x="7990587" y="4554106"/>
                </a:cubicBezTo>
                <a:lnTo>
                  <a:pt x="7984940" y="4560950"/>
                </a:lnTo>
                <a:lnTo>
                  <a:pt x="7979294" y="4554106"/>
                </a:lnTo>
                <a:cubicBezTo>
                  <a:pt x="7970366" y="4545179"/>
                  <a:pt x="7958033" y="4539657"/>
                  <a:pt x="7944411" y="4539657"/>
                </a:cubicBezTo>
                <a:cubicBezTo>
                  <a:pt x="7917165" y="4539657"/>
                  <a:pt x="7895079" y="4561743"/>
                  <a:pt x="7895079" y="4588989"/>
                </a:cubicBezTo>
                <a:lnTo>
                  <a:pt x="7895427" y="4592446"/>
                </a:lnTo>
                <a:lnTo>
                  <a:pt x="7886489" y="4589671"/>
                </a:lnTo>
                <a:cubicBezTo>
                  <a:pt x="7883278" y="4589014"/>
                  <a:pt x="7879953" y="4588669"/>
                  <a:pt x="7876547" y="4588669"/>
                </a:cubicBezTo>
                <a:cubicBezTo>
                  <a:pt x="7849302" y="4588669"/>
                  <a:pt x="7827215" y="4610756"/>
                  <a:pt x="7827215" y="4638001"/>
                </a:cubicBezTo>
                <a:cubicBezTo>
                  <a:pt x="7827215" y="4648218"/>
                  <a:pt x="7830321" y="4657709"/>
                  <a:pt x="7835640" y="4665583"/>
                </a:cubicBezTo>
                <a:lnTo>
                  <a:pt x="7838276" y="4668777"/>
                </a:lnTo>
                <a:lnTo>
                  <a:pt x="7831896" y="4670757"/>
                </a:lnTo>
                <a:cubicBezTo>
                  <a:pt x="7814190" y="4678246"/>
                  <a:pt x="7801766" y="4695778"/>
                  <a:pt x="7801766" y="4716212"/>
                </a:cubicBezTo>
                <a:cubicBezTo>
                  <a:pt x="7801766" y="4736646"/>
                  <a:pt x="7814190" y="4754178"/>
                  <a:pt x="7831896" y="4761667"/>
                </a:cubicBezTo>
                <a:lnTo>
                  <a:pt x="7838908" y="4763844"/>
                </a:lnTo>
                <a:lnTo>
                  <a:pt x="7835640" y="4767804"/>
                </a:lnTo>
                <a:cubicBezTo>
                  <a:pt x="7830321" y="4775677"/>
                  <a:pt x="7827215" y="4785169"/>
                  <a:pt x="7827215" y="4795386"/>
                </a:cubicBezTo>
                <a:cubicBezTo>
                  <a:pt x="7827215" y="4822631"/>
                  <a:pt x="7849302" y="4844717"/>
                  <a:pt x="7876547" y="4844717"/>
                </a:cubicBezTo>
                <a:cubicBezTo>
                  <a:pt x="7879953" y="4844717"/>
                  <a:pt x="7883278" y="4844372"/>
                  <a:pt x="7886489" y="4843715"/>
                </a:cubicBezTo>
                <a:lnTo>
                  <a:pt x="7895427" y="4840941"/>
                </a:lnTo>
                <a:lnTo>
                  <a:pt x="7895079" y="4844398"/>
                </a:lnTo>
                <a:cubicBezTo>
                  <a:pt x="7895079" y="4871643"/>
                  <a:pt x="7917165" y="4893730"/>
                  <a:pt x="7944411" y="4893730"/>
                </a:cubicBezTo>
                <a:close/>
                <a:moveTo>
                  <a:pt x="7235159" y="4893730"/>
                </a:moveTo>
                <a:cubicBezTo>
                  <a:pt x="7248781" y="4893730"/>
                  <a:pt x="7261114" y="4888208"/>
                  <a:pt x="7270041" y="4879281"/>
                </a:cubicBezTo>
                <a:lnTo>
                  <a:pt x="7275688" y="4872437"/>
                </a:lnTo>
                <a:lnTo>
                  <a:pt x="7281335" y="4879281"/>
                </a:lnTo>
                <a:cubicBezTo>
                  <a:pt x="7290262" y="4888208"/>
                  <a:pt x="7302595" y="4893730"/>
                  <a:pt x="7316218" y="4893730"/>
                </a:cubicBezTo>
                <a:cubicBezTo>
                  <a:pt x="7343463" y="4893730"/>
                  <a:pt x="7365550" y="4871643"/>
                  <a:pt x="7365550" y="4844398"/>
                </a:cubicBezTo>
                <a:lnTo>
                  <a:pt x="7365201" y="4840941"/>
                </a:lnTo>
                <a:lnTo>
                  <a:pt x="7374139" y="4843715"/>
                </a:lnTo>
                <a:cubicBezTo>
                  <a:pt x="7377351" y="4844372"/>
                  <a:pt x="7380676" y="4844717"/>
                  <a:pt x="7384081" y="4844717"/>
                </a:cubicBezTo>
                <a:cubicBezTo>
                  <a:pt x="7411327" y="4844717"/>
                  <a:pt x="7433413" y="4822631"/>
                  <a:pt x="7433413" y="4795386"/>
                </a:cubicBezTo>
                <a:cubicBezTo>
                  <a:pt x="7433413" y="4785169"/>
                  <a:pt x="7430307" y="4775677"/>
                  <a:pt x="7424988" y="4767804"/>
                </a:cubicBezTo>
                <a:lnTo>
                  <a:pt x="7421721" y="4763844"/>
                </a:lnTo>
                <a:lnTo>
                  <a:pt x="7428733" y="4761667"/>
                </a:lnTo>
                <a:cubicBezTo>
                  <a:pt x="7446439" y="4754178"/>
                  <a:pt x="7458862" y="4736646"/>
                  <a:pt x="7458862" y="4716212"/>
                </a:cubicBezTo>
                <a:cubicBezTo>
                  <a:pt x="7458862" y="4695778"/>
                  <a:pt x="7446439" y="4678246"/>
                  <a:pt x="7428733" y="4670757"/>
                </a:cubicBezTo>
                <a:lnTo>
                  <a:pt x="7422353" y="4668777"/>
                </a:lnTo>
                <a:lnTo>
                  <a:pt x="7424988" y="4665583"/>
                </a:lnTo>
                <a:cubicBezTo>
                  <a:pt x="7430307" y="4657709"/>
                  <a:pt x="7433413" y="4648218"/>
                  <a:pt x="7433413" y="4638001"/>
                </a:cubicBezTo>
                <a:cubicBezTo>
                  <a:pt x="7433413" y="4610756"/>
                  <a:pt x="7411327" y="4588669"/>
                  <a:pt x="7384081" y="4588669"/>
                </a:cubicBezTo>
                <a:cubicBezTo>
                  <a:pt x="7378973" y="4588669"/>
                  <a:pt x="7374046" y="4589446"/>
                  <a:pt x="7369412" y="4590887"/>
                </a:cubicBezTo>
                <a:lnTo>
                  <a:pt x="7365152" y="4592935"/>
                </a:lnTo>
                <a:lnTo>
                  <a:pt x="7365550" y="4588989"/>
                </a:lnTo>
                <a:cubicBezTo>
                  <a:pt x="7365550" y="4561743"/>
                  <a:pt x="7343463" y="4539657"/>
                  <a:pt x="7316218" y="4539657"/>
                </a:cubicBezTo>
                <a:cubicBezTo>
                  <a:pt x="7302595" y="4539657"/>
                  <a:pt x="7290263" y="4545179"/>
                  <a:pt x="7281335" y="4554106"/>
                </a:cubicBezTo>
                <a:lnTo>
                  <a:pt x="7275688" y="4560950"/>
                </a:lnTo>
                <a:lnTo>
                  <a:pt x="7270042" y="4554106"/>
                </a:lnTo>
                <a:cubicBezTo>
                  <a:pt x="7261114" y="4545179"/>
                  <a:pt x="7248781" y="4539657"/>
                  <a:pt x="7235159" y="4539657"/>
                </a:cubicBezTo>
                <a:cubicBezTo>
                  <a:pt x="7207913" y="4539657"/>
                  <a:pt x="7185827" y="4561743"/>
                  <a:pt x="7185827" y="4588989"/>
                </a:cubicBezTo>
                <a:lnTo>
                  <a:pt x="7186175" y="4592446"/>
                </a:lnTo>
                <a:lnTo>
                  <a:pt x="7177237" y="4589671"/>
                </a:lnTo>
                <a:cubicBezTo>
                  <a:pt x="7174026" y="4589014"/>
                  <a:pt x="7170701" y="4588669"/>
                  <a:pt x="7167295" y="4588669"/>
                </a:cubicBezTo>
                <a:cubicBezTo>
                  <a:pt x="7140050" y="4588669"/>
                  <a:pt x="7117963" y="4610756"/>
                  <a:pt x="7117963" y="4638001"/>
                </a:cubicBezTo>
                <a:cubicBezTo>
                  <a:pt x="7117963" y="4648218"/>
                  <a:pt x="7121069" y="4657709"/>
                  <a:pt x="7126388" y="4665583"/>
                </a:cubicBezTo>
                <a:lnTo>
                  <a:pt x="7129024" y="4668777"/>
                </a:lnTo>
                <a:lnTo>
                  <a:pt x="7122644" y="4670757"/>
                </a:lnTo>
                <a:cubicBezTo>
                  <a:pt x="7104938" y="4678246"/>
                  <a:pt x="7092514" y="4695778"/>
                  <a:pt x="7092514" y="4716212"/>
                </a:cubicBezTo>
                <a:cubicBezTo>
                  <a:pt x="7092514" y="4736646"/>
                  <a:pt x="7104938" y="4754178"/>
                  <a:pt x="7122644" y="4761667"/>
                </a:cubicBezTo>
                <a:lnTo>
                  <a:pt x="7129656" y="4763844"/>
                </a:lnTo>
                <a:lnTo>
                  <a:pt x="7126388" y="4767804"/>
                </a:lnTo>
                <a:cubicBezTo>
                  <a:pt x="7121069" y="4775677"/>
                  <a:pt x="7117963" y="4785169"/>
                  <a:pt x="7117963" y="4795386"/>
                </a:cubicBezTo>
                <a:cubicBezTo>
                  <a:pt x="7117963" y="4822631"/>
                  <a:pt x="7140050" y="4844717"/>
                  <a:pt x="7167295" y="4844717"/>
                </a:cubicBezTo>
                <a:cubicBezTo>
                  <a:pt x="7170701" y="4844717"/>
                  <a:pt x="7174026" y="4844372"/>
                  <a:pt x="7177237" y="4843715"/>
                </a:cubicBezTo>
                <a:lnTo>
                  <a:pt x="7186175" y="4840941"/>
                </a:lnTo>
                <a:lnTo>
                  <a:pt x="7185827" y="4844398"/>
                </a:lnTo>
                <a:cubicBezTo>
                  <a:pt x="7185827" y="4871643"/>
                  <a:pt x="7207913" y="4893730"/>
                  <a:pt x="7235159" y="4893730"/>
                </a:cubicBezTo>
                <a:close/>
                <a:moveTo>
                  <a:pt x="6525907" y="4893730"/>
                </a:moveTo>
                <a:cubicBezTo>
                  <a:pt x="6539529" y="4893730"/>
                  <a:pt x="6551862" y="4888208"/>
                  <a:pt x="6560789" y="4879281"/>
                </a:cubicBezTo>
                <a:lnTo>
                  <a:pt x="6566436" y="4872437"/>
                </a:lnTo>
                <a:lnTo>
                  <a:pt x="6572083" y="4879281"/>
                </a:lnTo>
                <a:cubicBezTo>
                  <a:pt x="6581010" y="4888208"/>
                  <a:pt x="6593343" y="4893730"/>
                  <a:pt x="6606966" y="4893730"/>
                </a:cubicBezTo>
                <a:cubicBezTo>
                  <a:pt x="6634211" y="4893730"/>
                  <a:pt x="6656298" y="4871643"/>
                  <a:pt x="6656298" y="4844398"/>
                </a:cubicBezTo>
                <a:lnTo>
                  <a:pt x="6655949" y="4840941"/>
                </a:lnTo>
                <a:lnTo>
                  <a:pt x="6664887" y="4843715"/>
                </a:lnTo>
                <a:cubicBezTo>
                  <a:pt x="6668099" y="4844372"/>
                  <a:pt x="6671424" y="4844717"/>
                  <a:pt x="6674829" y="4844717"/>
                </a:cubicBezTo>
                <a:cubicBezTo>
                  <a:pt x="6702075" y="4844717"/>
                  <a:pt x="6724161" y="4822631"/>
                  <a:pt x="6724161" y="4795386"/>
                </a:cubicBezTo>
                <a:cubicBezTo>
                  <a:pt x="6724161" y="4785169"/>
                  <a:pt x="6721055" y="4775677"/>
                  <a:pt x="6715736" y="4767804"/>
                </a:cubicBezTo>
                <a:lnTo>
                  <a:pt x="6712469" y="4763844"/>
                </a:lnTo>
                <a:lnTo>
                  <a:pt x="6719481" y="4761667"/>
                </a:lnTo>
                <a:cubicBezTo>
                  <a:pt x="6737187" y="4754178"/>
                  <a:pt x="6749610" y="4736646"/>
                  <a:pt x="6749610" y="4716212"/>
                </a:cubicBezTo>
                <a:cubicBezTo>
                  <a:pt x="6749610" y="4695778"/>
                  <a:pt x="6737187" y="4678246"/>
                  <a:pt x="6719481" y="4670757"/>
                </a:cubicBezTo>
                <a:lnTo>
                  <a:pt x="6713101" y="4668777"/>
                </a:lnTo>
                <a:lnTo>
                  <a:pt x="6715736" y="4665583"/>
                </a:lnTo>
                <a:cubicBezTo>
                  <a:pt x="6721055" y="4657709"/>
                  <a:pt x="6724161" y="4648218"/>
                  <a:pt x="6724161" y="4638001"/>
                </a:cubicBezTo>
                <a:cubicBezTo>
                  <a:pt x="6724161" y="4610756"/>
                  <a:pt x="6702075" y="4588669"/>
                  <a:pt x="6674829" y="4588669"/>
                </a:cubicBezTo>
                <a:cubicBezTo>
                  <a:pt x="6669721" y="4588669"/>
                  <a:pt x="6664794" y="4589446"/>
                  <a:pt x="6660160" y="4590887"/>
                </a:cubicBezTo>
                <a:lnTo>
                  <a:pt x="6655900" y="4592935"/>
                </a:lnTo>
                <a:lnTo>
                  <a:pt x="6656298" y="4588989"/>
                </a:lnTo>
                <a:cubicBezTo>
                  <a:pt x="6656298" y="4561743"/>
                  <a:pt x="6634211" y="4539657"/>
                  <a:pt x="6606966" y="4539657"/>
                </a:cubicBezTo>
                <a:cubicBezTo>
                  <a:pt x="6593343" y="4539657"/>
                  <a:pt x="6581011" y="4545179"/>
                  <a:pt x="6572083" y="4554106"/>
                </a:cubicBezTo>
                <a:lnTo>
                  <a:pt x="6566436" y="4560950"/>
                </a:lnTo>
                <a:lnTo>
                  <a:pt x="6560790" y="4554106"/>
                </a:lnTo>
                <a:cubicBezTo>
                  <a:pt x="6551862" y="4545179"/>
                  <a:pt x="6539529" y="4539657"/>
                  <a:pt x="6525907" y="4539657"/>
                </a:cubicBezTo>
                <a:cubicBezTo>
                  <a:pt x="6498661" y="4539657"/>
                  <a:pt x="6476575" y="4561743"/>
                  <a:pt x="6476575" y="4588989"/>
                </a:cubicBezTo>
                <a:lnTo>
                  <a:pt x="6476923" y="4592446"/>
                </a:lnTo>
                <a:lnTo>
                  <a:pt x="6467985" y="4589671"/>
                </a:lnTo>
                <a:cubicBezTo>
                  <a:pt x="6464774" y="4589014"/>
                  <a:pt x="6461449" y="4588669"/>
                  <a:pt x="6458043" y="4588669"/>
                </a:cubicBezTo>
                <a:cubicBezTo>
                  <a:pt x="6430798" y="4588669"/>
                  <a:pt x="6408711" y="4610756"/>
                  <a:pt x="6408711" y="4638001"/>
                </a:cubicBezTo>
                <a:cubicBezTo>
                  <a:pt x="6408711" y="4648218"/>
                  <a:pt x="6411817" y="4657709"/>
                  <a:pt x="6417136" y="4665583"/>
                </a:cubicBezTo>
                <a:lnTo>
                  <a:pt x="6419772" y="4668777"/>
                </a:lnTo>
                <a:lnTo>
                  <a:pt x="6413392" y="4670757"/>
                </a:lnTo>
                <a:cubicBezTo>
                  <a:pt x="6395686" y="4678246"/>
                  <a:pt x="6383262" y="4695778"/>
                  <a:pt x="6383262" y="4716212"/>
                </a:cubicBezTo>
                <a:cubicBezTo>
                  <a:pt x="6383262" y="4736646"/>
                  <a:pt x="6395686" y="4754178"/>
                  <a:pt x="6413392" y="4761667"/>
                </a:cubicBezTo>
                <a:lnTo>
                  <a:pt x="6420404" y="4763844"/>
                </a:lnTo>
                <a:lnTo>
                  <a:pt x="6417136" y="4767804"/>
                </a:lnTo>
                <a:cubicBezTo>
                  <a:pt x="6411817" y="4775677"/>
                  <a:pt x="6408711" y="4785169"/>
                  <a:pt x="6408711" y="4795386"/>
                </a:cubicBezTo>
                <a:cubicBezTo>
                  <a:pt x="6408711" y="4822631"/>
                  <a:pt x="6430798" y="4844717"/>
                  <a:pt x="6458043" y="4844717"/>
                </a:cubicBezTo>
                <a:cubicBezTo>
                  <a:pt x="6461449" y="4844717"/>
                  <a:pt x="6464774" y="4844372"/>
                  <a:pt x="6467985" y="4843715"/>
                </a:cubicBezTo>
                <a:lnTo>
                  <a:pt x="6476923" y="4840941"/>
                </a:lnTo>
                <a:lnTo>
                  <a:pt x="6476575" y="4844398"/>
                </a:lnTo>
                <a:cubicBezTo>
                  <a:pt x="6476575" y="4871643"/>
                  <a:pt x="6498661" y="4893730"/>
                  <a:pt x="6525907" y="4893730"/>
                </a:cubicBezTo>
                <a:close/>
                <a:moveTo>
                  <a:pt x="5816655" y="4893730"/>
                </a:moveTo>
                <a:cubicBezTo>
                  <a:pt x="5830277" y="4893730"/>
                  <a:pt x="5842610" y="4888208"/>
                  <a:pt x="5851537" y="4879281"/>
                </a:cubicBezTo>
                <a:lnTo>
                  <a:pt x="5857184" y="4872437"/>
                </a:lnTo>
                <a:lnTo>
                  <a:pt x="5862831" y="4879281"/>
                </a:lnTo>
                <a:cubicBezTo>
                  <a:pt x="5871758" y="4888208"/>
                  <a:pt x="5884091" y="4893730"/>
                  <a:pt x="5897714" y="4893730"/>
                </a:cubicBezTo>
                <a:cubicBezTo>
                  <a:pt x="5924959" y="4893730"/>
                  <a:pt x="5947046" y="4871643"/>
                  <a:pt x="5947046" y="4844398"/>
                </a:cubicBezTo>
                <a:lnTo>
                  <a:pt x="5946697" y="4840941"/>
                </a:lnTo>
                <a:lnTo>
                  <a:pt x="5955635" y="4843715"/>
                </a:lnTo>
                <a:cubicBezTo>
                  <a:pt x="5958847" y="4844372"/>
                  <a:pt x="5962172" y="4844717"/>
                  <a:pt x="5965577" y="4844717"/>
                </a:cubicBezTo>
                <a:cubicBezTo>
                  <a:pt x="5992823" y="4844717"/>
                  <a:pt x="6014909" y="4822631"/>
                  <a:pt x="6014909" y="4795386"/>
                </a:cubicBezTo>
                <a:cubicBezTo>
                  <a:pt x="6014909" y="4785169"/>
                  <a:pt x="6011803" y="4775677"/>
                  <a:pt x="6006484" y="4767804"/>
                </a:cubicBezTo>
                <a:lnTo>
                  <a:pt x="6003217" y="4763844"/>
                </a:lnTo>
                <a:lnTo>
                  <a:pt x="6010229" y="4761667"/>
                </a:lnTo>
                <a:cubicBezTo>
                  <a:pt x="6027935" y="4754178"/>
                  <a:pt x="6040358" y="4736646"/>
                  <a:pt x="6040358" y="4716212"/>
                </a:cubicBezTo>
                <a:cubicBezTo>
                  <a:pt x="6040358" y="4695778"/>
                  <a:pt x="6027935" y="4678246"/>
                  <a:pt x="6010229" y="4670757"/>
                </a:cubicBezTo>
                <a:lnTo>
                  <a:pt x="6003849" y="4668777"/>
                </a:lnTo>
                <a:lnTo>
                  <a:pt x="6006484" y="4665583"/>
                </a:lnTo>
                <a:cubicBezTo>
                  <a:pt x="6011803" y="4657709"/>
                  <a:pt x="6014909" y="4648218"/>
                  <a:pt x="6014909" y="4638001"/>
                </a:cubicBezTo>
                <a:cubicBezTo>
                  <a:pt x="6014909" y="4610756"/>
                  <a:pt x="5992823" y="4588669"/>
                  <a:pt x="5965577" y="4588669"/>
                </a:cubicBezTo>
                <a:cubicBezTo>
                  <a:pt x="5960469" y="4588669"/>
                  <a:pt x="5955542" y="4589446"/>
                  <a:pt x="5950908" y="4590887"/>
                </a:cubicBezTo>
                <a:lnTo>
                  <a:pt x="5946648" y="4592935"/>
                </a:lnTo>
                <a:lnTo>
                  <a:pt x="5947046" y="4588989"/>
                </a:lnTo>
                <a:cubicBezTo>
                  <a:pt x="5947046" y="4561743"/>
                  <a:pt x="5924959" y="4539657"/>
                  <a:pt x="5897714" y="4539657"/>
                </a:cubicBezTo>
                <a:cubicBezTo>
                  <a:pt x="5884091" y="4539657"/>
                  <a:pt x="5871759" y="4545179"/>
                  <a:pt x="5862831" y="4554106"/>
                </a:cubicBezTo>
                <a:lnTo>
                  <a:pt x="5857184" y="4560950"/>
                </a:lnTo>
                <a:lnTo>
                  <a:pt x="5851538" y="4554106"/>
                </a:lnTo>
                <a:cubicBezTo>
                  <a:pt x="5842610" y="4545179"/>
                  <a:pt x="5830277" y="4539657"/>
                  <a:pt x="5816655" y="4539657"/>
                </a:cubicBezTo>
                <a:cubicBezTo>
                  <a:pt x="5789409" y="4539657"/>
                  <a:pt x="5767323" y="4561743"/>
                  <a:pt x="5767323" y="4588989"/>
                </a:cubicBezTo>
                <a:lnTo>
                  <a:pt x="5767671" y="4592446"/>
                </a:lnTo>
                <a:lnTo>
                  <a:pt x="5758733" y="4589671"/>
                </a:lnTo>
                <a:cubicBezTo>
                  <a:pt x="5755522" y="4589014"/>
                  <a:pt x="5752197" y="4588669"/>
                  <a:pt x="5748791" y="4588669"/>
                </a:cubicBezTo>
                <a:cubicBezTo>
                  <a:pt x="5721546" y="4588669"/>
                  <a:pt x="5699459" y="4610756"/>
                  <a:pt x="5699459" y="4638001"/>
                </a:cubicBezTo>
                <a:cubicBezTo>
                  <a:pt x="5699459" y="4648218"/>
                  <a:pt x="5702565" y="4657709"/>
                  <a:pt x="5707884" y="4665583"/>
                </a:cubicBezTo>
                <a:lnTo>
                  <a:pt x="5710520" y="4668777"/>
                </a:lnTo>
                <a:lnTo>
                  <a:pt x="5704140" y="4670757"/>
                </a:lnTo>
                <a:cubicBezTo>
                  <a:pt x="5686434" y="4678246"/>
                  <a:pt x="5674010" y="4695778"/>
                  <a:pt x="5674010" y="4716212"/>
                </a:cubicBezTo>
                <a:cubicBezTo>
                  <a:pt x="5674010" y="4736646"/>
                  <a:pt x="5686434" y="4754178"/>
                  <a:pt x="5704140" y="4761667"/>
                </a:cubicBezTo>
                <a:lnTo>
                  <a:pt x="5711152" y="4763844"/>
                </a:lnTo>
                <a:lnTo>
                  <a:pt x="5707884" y="4767804"/>
                </a:lnTo>
                <a:cubicBezTo>
                  <a:pt x="5702565" y="4775677"/>
                  <a:pt x="5699459" y="4785169"/>
                  <a:pt x="5699459" y="4795386"/>
                </a:cubicBezTo>
                <a:cubicBezTo>
                  <a:pt x="5699459" y="4822631"/>
                  <a:pt x="5721546" y="4844717"/>
                  <a:pt x="5748791" y="4844717"/>
                </a:cubicBezTo>
                <a:cubicBezTo>
                  <a:pt x="5752197" y="4844717"/>
                  <a:pt x="5755522" y="4844372"/>
                  <a:pt x="5758733" y="4843715"/>
                </a:cubicBezTo>
                <a:lnTo>
                  <a:pt x="5767671" y="4840941"/>
                </a:lnTo>
                <a:lnTo>
                  <a:pt x="5767323" y="4844398"/>
                </a:lnTo>
                <a:cubicBezTo>
                  <a:pt x="5767323" y="4871643"/>
                  <a:pt x="5789409" y="4893730"/>
                  <a:pt x="5816655" y="4893730"/>
                </a:cubicBezTo>
                <a:close/>
                <a:moveTo>
                  <a:pt x="5107403" y="4893730"/>
                </a:moveTo>
                <a:cubicBezTo>
                  <a:pt x="5121025" y="4893730"/>
                  <a:pt x="5133358" y="4888208"/>
                  <a:pt x="5142285" y="4879281"/>
                </a:cubicBezTo>
                <a:lnTo>
                  <a:pt x="5147932" y="4872437"/>
                </a:lnTo>
                <a:lnTo>
                  <a:pt x="5153579" y="4879281"/>
                </a:lnTo>
                <a:cubicBezTo>
                  <a:pt x="5162506" y="4888208"/>
                  <a:pt x="5174839" y="4893730"/>
                  <a:pt x="5188462" y="4893730"/>
                </a:cubicBezTo>
                <a:cubicBezTo>
                  <a:pt x="5215707" y="4893730"/>
                  <a:pt x="5237794" y="4871643"/>
                  <a:pt x="5237794" y="4844398"/>
                </a:cubicBezTo>
                <a:lnTo>
                  <a:pt x="5237445" y="4840941"/>
                </a:lnTo>
                <a:lnTo>
                  <a:pt x="5246383" y="4843715"/>
                </a:lnTo>
                <a:cubicBezTo>
                  <a:pt x="5249595" y="4844372"/>
                  <a:pt x="5252920" y="4844717"/>
                  <a:pt x="5256325" y="4844717"/>
                </a:cubicBezTo>
                <a:cubicBezTo>
                  <a:pt x="5283571" y="4844717"/>
                  <a:pt x="5305657" y="4822631"/>
                  <a:pt x="5305657" y="4795386"/>
                </a:cubicBezTo>
                <a:cubicBezTo>
                  <a:pt x="5305657" y="4785169"/>
                  <a:pt x="5302551" y="4775677"/>
                  <a:pt x="5297232" y="4767804"/>
                </a:cubicBezTo>
                <a:lnTo>
                  <a:pt x="5293965" y="4763844"/>
                </a:lnTo>
                <a:lnTo>
                  <a:pt x="5300977" y="4761667"/>
                </a:lnTo>
                <a:cubicBezTo>
                  <a:pt x="5318683" y="4754178"/>
                  <a:pt x="5331106" y="4736646"/>
                  <a:pt x="5331106" y="4716212"/>
                </a:cubicBezTo>
                <a:cubicBezTo>
                  <a:pt x="5331106" y="4695778"/>
                  <a:pt x="5318683" y="4678246"/>
                  <a:pt x="5300977" y="4670757"/>
                </a:cubicBezTo>
                <a:lnTo>
                  <a:pt x="5294597" y="4668777"/>
                </a:lnTo>
                <a:lnTo>
                  <a:pt x="5297232" y="4665583"/>
                </a:lnTo>
                <a:cubicBezTo>
                  <a:pt x="5302551" y="4657709"/>
                  <a:pt x="5305657" y="4648218"/>
                  <a:pt x="5305657" y="4638001"/>
                </a:cubicBezTo>
                <a:cubicBezTo>
                  <a:pt x="5305657" y="4610756"/>
                  <a:pt x="5283571" y="4588669"/>
                  <a:pt x="5256325" y="4588669"/>
                </a:cubicBezTo>
                <a:cubicBezTo>
                  <a:pt x="5251217" y="4588669"/>
                  <a:pt x="5246290" y="4589446"/>
                  <a:pt x="5241656" y="4590887"/>
                </a:cubicBezTo>
                <a:lnTo>
                  <a:pt x="5237396" y="4592935"/>
                </a:lnTo>
                <a:lnTo>
                  <a:pt x="5237794" y="4588989"/>
                </a:lnTo>
                <a:cubicBezTo>
                  <a:pt x="5237794" y="4561743"/>
                  <a:pt x="5215707" y="4539657"/>
                  <a:pt x="5188462" y="4539657"/>
                </a:cubicBezTo>
                <a:cubicBezTo>
                  <a:pt x="5174839" y="4539657"/>
                  <a:pt x="5162507" y="4545179"/>
                  <a:pt x="5153579" y="4554106"/>
                </a:cubicBezTo>
                <a:lnTo>
                  <a:pt x="5147932" y="4560950"/>
                </a:lnTo>
                <a:lnTo>
                  <a:pt x="5142286" y="4554106"/>
                </a:lnTo>
                <a:cubicBezTo>
                  <a:pt x="5133358" y="4545179"/>
                  <a:pt x="5121025" y="4539657"/>
                  <a:pt x="5107403" y="4539657"/>
                </a:cubicBezTo>
                <a:cubicBezTo>
                  <a:pt x="5080157" y="4539657"/>
                  <a:pt x="5058071" y="4561743"/>
                  <a:pt x="5058071" y="4588989"/>
                </a:cubicBezTo>
                <a:lnTo>
                  <a:pt x="5058419" y="4592446"/>
                </a:lnTo>
                <a:lnTo>
                  <a:pt x="5049481" y="4589671"/>
                </a:lnTo>
                <a:cubicBezTo>
                  <a:pt x="5046270" y="4589014"/>
                  <a:pt x="5042945" y="4588669"/>
                  <a:pt x="5039539" y="4588669"/>
                </a:cubicBezTo>
                <a:cubicBezTo>
                  <a:pt x="5012294" y="4588669"/>
                  <a:pt x="4990207" y="4610756"/>
                  <a:pt x="4990207" y="4638001"/>
                </a:cubicBezTo>
                <a:cubicBezTo>
                  <a:pt x="4990207" y="4648218"/>
                  <a:pt x="4993313" y="4657709"/>
                  <a:pt x="4998632" y="4665583"/>
                </a:cubicBezTo>
                <a:lnTo>
                  <a:pt x="5001268" y="4668777"/>
                </a:lnTo>
                <a:lnTo>
                  <a:pt x="4994888" y="4670757"/>
                </a:lnTo>
                <a:cubicBezTo>
                  <a:pt x="4977182" y="4678246"/>
                  <a:pt x="4964758" y="4695778"/>
                  <a:pt x="4964758" y="4716212"/>
                </a:cubicBezTo>
                <a:cubicBezTo>
                  <a:pt x="4964758" y="4736646"/>
                  <a:pt x="4977182" y="4754178"/>
                  <a:pt x="4994888" y="4761667"/>
                </a:cubicBezTo>
                <a:lnTo>
                  <a:pt x="5001900" y="4763844"/>
                </a:lnTo>
                <a:lnTo>
                  <a:pt x="4998632" y="4767804"/>
                </a:lnTo>
                <a:cubicBezTo>
                  <a:pt x="4993313" y="4775677"/>
                  <a:pt x="4990207" y="4785169"/>
                  <a:pt x="4990207" y="4795386"/>
                </a:cubicBezTo>
                <a:cubicBezTo>
                  <a:pt x="4990207" y="4822631"/>
                  <a:pt x="5012294" y="4844717"/>
                  <a:pt x="5039539" y="4844717"/>
                </a:cubicBezTo>
                <a:cubicBezTo>
                  <a:pt x="5042945" y="4844717"/>
                  <a:pt x="5046270" y="4844372"/>
                  <a:pt x="5049481" y="4843715"/>
                </a:cubicBezTo>
                <a:lnTo>
                  <a:pt x="5058419" y="4840941"/>
                </a:lnTo>
                <a:lnTo>
                  <a:pt x="5058071" y="4844398"/>
                </a:lnTo>
                <a:cubicBezTo>
                  <a:pt x="5058071" y="4871643"/>
                  <a:pt x="5080157" y="4893730"/>
                  <a:pt x="5107403" y="4893730"/>
                </a:cubicBezTo>
                <a:close/>
                <a:moveTo>
                  <a:pt x="4398151" y="4893730"/>
                </a:moveTo>
                <a:cubicBezTo>
                  <a:pt x="4411773" y="4893730"/>
                  <a:pt x="4424106" y="4888208"/>
                  <a:pt x="4433033" y="4879281"/>
                </a:cubicBezTo>
                <a:lnTo>
                  <a:pt x="4438680" y="4872437"/>
                </a:lnTo>
                <a:lnTo>
                  <a:pt x="4444327" y="4879281"/>
                </a:lnTo>
                <a:cubicBezTo>
                  <a:pt x="4453254" y="4888208"/>
                  <a:pt x="4465587" y="4893730"/>
                  <a:pt x="4479210" y="4893730"/>
                </a:cubicBezTo>
                <a:cubicBezTo>
                  <a:pt x="4506455" y="4893730"/>
                  <a:pt x="4528542" y="4871643"/>
                  <a:pt x="4528542" y="4844398"/>
                </a:cubicBezTo>
                <a:lnTo>
                  <a:pt x="4528193" y="4840941"/>
                </a:lnTo>
                <a:lnTo>
                  <a:pt x="4537131" y="4843715"/>
                </a:lnTo>
                <a:cubicBezTo>
                  <a:pt x="4540343" y="4844372"/>
                  <a:pt x="4543668" y="4844717"/>
                  <a:pt x="4547073" y="4844717"/>
                </a:cubicBezTo>
                <a:cubicBezTo>
                  <a:pt x="4574319" y="4844717"/>
                  <a:pt x="4596405" y="4822631"/>
                  <a:pt x="4596405" y="4795386"/>
                </a:cubicBezTo>
                <a:cubicBezTo>
                  <a:pt x="4596405" y="4785169"/>
                  <a:pt x="4593299" y="4775677"/>
                  <a:pt x="4587980" y="4767804"/>
                </a:cubicBezTo>
                <a:lnTo>
                  <a:pt x="4584713" y="4763844"/>
                </a:lnTo>
                <a:lnTo>
                  <a:pt x="4591725" y="4761667"/>
                </a:lnTo>
                <a:cubicBezTo>
                  <a:pt x="4609431" y="4754178"/>
                  <a:pt x="4621854" y="4736646"/>
                  <a:pt x="4621854" y="4716212"/>
                </a:cubicBezTo>
                <a:cubicBezTo>
                  <a:pt x="4621854" y="4695778"/>
                  <a:pt x="4609431" y="4678246"/>
                  <a:pt x="4591725" y="4670757"/>
                </a:cubicBezTo>
                <a:lnTo>
                  <a:pt x="4585345" y="4668777"/>
                </a:lnTo>
                <a:lnTo>
                  <a:pt x="4587980" y="4665583"/>
                </a:lnTo>
                <a:cubicBezTo>
                  <a:pt x="4593299" y="4657709"/>
                  <a:pt x="4596405" y="4648218"/>
                  <a:pt x="4596405" y="4638001"/>
                </a:cubicBezTo>
                <a:cubicBezTo>
                  <a:pt x="4596405" y="4610756"/>
                  <a:pt x="4574319" y="4588669"/>
                  <a:pt x="4547073" y="4588669"/>
                </a:cubicBezTo>
                <a:cubicBezTo>
                  <a:pt x="4541965" y="4588669"/>
                  <a:pt x="4537038" y="4589446"/>
                  <a:pt x="4532404" y="4590887"/>
                </a:cubicBezTo>
                <a:lnTo>
                  <a:pt x="4528144" y="4592935"/>
                </a:lnTo>
                <a:lnTo>
                  <a:pt x="4528542" y="4588989"/>
                </a:lnTo>
                <a:cubicBezTo>
                  <a:pt x="4528542" y="4561743"/>
                  <a:pt x="4506455" y="4539657"/>
                  <a:pt x="4479210" y="4539657"/>
                </a:cubicBezTo>
                <a:cubicBezTo>
                  <a:pt x="4465587" y="4539657"/>
                  <a:pt x="4453255" y="4545179"/>
                  <a:pt x="4444327" y="4554106"/>
                </a:cubicBezTo>
                <a:lnTo>
                  <a:pt x="4438680" y="4560950"/>
                </a:lnTo>
                <a:lnTo>
                  <a:pt x="4433034" y="4554106"/>
                </a:lnTo>
                <a:cubicBezTo>
                  <a:pt x="4424106" y="4545179"/>
                  <a:pt x="4411773" y="4539657"/>
                  <a:pt x="4398151" y="4539657"/>
                </a:cubicBezTo>
                <a:cubicBezTo>
                  <a:pt x="4370905" y="4539657"/>
                  <a:pt x="4348819" y="4561743"/>
                  <a:pt x="4348819" y="4588989"/>
                </a:cubicBezTo>
                <a:lnTo>
                  <a:pt x="4349167" y="4592446"/>
                </a:lnTo>
                <a:lnTo>
                  <a:pt x="4340229" y="4589671"/>
                </a:lnTo>
                <a:cubicBezTo>
                  <a:pt x="4337018" y="4589014"/>
                  <a:pt x="4333693" y="4588669"/>
                  <a:pt x="4330287" y="4588669"/>
                </a:cubicBezTo>
                <a:cubicBezTo>
                  <a:pt x="4303042" y="4588669"/>
                  <a:pt x="4280955" y="4610756"/>
                  <a:pt x="4280955" y="4638001"/>
                </a:cubicBezTo>
                <a:cubicBezTo>
                  <a:pt x="4280955" y="4648218"/>
                  <a:pt x="4284061" y="4657709"/>
                  <a:pt x="4289380" y="4665583"/>
                </a:cubicBezTo>
                <a:lnTo>
                  <a:pt x="4292016" y="4668777"/>
                </a:lnTo>
                <a:lnTo>
                  <a:pt x="4285636" y="4670757"/>
                </a:lnTo>
                <a:cubicBezTo>
                  <a:pt x="4267930" y="4678246"/>
                  <a:pt x="4255506" y="4695778"/>
                  <a:pt x="4255506" y="4716212"/>
                </a:cubicBezTo>
                <a:cubicBezTo>
                  <a:pt x="4255506" y="4736646"/>
                  <a:pt x="4267930" y="4754178"/>
                  <a:pt x="4285636" y="4761667"/>
                </a:cubicBezTo>
                <a:lnTo>
                  <a:pt x="4292648" y="4763844"/>
                </a:lnTo>
                <a:lnTo>
                  <a:pt x="4289380" y="4767804"/>
                </a:lnTo>
                <a:cubicBezTo>
                  <a:pt x="4284061" y="4775677"/>
                  <a:pt x="4280955" y="4785169"/>
                  <a:pt x="4280955" y="4795386"/>
                </a:cubicBezTo>
                <a:cubicBezTo>
                  <a:pt x="4280955" y="4822631"/>
                  <a:pt x="4303042" y="4844717"/>
                  <a:pt x="4330287" y="4844717"/>
                </a:cubicBezTo>
                <a:cubicBezTo>
                  <a:pt x="4333693" y="4844717"/>
                  <a:pt x="4337018" y="4844372"/>
                  <a:pt x="4340229" y="4843715"/>
                </a:cubicBezTo>
                <a:lnTo>
                  <a:pt x="4349167" y="4840941"/>
                </a:lnTo>
                <a:lnTo>
                  <a:pt x="4348819" y="4844398"/>
                </a:lnTo>
                <a:cubicBezTo>
                  <a:pt x="4348819" y="4871643"/>
                  <a:pt x="4370905" y="4893730"/>
                  <a:pt x="4398151" y="4893730"/>
                </a:cubicBezTo>
                <a:close/>
                <a:moveTo>
                  <a:pt x="3688906" y="4893730"/>
                </a:moveTo>
                <a:cubicBezTo>
                  <a:pt x="3702529" y="4893730"/>
                  <a:pt x="3714861" y="4888208"/>
                  <a:pt x="3723789" y="4879281"/>
                </a:cubicBezTo>
                <a:lnTo>
                  <a:pt x="3729435" y="4872437"/>
                </a:lnTo>
                <a:lnTo>
                  <a:pt x="3735082" y="4879281"/>
                </a:lnTo>
                <a:cubicBezTo>
                  <a:pt x="3744010" y="4888208"/>
                  <a:pt x="3756344" y="4893730"/>
                  <a:pt x="3769966" y="4893730"/>
                </a:cubicBezTo>
                <a:cubicBezTo>
                  <a:pt x="3797211" y="4893730"/>
                  <a:pt x="3819297" y="4871643"/>
                  <a:pt x="3819297" y="4844398"/>
                </a:cubicBezTo>
                <a:lnTo>
                  <a:pt x="3818949" y="4840941"/>
                </a:lnTo>
                <a:lnTo>
                  <a:pt x="3827887" y="4843715"/>
                </a:lnTo>
                <a:cubicBezTo>
                  <a:pt x="3831098" y="4844372"/>
                  <a:pt x="3834423" y="4844717"/>
                  <a:pt x="3837829" y="4844717"/>
                </a:cubicBezTo>
                <a:cubicBezTo>
                  <a:pt x="3865074" y="4844717"/>
                  <a:pt x="3887161" y="4822631"/>
                  <a:pt x="3887161" y="4795386"/>
                </a:cubicBezTo>
                <a:cubicBezTo>
                  <a:pt x="3887161" y="4785169"/>
                  <a:pt x="3884055" y="4775677"/>
                  <a:pt x="3878736" y="4767804"/>
                </a:cubicBezTo>
                <a:lnTo>
                  <a:pt x="3875469" y="4763844"/>
                </a:lnTo>
                <a:lnTo>
                  <a:pt x="3882480" y="4761667"/>
                </a:lnTo>
                <a:cubicBezTo>
                  <a:pt x="3900186" y="4754178"/>
                  <a:pt x="3912610" y="4736646"/>
                  <a:pt x="3912610" y="4716212"/>
                </a:cubicBezTo>
                <a:cubicBezTo>
                  <a:pt x="3912610" y="4695778"/>
                  <a:pt x="3900186" y="4678246"/>
                  <a:pt x="3882480" y="4670757"/>
                </a:cubicBezTo>
                <a:lnTo>
                  <a:pt x="3876100" y="4668777"/>
                </a:lnTo>
                <a:lnTo>
                  <a:pt x="3878736" y="4665583"/>
                </a:lnTo>
                <a:cubicBezTo>
                  <a:pt x="3884055" y="4657709"/>
                  <a:pt x="3887161" y="4648218"/>
                  <a:pt x="3887161" y="4638001"/>
                </a:cubicBezTo>
                <a:cubicBezTo>
                  <a:pt x="3887161" y="4610756"/>
                  <a:pt x="3865074" y="4588669"/>
                  <a:pt x="3837829" y="4588669"/>
                </a:cubicBezTo>
                <a:cubicBezTo>
                  <a:pt x="3832720" y="4588669"/>
                  <a:pt x="3827793" y="4589446"/>
                  <a:pt x="3823160" y="4590887"/>
                </a:cubicBezTo>
                <a:lnTo>
                  <a:pt x="3818900" y="4592935"/>
                </a:lnTo>
                <a:lnTo>
                  <a:pt x="3819297" y="4588989"/>
                </a:lnTo>
                <a:cubicBezTo>
                  <a:pt x="3819297" y="4561743"/>
                  <a:pt x="3797211" y="4539657"/>
                  <a:pt x="3769966" y="4539657"/>
                </a:cubicBezTo>
                <a:cubicBezTo>
                  <a:pt x="3756344" y="4539657"/>
                  <a:pt x="3744010" y="4545179"/>
                  <a:pt x="3735082" y="4554106"/>
                </a:cubicBezTo>
                <a:lnTo>
                  <a:pt x="3729437" y="4560950"/>
                </a:lnTo>
                <a:lnTo>
                  <a:pt x="3723789" y="4554106"/>
                </a:lnTo>
                <a:cubicBezTo>
                  <a:pt x="3714861" y="4545179"/>
                  <a:pt x="3702529" y="4539657"/>
                  <a:pt x="3688906" y="4539657"/>
                </a:cubicBezTo>
                <a:cubicBezTo>
                  <a:pt x="3661661" y="4539657"/>
                  <a:pt x="3639575" y="4561743"/>
                  <a:pt x="3639575" y="4588989"/>
                </a:cubicBezTo>
                <a:lnTo>
                  <a:pt x="3639922" y="4592446"/>
                </a:lnTo>
                <a:lnTo>
                  <a:pt x="3630985" y="4589671"/>
                </a:lnTo>
                <a:cubicBezTo>
                  <a:pt x="3627773" y="4589014"/>
                  <a:pt x="3624449" y="4588669"/>
                  <a:pt x="3621044" y="4588669"/>
                </a:cubicBezTo>
                <a:cubicBezTo>
                  <a:pt x="3593798" y="4588669"/>
                  <a:pt x="3571711" y="4610756"/>
                  <a:pt x="3571711" y="4638001"/>
                </a:cubicBezTo>
                <a:cubicBezTo>
                  <a:pt x="3571711" y="4648218"/>
                  <a:pt x="3574817" y="4657709"/>
                  <a:pt x="3580137" y="4665583"/>
                </a:cubicBezTo>
                <a:lnTo>
                  <a:pt x="3582772" y="4668777"/>
                </a:lnTo>
                <a:lnTo>
                  <a:pt x="3576392" y="4670757"/>
                </a:lnTo>
                <a:cubicBezTo>
                  <a:pt x="3558686" y="4678246"/>
                  <a:pt x="3546263" y="4695778"/>
                  <a:pt x="3546263" y="4716212"/>
                </a:cubicBezTo>
                <a:cubicBezTo>
                  <a:pt x="3546263" y="4736646"/>
                  <a:pt x="3558686" y="4754178"/>
                  <a:pt x="3576392" y="4761667"/>
                </a:cubicBezTo>
                <a:lnTo>
                  <a:pt x="3583404" y="4763844"/>
                </a:lnTo>
                <a:lnTo>
                  <a:pt x="3580137" y="4767804"/>
                </a:lnTo>
                <a:cubicBezTo>
                  <a:pt x="3574817" y="4775677"/>
                  <a:pt x="3571711" y="4785169"/>
                  <a:pt x="3571711" y="4795386"/>
                </a:cubicBezTo>
                <a:cubicBezTo>
                  <a:pt x="3571711" y="4822631"/>
                  <a:pt x="3593798" y="4844717"/>
                  <a:pt x="3621044" y="4844717"/>
                </a:cubicBezTo>
                <a:cubicBezTo>
                  <a:pt x="3624449" y="4844717"/>
                  <a:pt x="3627773" y="4844372"/>
                  <a:pt x="3630986" y="4843715"/>
                </a:cubicBezTo>
                <a:lnTo>
                  <a:pt x="3639922" y="4840941"/>
                </a:lnTo>
                <a:lnTo>
                  <a:pt x="3639575" y="4844398"/>
                </a:lnTo>
                <a:cubicBezTo>
                  <a:pt x="3639575" y="4871643"/>
                  <a:pt x="3661661" y="4893730"/>
                  <a:pt x="3688906" y="4893730"/>
                </a:cubicBezTo>
                <a:close/>
                <a:moveTo>
                  <a:pt x="2979655" y="4893730"/>
                </a:moveTo>
                <a:cubicBezTo>
                  <a:pt x="2993277" y="4893730"/>
                  <a:pt x="3005610" y="4888208"/>
                  <a:pt x="3014537" y="4879281"/>
                </a:cubicBezTo>
                <a:lnTo>
                  <a:pt x="3020184" y="4872437"/>
                </a:lnTo>
                <a:lnTo>
                  <a:pt x="3025830" y="4879281"/>
                </a:lnTo>
                <a:cubicBezTo>
                  <a:pt x="3034758" y="4888208"/>
                  <a:pt x="3047090" y="4893730"/>
                  <a:pt x="3060713" y="4893730"/>
                </a:cubicBezTo>
                <a:cubicBezTo>
                  <a:pt x="3087958" y="4893730"/>
                  <a:pt x="3110044" y="4871643"/>
                  <a:pt x="3110044" y="4844398"/>
                </a:cubicBezTo>
                <a:lnTo>
                  <a:pt x="3109696" y="4840941"/>
                </a:lnTo>
                <a:lnTo>
                  <a:pt x="3118635" y="4843715"/>
                </a:lnTo>
                <a:cubicBezTo>
                  <a:pt x="3121846" y="4844372"/>
                  <a:pt x="3125171" y="4844717"/>
                  <a:pt x="3128576" y="4844717"/>
                </a:cubicBezTo>
                <a:cubicBezTo>
                  <a:pt x="3155823" y="4844717"/>
                  <a:pt x="3177909" y="4822631"/>
                  <a:pt x="3177909" y="4795386"/>
                </a:cubicBezTo>
                <a:cubicBezTo>
                  <a:pt x="3177909" y="4785169"/>
                  <a:pt x="3174802" y="4775677"/>
                  <a:pt x="3169483" y="4767804"/>
                </a:cubicBezTo>
                <a:lnTo>
                  <a:pt x="3166215" y="4763844"/>
                </a:lnTo>
                <a:lnTo>
                  <a:pt x="3173228" y="4761667"/>
                </a:lnTo>
                <a:cubicBezTo>
                  <a:pt x="3190933" y="4754178"/>
                  <a:pt x="3203355" y="4736646"/>
                  <a:pt x="3203355" y="4716212"/>
                </a:cubicBezTo>
                <a:cubicBezTo>
                  <a:pt x="3203355" y="4695778"/>
                  <a:pt x="3190933" y="4678246"/>
                  <a:pt x="3173228" y="4670757"/>
                </a:cubicBezTo>
                <a:lnTo>
                  <a:pt x="3166849" y="4668777"/>
                </a:lnTo>
                <a:lnTo>
                  <a:pt x="3169483" y="4665583"/>
                </a:lnTo>
                <a:cubicBezTo>
                  <a:pt x="3174802" y="4657709"/>
                  <a:pt x="3177909" y="4648218"/>
                  <a:pt x="3177909" y="4638001"/>
                </a:cubicBezTo>
                <a:cubicBezTo>
                  <a:pt x="3177909" y="4610756"/>
                  <a:pt x="3155823" y="4588669"/>
                  <a:pt x="3128576" y="4588669"/>
                </a:cubicBezTo>
                <a:cubicBezTo>
                  <a:pt x="3123469" y="4588669"/>
                  <a:pt x="3118541" y="4589446"/>
                  <a:pt x="3113908" y="4590887"/>
                </a:cubicBezTo>
                <a:lnTo>
                  <a:pt x="3109647" y="4592935"/>
                </a:lnTo>
                <a:lnTo>
                  <a:pt x="3110044" y="4588989"/>
                </a:lnTo>
                <a:cubicBezTo>
                  <a:pt x="3110044" y="4561743"/>
                  <a:pt x="3087959" y="4539657"/>
                  <a:pt x="3060713" y="4539657"/>
                </a:cubicBezTo>
                <a:cubicBezTo>
                  <a:pt x="3047090" y="4539657"/>
                  <a:pt x="3034758" y="4545179"/>
                  <a:pt x="3025830" y="4554106"/>
                </a:cubicBezTo>
                <a:lnTo>
                  <a:pt x="3020184" y="4560950"/>
                </a:lnTo>
                <a:lnTo>
                  <a:pt x="3014537" y="4554106"/>
                </a:lnTo>
                <a:cubicBezTo>
                  <a:pt x="3005610" y="4545179"/>
                  <a:pt x="2993277" y="4539657"/>
                  <a:pt x="2979655" y="4539657"/>
                </a:cubicBezTo>
                <a:cubicBezTo>
                  <a:pt x="2952409" y="4539657"/>
                  <a:pt x="2930324" y="4561743"/>
                  <a:pt x="2930324" y="4588989"/>
                </a:cubicBezTo>
                <a:lnTo>
                  <a:pt x="2930672" y="4592446"/>
                </a:lnTo>
                <a:lnTo>
                  <a:pt x="2921734" y="4589671"/>
                </a:lnTo>
                <a:cubicBezTo>
                  <a:pt x="2918523" y="4589014"/>
                  <a:pt x="2915197" y="4588669"/>
                  <a:pt x="2911792" y="4588669"/>
                </a:cubicBezTo>
                <a:cubicBezTo>
                  <a:pt x="2884547" y="4588669"/>
                  <a:pt x="2862460" y="4610756"/>
                  <a:pt x="2862460" y="4638001"/>
                </a:cubicBezTo>
                <a:cubicBezTo>
                  <a:pt x="2862460" y="4648218"/>
                  <a:pt x="2865567" y="4657709"/>
                  <a:pt x="2870885" y="4665583"/>
                </a:cubicBezTo>
                <a:lnTo>
                  <a:pt x="2873521" y="4668777"/>
                </a:lnTo>
                <a:lnTo>
                  <a:pt x="2867140" y="4670757"/>
                </a:lnTo>
                <a:cubicBezTo>
                  <a:pt x="2849436" y="4678246"/>
                  <a:pt x="2837012" y="4695778"/>
                  <a:pt x="2837012" y="4716212"/>
                </a:cubicBezTo>
                <a:cubicBezTo>
                  <a:pt x="2837012" y="4736646"/>
                  <a:pt x="2849436" y="4754178"/>
                  <a:pt x="2867140" y="4761667"/>
                </a:cubicBezTo>
                <a:lnTo>
                  <a:pt x="2874154" y="4763844"/>
                </a:lnTo>
                <a:lnTo>
                  <a:pt x="2870885" y="4767804"/>
                </a:lnTo>
                <a:cubicBezTo>
                  <a:pt x="2865567" y="4775677"/>
                  <a:pt x="2862460" y="4785169"/>
                  <a:pt x="2862460" y="4795386"/>
                </a:cubicBezTo>
                <a:cubicBezTo>
                  <a:pt x="2862460" y="4822631"/>
                  <a:pt x="2884547" y="4844717"/>
                  <a:pt x="2911792" y="4844717"/>
                </a:cubicBezTo>
                <a:cubicBezTo>
                  <a:pt x="2915197" y="4844717"/>
                  <a:pt x="2918523" y="4844372"/>
                  <a:pt x="2921734" y="4843715"/>
                </a:cubicBezTo>
                <a:lnTo>
                  <a:pt x="2930672" y="4840941"/>
                </a:lnTo>
                <a:lnTo>
                  <a:pt x="2930324" y="4844398"/>
                </a:lnTo>
                <a:cubicBezTo>
                  <a:pt x="2930324" y="4871643"/>
                  <a:pt x="2952409" y="4893730"/>
                  <a:pt x="2979655" y="4893730"/>
                </a:cubicBezTo>
                <a:close/>
                <a:moveTo>
                  <a:pt x="2270403" y="4893730"/>
                </a:moveTo>
                <a:cubicBezTo>
                  <a:pt x="2284025" y="4893730"/>
                  <a:pt x="2296358" y="4888208"/>
                  <a:pt x="2305285" y="4879281"/>
                </a:cubicBezTo>
                <a:lnTo>
                  <a:pt x="2310932" y="4872437"/>
                </a:lnTo>
                <a:lnTo>
                  <a:pt x="2316578" y="4879281"/>
                </a:lnTo>
                <a:cubicBezTo>
                  <a:pt x="2325505" y="4888208"/>
                  <a:pt x="2337838" y="4893730"/>
                  <a:pt x="2351461" y="4893730"/>
                </a:cubicBezTo>
                <a:cubicBezTo>
                  <a:pt x="2378707" y="4893730"/>
                  <a:pt x="2400794" y="4871643"/>
                  <a:pt x="2400794" y="4844398"/>
                </a:cubicBezTo>
                <a:lnTo>
                  <a:pt x="2400445" y="4840941"/>
                </a:lnTo>
                <a:lnTo>
                  <a:pt x="2409382" y="4843715"/>
                </a:lnTo>
                <a:cubicBezTo>
                  <a:pt x="2412594" y="4844372"/>
                  <a:pt x="2415919" y="4844717"/>
                  <a:pt x="2419325" y="4844717"/>
                </a:cubicBezTo>
                <a:cubicBezTo>
                  <a:pt x="2446571" y="4844717"/>
                  <a:pt x="2468657" y="4822631"/>
                  <a:pt x="2468657" y="4795386"/>
                </a:cubicBezTo>
                <a:cubicBezTo>
                  <a:pt x="2468657" y="4785169"/>
                  <a:pt x="2465552" y="4775677"/>
                  <a:pt x="2460232" y="4767804"/>
                </a:cubicBezTo>
                <a:lnTo>
                  <a:pt x="2456965" y="4763844"/>
                </a:lnTo>
                <a:lnTo>
                  <a:pt x="2463977" y="4761667"/>
                </a:lnTo>
                <a:cubicBezTo>
                  <a:pt x="2481683" y="4754178"/>
                  <a:pt x="2494106" y="4736646"/>
                  <a:pt x="2494106" y="4716212"/>
                </a:cubicBezTo>
                <a:cubicBezTo>
                  <a:pt x="2494106" y="4695778"/>
                  <a:pt x="2481683" y="4678246"/>
                  <a:pt x="2463977" y="4670757"/>
                </a:cubicBezTo>
                <a:lnTo>
                  <a:pt x="2457596" y="4668777"/>
                </a:lnTo>
                <a:lnTo>
                  <a:pt x="2460232" y="4665583"/>
                </a:lnTo>
                <a:cubicBezTo>
                  <a:pt x="2465552" y="4657709"/>
                  <a:pt x="2468657" y="4648218"/>
                  <a:pt x="2468657" y="4638001"/>
                </a:cubicBezTo>
                <a:cubicBezTo>
                  <a:pt x="2468657" y="4610756"/>
                  <a:pt x="2446571" y="4588669"/>
                  <a:pt x="2419325" y="4588669"/>
                </a:cubicBezTo>
                <a:cubicBezTo>
                  <a:pt x="2414217" y="4588669"/>
                  <a:pt x="2409289" y="4589446"/>
                  <a:pt x="2404655" y="4590887"/>
                </a:cubicBezTo>
                <a:lnTo>
                  <a:pt x="2400396" y="4592935"/>
                </a:lnTo>
                <a:lnTo>
                  <a:pt x="2400794" y="4588989"/>
                </a:lnTo>
                <a:cubicBezTo>
                  <a:pt x="2400794" y="4561743"/>
                  <a:pt x="2378707" y="4539657"/>
                  <a:pt x="2351461" y="4539657"/>
                </a:cubicBezTo>
                <a:cubicBezTo>
                  <a:pt x="2337838" y="4539657"/>
                  <a:pt x="2325505" y="4545179"/>
                  <a:pt x="2316578" y="4554106"/>
                </a:cubicBezTo>
                <a:lnTo>
                  <a:pt x="2310933" y="4560950"/>
                </a:lnTo>
                <a:lnTo>
                  <a:pt x="2305285" y="4554106"/>
                </a:lnTo>
                <a:cubicBezTo>
                  <a:pt x="2296358" y="4545179"/>
                  <a:pt x="2284025" y="4539657"/>
                  <a:pt x="2270403" y="4539657"/>
                </a:cubicBezTo>
                <a:cubicBezTo>
                  <a:pt x="2243157" y="4539657"/>
                  <a:pt x="2221070" y="4561743"/>
                  <a:pt x="2221070" y="4588989"/>
                </a:cubicBezTo>
                <a:lnTo>
                  <a:pt x="2221420" y="4592446"/>
                </a:lnTo>
                <a:lnTo>
                  <a:pt x="2212481" y="4589671"/>
                </a:lnTo>
                <a:cubicBezTo>
                  <a:pt x="2209269" y="4589014"/>
                  <a:pt x="2205944" y="4588669"/>
                  <a:pt x="2202539" y="4588669"/>
                </a:cubicBezTo>
                <a:cubicBezTo>
                  <a:pt x="2175294" y="4588669"/>
                  <a:pt x="2153208" y="4610756"/>
                  <a:pt x="2153208" y="4638001"/>
                </a:cubicBezTo>
                <a:cubicBezTo>
                  <a:pt x="2153208" y="4648218"/>
                  <a:pt x="2156314" y="4657709"/>
                  <a:pt x="2161632" y="4665583"/>
                </a:cubicBezTo>
                <a:lnTo>
                  <a:pt x="2164267" y="4668777"/>
                </a:lnTo>
                <a:lnTo>
                  <a:pt x="2157888" y="4670757"/>
                </a:lnTo>
                <a:cubicBezTo>
                  <a:pt x="2140182" y="4678246"/>
                  <a:pt x="2127759" y="4695778"/>
                  <a:pt x="2127759" y="4716212"/>
                </a:cubicBezTo>
                <a:cubicBezTo>
                  <a:pt x="2127759" y="4736646"/>
                  <a:pt x="2140182" y="4754178"/>
                  <a:pt x="2157888" y="4761667"/>
                </a:cubicBezTo>
                <a:lnTo>
                  <a:pt x="2164900" y="4763844"/>
                </a:lnTo>
                <a:lnTo>
                  <a:pt x="2161632" y="4767804"/>
                </a:lnTo>
                <a:cubicBezTo>
                  <a:pt x="2156314" y="4775677"/>
                  <a:pt x="2153208" y="4785169"/>
                  <a:pt x="2153208" y="4795386"/>
                </a:cubicBezTo>
                <a:cubicBezTo>
                  <a:pt x="2153208" y="4822631"/>
                  <a:pt x="2175294" y="4844717"/>
                  <a:pt x="2202539" y="4844717"/>
                </a:cubicBezTo>
                <a:cubicBezTo>
                  <a:pt x="2205944" y="4844717"/>
                  <a:pt x="2209269" y="4844372"/>
                  <a:pt x="2212481" y="4843715"/>
                </a:cubicBezTo>
                <a:lnTo>
                  <a:pt x="2221419" y="4840941"/>
                </a:lnTo>
                <a:lnTo>
                  <a:pt x="2221070" y="4844398"/>
                </a:lnTo>
                <a:cubicBezTo>
                  <a:pt x="2221070" y="4871643"/>
                  <a:pt x="2243157" y="4893730"/>
                  <a:pt x="2270403" y="4893730"/>
                </a:cubicBezTo>
                <a:close/>
                <a:moveTo>
                  <a:pt x="1561150" y="4893730"/>
                </a:moveTo>
                <a:cubicBezTo>
                  <a:pt x="1574773" y="4893730"/>
                  <a:pt x="1587106" y="4888208"/>
                  <a:pt x="1596033" y="4879281"/>
                </a:cubicBezTo>
                <a:lnTo>
                  <a:pt x="1601680" y="4872437"/>
                </a:lnTo>
                <a:lnTo>
                  <a:pt x="1607327" y="4879281"/>
                </a:lnTo>
                <a:cubicBezTo>
                  <a:pt x="1616254" y="4888208"/>
                  <a:pt x="1628587" y="4893730"/>
                  <a:pt x="1642209" y="4893730"/>
                </a:cubicBezTo>
                <a:cubicBezTo>
                  <a:pt x="1669454" y="4893730"/>
                  <a:pt x="1691542" y="4871643"/>
                  <a:pt x="1691542" y="4844398"/>
                </a:cubicBezTo>
                <a:lnTo>
                  <a:pt x="1691193" y="4840941"/>
                </a:lnTo>
                <a:lnTo>
                  <a:pt x="1700131" y="4843715"/>
                </a:lnTo>
                <a:cubicBezTo>
                  <a:pt x="1703343" y="4844372"/>
                  <a:pt x="1706668" y="4844717"/>
                  <a:pt x="1710073" y="4844717"/>
                </a:cubicBezTo>
                <a:cubicBezTo>
                  <a:pt x="1737319" y="4844717"/>
                  <a:pt x="1759405" y="4822631"/>
                  <a:pt x="1759405" y="4795386"/>
                </a:cubicBezTo>
                <a:cubicBezTo>
                  <a:pt x="1759405" y="4785169"/>
                  <a:pt x="1756299" y="4775677"/>
                  <a:pt x="1750980" y="4767804"/>
                </a:cubicBezTo>
                <a:lnTo>
                  <a:pt x="1747712" y="4763844"/>
                </a:lnTo>
                <a:lnTo>
                  <a:pt x="1754724" y="4761667"/>
                </a:lnTo>
                <a:cubicBezTo>
                  <a:pt x="1772430" y="4754178"/>
                  <a:pt x="1784854" y="4736646"/>
                  <a:pt x="1784854" y="4716212"/>
                </a:cubicBezTo>
                <a:cubicBezTo>
                  <a:pt x="1784854" y="4695778"/>
                  <a:pt x="1772430" y="4678246"/>
                  <a:pt x="1754724" y="4670757"/>
                </a:cubicBezTo>
                <a:lnTo>
                  <a:pt x="1748345" y="4668777"/>
                </a:lnTo>
                <a:lnTo>
                  <a:pt x="1750980" y="4665583"/>
                </a:lnTo>
                <a:cubicBezTo>
                  <a:pt x="1756299" y="4657709"/>
                  <a:pt x="1759405" y="4648218"/>
                  <a:pt x="1759405" y="4638001"/>
                </a:cubicBezTo>
                <a:cubicBezTo>
                  <a:pt x="1759405" y="4610756"/>
                  <a:pt x="1737319" y="4588669"/>
                  <a:pt x="1710073" y="4588669"/>
                </a:cubicBezTo>
                <a:cubicBezTo>
                  <a:pt x="1704965" y="4588669"/>
                  <a:pt x="1700038" y="4589446"/>
                  <a:pt x="1695403" y="4590887"/>
                </a:cubicBezTo>
                <a:lnTo>
                  <a:pt x="1691144" y="4592935"/>
                </a:lnTo>
                <a:lnTo>
                  <a:pt x="1691542" y="4588989"/>
                </a:lnTo>
                <a:cubicBezTo>
                  <a:pt x="1691542" y="4561743"/>
                  <a:pt x="1669455" y="4539657"/>
                  <a:pt x="1642209" y="4539657"/>
                </a:cubicBezTo>
                <a:cubicBezTo>
                  <a:pt x="1628587" y="4539657"/>
                  <a:pt x="1616254" y="4545179"/>
                  <a:pt x="1607327" y="4554106"/>
                </a:cubicBezTo>
                <a:lnTo>
                  <a:pt x="1601680" y="4560950"/>
                </a:lnTo>
                <a:lnTo>
                  <a:pt x="1596034" y="4554106"/>
                </a:lnTo>
                <a:cubicBezTo>
                  <a:pt x="1587106" y="4545179"/>
                  <a:pt x="1574773" y="4539657"/>
                  <a:pt x="1561151" y="4539657"/>
                </a:cubicBezTo>
                <a:cubicBezTo>
                  <a:pt x="1533905" y="4539657"/>
                  <a:pt x="1511819" y="4561743"/>
                  <a:pt x="1511819" y="4588989"/>
                </a:cubicBezTo>
                <a:lnTo>
                  <a:pt x="1512167" y="4592446"/>
                </a:lnTo>
                <a:lnTo>
                  <a:pt x="1503230" y="4589671"/>
                </a:lnTo>
                <a:cubicBezTo>
                  <a:pt x="1500018" y="4589014"/>
                  <a:pt x="1496692" y="4588669"/>
                  <a:pt x="1493287" y="4588669"/>
                </a:cubicBezTo>
                <a:cubicBezTo>
                  <a:pt x="1466041" y="4588669"/>
                  <a:pt x="1443955" y="4610756"/>
                  <a:pt x="1443955" y="4638001"/>
                </a:cubicBezTo>
                <a:cubicBezTo>
                  <a:pt x="1443955" y="4648218"/>
                  <a:pt x="1447060" y="4657709"/>
                  <a:pt x="1452380" y="4665583"/>
                </a:cubicBezTo>
                <a:lnTo>
                  <a:pt x="1455015" y="4668777"/>
                </a:lnTo>
                <a:lnTo>
                  <a:pt x="1448636" y="4670757"/>
                </a:lnTo>
                <a:cubicBezTo>
                  <a:pt x="1430930" y="4678246"/>
                  <a:pt x="1418506" y="4695778"/>
                  <a:pt x="1418506" y="4716212"/>
                </a:cubicBezTo>
                <a:cubicBezTo>
                  <a:pt x="1418506" y="4736646"/>
                  <a:pt x="1430930" y="4754178"/>
                  <a:pt x="1448636" y="4761667"/>
                </a:cubicBezTo>
                <a:lnTo>
                  <a:pt x="1455648" y="4763844"/>
                </a:lnTo>
                <a:lnTo>
                  <a:pt x="1452380" y="4767804"/>
                </a:lnTo>
                <a:cubicBezTo>
                  <a:pt x="1447060" y="4775677"/>
                  <a:pt x="1443955" y="4785169"/>
                  <a:pt x="1443955" y="4795386"/>
                </a:cubicBezTo>
                <a:cubicBezTo>
                  <a:pt x="1443955" y="4822631"/>
                  <a:pt x="1466041" y="4844717"/>
                  <a:pt x="1493287" y="4844717"/>
                </a:cubicBezTo>
                <a:cubicBezTo>
                  <a:pt x="1496692" y="4844717"/>
                  <a:pt x="1500018" y="4844372"/>
                  <a:pt x="1503230" y="4843715"/>
                </a:cubicBezTo>
                <a:lnTo>
                  <a:pt x="1512167" y="4840941"/>
                </a:lnTo>
                <a:lnTo>
                  <a:pt x="1511818" y="4844398"/>
                </a:lnTo>
                <a:cubicBezTo>
                  <a:pt x="1511818" y="4871643"/>
                  <a:pt x="1533905" y="4893730"/>
                  <a:pt x="1561150" y="4893730"/>
                </a:cubicBezTo>
                <a:close/>
                <a:moveTo>
                  <a:pt x="851898" y="4893730"/>
                </a:moveTo>
                <a:cubicBezTo>
                  <a:pt x="865520" y="4893730"/>
                  <a:pt x="877853" y="4888208"/>
                  <a:pt x="886780" y="4879281"/>
                </a:cubicBezTo>
                <a:lnTo>
                  <a:pt x="892427" y="4872437"/>
                </a:lnTo>
                <a:lnTo>
                  <a:pt x="898074" y="4879281"/>
                </a:lnTo>
                <a:cubicBezTo>
                  <a:pt x="907001" y="4888208"/>
                  <a:pt x="919337" y="4893730"/>
                  <a:pt x="932958" y="4893730"/>
                </a:cubicBezTo>
                <a:cubicBezTo>
                  <a:pt x="960204" y="4893730"/>
                  <a:pt x="982290" y="4871643"/>
                  <a:pt x="982290" y="4844398"/>
                </a:cubicBezTo>
                <a:lnTo>
                  <a:pt x="981941" y="4840941"/>
                </a:lnTo>
                <a:lnTo>
                  <a:pt x="990880" y="4843715"/>
                </a:lnTo>
                <a:cubicBezTo>
                  <a:pt x="994091" y="4844372"/>
                  <a:pt x="997417" y="4844717"/>
                  <a:pt x="1000822" y="4844717"/>
                </a:cubicBezTo>
                <a:cubicBezTo>
                  <a:pt x="1028066" y="4844717"/>
                  <a:pt x="1050154" y="4822631"/>
                  <a:pt x="1050154" y="4795386"/>
                </a:cubicBezTo>
                <a:cubicBezTo>
                  <a:pt x="1050154" y="4785169"/>
                  <a:pt x="1047048" y="4775677"/>
                  <a:pt x="1041729" y="4767804"/>
                </a:cubicBezTo>
                <a:lnTo>
                  <a:pt x="1038461" y="4763844"/>
                </a:lnTo>
                <a:lnTo>
                  <a:pt x="1045473" y="4761667"/>
                </a:lnTo>
                <a:cubicBezTo>
                  <a:pt x="1063179" y="4754178"/>
                  <a:pt x="1075602" y="4736646"/>
                  <a:pt x="1075602" y="4716212"/>
                </a:cubicBezTo>
                <a:cubicBezTo>
                  <a:pt x="1075602" y="4695778"/>
                  <a:pt x="1063179" y="4678246"/>
                  <a:pt x="1045473" y="4670757"/>
                </a:cubicBezTo>
                <a:lnTo>
                  <a:pt x="1039092" y="4668777"/>
                </a:lnTo>
                <a:lnTo>
                  <a:pt x="1041729" y="4665583"/>
                </a:lnTo>
                <a:cubicBezTo>
                  <a:pt x="1047048" y="4657709"/>
                  <a:pt x="1050154" y="4648218"/>
                  <a:pt x="1050154" y="4638001"/>
                </a:cubicBezTo>
                <a:cubicBezTo>
                  <a:pt x="1050154" y="4610756"/>
                  <a:pt x="1028066" y="4588669"/>
                  <a:pt x="1000822" y="4588669"/>
                </a:cubicBezTo>
                <a:cubicBezTo>
                  <a:pt x="995713" y="4588669"/>
                  <a:pt x="990787" y="4589446"/>
                  <a:pt x="986151" y="4590887"/>
                </a:cubicBezTo>
                <a:lnTo>
                  <a:pt x="981892" y="4592935"/>
                </a:lnTo>
                <a:lnTo>
                  <a:pt x="982290" y="4588989"/>
                </a:lnTo>
                <a:cubicBezTo>
                  <a:pt x="982290" y="4561743"/>
                  <a:pt x="960204" y="4539657"/>
                  <a:pt x="932959" y="4539657"/>
                </a:cubicBezTo>
                <a:cubicBezTo>
                  <a:pt x="919337" y="4539657"/>
                  <a:pt x="907001" y="4545179"/>
                  <a:pt x="898074" y="4554106"/>
                </a:cubicBezTo>
                <a:lnTo>
                  <a:pt x="892427" y="4560950"/>
                </a:lnTo>
                <a:lnTo>
                  <a:pt x="886781" y="4554106"/>
                </a:lnTo>
                <a:cubicBezTo>
                  <a:pt x="877854" y="4545179"/>
                  <a:pt x="865520" y="4539657"/>
                  <a:pt x="851898" y="4539657"/>
                </a:cubicBezTo>
                <a:cubicBezTo>
                  <a:pt x="824653" y="4539657"/>
                  <a:pt x="802566" y="4561743"/>
                  <a:pt x="802566" y="4588989"/>
                </a:cubicBezTo>
                <a:lnTo>
                  <a:pt x="802914" y="4592446"/>
                </a:lnTo>
                <a:lnTo>
                  <a:pt x="793976" y="4589671"/>
                </a:lnTo>
                <a:cubicBezTo>
                  <a:pt x="790765" y="4589014"/>
                  <a:pt x="787440" y="4588669"/>
                  <a:pt x="784034" y="4588669"/>
                </a:cubicBezTo>
                <a:cubicBezTo>
                  <a:pt x="756789" y="4588669"/>
                  <a:pt x="734702" y="4610756"/>
                  <a:pt x="734702" y="4638001"/>
                </a:cubicBezTo>
                <a:cubicBezTo>
                  <a:pt x="734702" y="4648218"/>
                  <a:pt x="737808" y="4657709"/>
                  <a:pt x="743127" y="4665583"/>
                </a:cubicBezTo>
                <a:lnTo>
                  <a:pt x="745763" y="4668777"/>
                </a:lnTo>
                <a:lnTo>
                  <a:pt x="739383" y="4670757"/>
                </a:lnTo>
                <a:cubicBezTo>
                  <a:pt x="721677" y="4678246"/>
                  <a:pt x="709253" y="4695778"/>
                  <a:pt x="709253" y="4716212"/>
                </a:cubicBezTo>
                <a:cubicBezTo>
                  <a:pt x="709253" y="4736646"/>
                  <a:pt x="721677" y="4754178"/>
                  <a:pt x="739383" y="4761667"/>
                </a:cubicBezTo>
                <a:lnTo>
                  <a:pt x="746395" y="4763844"/>
                </a:lnTo>
                <a:lnTo>
                  <a:pt x="743127" y="4767804"/>
                </a:lnTo>
                <a:cubicBezTo>
                  <a:pt x="737808" y="4775677"/>
                  <a:pt x="734702" y="4785169"/>
                  <a:pt x="734702" y="4795386"/>
                </a:cubicBezTo>
                <a:cubicBezTo>
                  <a:pt x="734702" y="4822631"/>
                  <a:pt x="756789" y="4844717"/>
                  <a:pt x="784034" y="4844717"/>
                </a:cubicBezTo>
                <a:cubicBezTo>
                  <a:pt x="787440" y="4844717"/>
                  <a:pt x="790765" y="4844372"/>
                  <a:pt x="793976" y="4843715"/>
                </a:cubicBezTo>
                <a:lnTo>
                  <a:pt x="802914" y="4840941"/>
                </a:lnTo>
                <a:lnTo>
                  <a:pt x="802566" y="4844398"/>
                </a:lnTo>
                <a:cubicBezTo>
                  <a:pt x="802566" y="4871643"/>
                  <a:pt x="824652" y="4893730"/>
                  <a:pt x="851898" y="4893730"/>
                </a:cubicBezTo>
                <a:close/>
                <a:moveTo>
                  <a:pt x="142646" y="4893730"/>
                </a:moveTo>
                <a:cubicBezTo>
                  <a:pt x="156269" y="4893730"/>
                  <a:pt x="168602" y="4888208"/>
                  <a:pt x="177529" y="4879281"/>
                </a:cubicBezTo>
                <a:lnTo>
                  <a:pt x="183175" y="4872437"/>
                </a:lnTo>
                <a:lnTo>
                  <a:pt x="188822" y="4879281"/>
                </a:lnTo>
                <a:cubicBezTo>
                  <a:pt x="197750" y="4888208"/>
                  <a:pt x="210083" y="4893730"/>
                  <a:pt x="223705" y="4893730"/>
                </a:cubicBezTo>
                <a:cubicBezTo>
                  <a:pt x="250950" y="4893730"/>
                  <a:pt x="273037" y="4871643"/>
                  <a:pt x="273037" y="4844398"/>
                </a:cubicBezTo>
                <a:lnTo>
                  <a:pt x="272688" y="4840941"/>
                </a:lnTo>
                <a:lnTo>
                  <a:pt x="281627" y="4843715"/>
                </a:lnTo>
                <a:cubicBezTo>
                  <a:pt x="284838" y="4844372"/>
                  <a:pt x="288163" y="4844717"/>
                  <a:pt x="291569" y="4844717"/>
                </a:cubicBezTo>
                <a:cubicBezTo>
                  <a:pt x="318814" y="4844717"/>
                  <a:pt x="340901" y="4822631"/>
                  <a:pt x="340901" y="4795386"/>
                </a:cubicBezTo>
                <a:cubicBezTo>
                  <a:pt x="340901" y="4785169"/>
                  <a:pt x="337795" y="4775677"/>
                  <a:pt x="332476" y="4767804"/>
                </a:cubicBezTo>
                <a:lnTo>
                  <a:pt x="329208" y="4763844"/>
                </a:lnTo>
                <a:lnTo>
                  <a:pt x="336220" y="4761667"/>
                </a:lnTo>
                <a:cubicBezTo>
                  <a:pt x="353926" y="4754178"/>
                  <a:pt x="366349" y="4736646"/>
                  <a:pt x="366349" y="4716212"/>
                </a:cubicBezTo>
                <a:cubicBezTo>
                  <a:pt x="366349" y="4695778"/>
                  <a:pt x="353926" y="4678246"/>
                  <a:pt x="336220" y="4670757"/>
                </a:cubicBezTo>
                <a:lnTo>
                  <a:pt x="329840" y="4668777"/>
                </a:lnTo>
                <a:lnTo>
                  <a:pt x="332476" y="4665583"/>
                </a:lnTo>
                <a:cubicBezTo>
                  <a:pt x="337795" y="4657709"/>
                  <a:pt x="340901" y="4648218"/>
                  <a:pt x="340901" y="4638001"/>
                </a:cubicBezTo>
                <a:cubicBezTo>
                  <a:pt x="340901" y="4610756"/>
                  <a:pt x="318814" y="4588669"/>
                  <a:pt x="291569" y="4588669"/>
                </a:cubicBezTo>
                <a:cubicBezTo>
                  <a:pt x="286460" y="4588669"/>
                  <a:pt x="281533" y="4589446"/>
                  <a:pt x="276899" y="4590887"/>
                </a:cubicBezTo>
                <a:lnTo>
                  <a:pt x="272640" y="4592935"/>
                </a:lnTo>
                <a:lnTo>
                  <a:pt x="273037" y="4588989"/>
                </a:lnTo>
                <a:cubicBezTo>
                  <a:pt x="273037" y="4561743"/>
                  <a:pt x="250951" y="4539657"/>
                  <a:pt x="223705" y="4539657"/>
                </a:cubicBezTo>
                <a:cubicBezTo>
                  <a:pt x="210083" y="4539657"/>
                  <a:pt x="197750" y="4545179"/>
                  <a:pt x="188823" y="4554106"/>
                </a:cubicBezTo>
                <a:lnTo>
                  <a:pt x="183176" y="4560950"/>
                </a:lnTo>
                <a:lnTo>
                  <a:pt x="177529" y="4554106"/>
                </a:lnTo>
                <a:cubicBezTo>
                  <a:pt x="168602" y="4545179"/>
                  <a:pt x="156269" y="4539657"/>
                  <a:pt x="142646" y="4539657"/>
                </a:cubicBezTo>
                <a:cubicBezTo>
                  <a:pt x="115401" y="4539657"/>
                  <a:pt x="93314" y="4561743"/>
                  <a:pt x="93314" y="4588989"/>
                </a:cubicBezTo>
                <a:lnTo>
                  <a:pt x="93663" y="4592446"/>
                </a:lnTo>
                <a:lnTo>
                  <a:pt x="84725" y="4589671"/>
                </a:lnTo>
                <a:cubicBezTo>
                  <a:pt x="81513" y="4589014"/>
                  <a:pt x="78188" y="4588669"/>
                  <a:pt x="74783" y="4588669"/>
                </a:cubicBezTo>
                <a:cubicBezTo>
                  <a:pt x="47537" y="4588669"/>
                  <a:pt x="25451" y="4610756"/>
                  <a:pt x="25451" y="4638001"/>
                </a:cubicBezTo>
                <a:cubicBezTo>
                  <a:pt x="25451" y="4648218"/>
                  <a:pt x="28557" y="4657709"/>
                  <a:pt x="33876" y="4665583"/>
                </a:cubicBezTo>
                <a:lnTo>
                  <a:pt x="36511" y="4668777"/>
                </a:lnTo>
                <a:lnTo>
                  <a:pt x="30131" y="4670757"/>
                </a:lnTo>
                <a:cubicBezTo>
                  <a:pt x="12426" y="4678246"/>
                  <a:pt x="2" y="4695778"/>
                  <a:pt x="2" y="4716212"/>
                </a:cubicBezTo>
                <a:cubicBezTo>
                  <a:pt x="2" y="4736646"/>
                  <a:pt x="12426" y="4754178"/>
                  <a:pt x="30131" y="4761667"/>
                </a:cubicBezTo>
                <a:lnTo>
                  <a:pt x="37144" y="4763844"/>
                </a:lnTo>
                <a:lnTo>
                  <a:pt x="33876" y="4767804"/>
                </a:lnTo>
                <a:cubicBezTo>
                  <a:pt x="28557" y="4775677"/>
                  <a:pt x="25451" y="4785169"/>
                  <a:pt x="25451" y="4795386"/>
                </a:cubicBezTo>
                <a:cubicBezTo>
                  <a:pt x="25451" y="4822631"/>
                  <a:pt x="47537" y="4844717"/>
                  <a:pt x="74783" y="4844717"/>
                </a:cubicBezTo>
                <a:cubicBezTo>
                  <a:pt x="78188" y="4844717"/>
                  <a:pt x="81513" y="4844372"/>
                  <a:pt x="84725" y="4843715"/>
                </a:cubicBezTo>
                <a:lnTo>
                  <a:pt x="93663" y="4840941"/>
                </a:lnTo>
                <a:lnTo>
                  <a:pt x="93314" y="4844398"/>
                </a:lnTo>
                <a:cubicBezTo>
                  <a:pt x="93314" y="4871643"/>
                  <a:pt x="115401" y="4893730"/>
                  <a:pt x="142646" y="489373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Text Placeholder 18">
            <a:extLst>
              <a:ext uri="{FF2B5EF4-FFF2-40B4-BE49-F238E27FC236}">
                <a16:creationId xmlns:a16="http://schemas.microsoft.com/office/drawing/2014/main" id="{A0962502-0013-77C2-9858-EA9284577F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34067" y="1092199"/>
            <a:ext cx="5875866" cy="2959100"/>
          </a:xfrm>
        </p:spPr>
        <p:txBody>
          <a:bodyPr anchor="ctr">
            <a:noAutofit/>
          </a:bodyPr>
          <a:lstStyle>
            <a:lvl1pPr marL="0" indent="0" algn="ctr">
              <a:buNone/>
              <a:defRPr sz="45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70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70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70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70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Statement Text</a:t>
            </a:r>
          </a:p>
        </p:txBody>
      </p:sp>
    </p:spTree>
    <p:extLst>
      <p:ext uri="{BB962C8B-B14F-4D97-AF65-F5344CB8AC3E}">
        <p14:creationId xmlns:p14="http://schemas.microsoft.com/office/powerpoint/2010/main" val="9885504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Statement Slide | Frame-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9AB767B-5D1D-0E96-8010-15EE708036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347B7C-6A57-24B0-1CB5-AFD6F68C1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©2024 Girl Scouts of the USA. All Rights Reserved. Not for public distribution.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D03D312-6F91-C655-8A1D-38D39468B676}"/>
              </a:ext>
            </a:extLst>
          </p:cNvPr>
          <p:cNvGrpSpPr/>
          <p:nvPr userDrawn="1"/>
        </p:nvGrpSpPr>
        <p:grpSpPr>
          <a:xfrm>
            <a:off x="157818" y="173258"/>
            <a:ext cx="8822758" cy="4476474"/>
            <a:chOff x="421988" y="396706"/>
            <a:chExt cx="11348025" cy="5757739"/>
          </a:xfrm>
          <a:solidFill>
            <a:schemeClr val="bg2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52241305-B02B-2CF0-540E-36136399BCEE}"/>
                </a:ext>
              </a:extLst>
            </p:cNvPr>
            <p:cNvSpPr/>
            <p:nvPr/>
          </p:nvSpPr>
          <p:spPr>
            <a:xfrm>
              <a:off x="1145985" y="396706"/>
              <a:ext cx="542575" cy="272910"/>
            </a:xfrm>
            <a:custGeom>
              <a:avLst/>
              <a:gdLst>
                <a:gd name="connsiteX0" fmla="*/ 570975 w 1141950"/>
                <a:gd name="connsiteY0" fmla="*/ 0 h 574390"/>
                <a:gd name="connsiteX1" fmla="*/ 1141950 w 1141950"/>
                <a:gd name="connsiteY1" fmla="*/ 570975 h 574390"/>
                <a:gd name="connsiteX2" fmla="*/ 1141606 w 1141950"/>
                <a:gd name="connsiteY2" fmla="*/ 574390 h 574390"/>
                <a:gd name="connsiteX3" fmla="*/ 345 w 1141950"/>
                <a:gd name="connsiteY3" fmla="*/ 574390 h 574390"/>
                <a:gd name="connsiteX4" fmla="*/ 0 w 1141950"/>
                <a:gd name="connsiteY4" fmla="*/ 570975 h 574390"/>
                <a:gd name="connsiteX5" fmla="*/ 570975 w 1141950"/>
                <a:gd name="connsiteY5" fmla="*/ 0 h 57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1950" h="574390">
                  <a:moveTo>
                    <a:pt x="570975" y="0"/>
                  </a:moveTo>
                  <a:cubicBezTo>
                    <a:pt x="886316" y="0"/>
                    <a:pt x="1141950" y="255634"/>
                    <a:pt x="1141950" y="570975"/>
                  </a:cubicBezTo>
                  <a:lnTo>
                    <a:pt x="1141606" y="574390"/>
                  </a:lnTo>
                  <a:lnTo>
                    <a:pt x="345" y="574390"/>
                  </a:lnTo>
                  <a:lnTo>
                    <a:pt x="0" y="570975"/>
                  </a:lnTo>
                  <a:cubicBezTo>
                    <a:pt x="0" y="255634"/>
                    <a:pt x="255634" y="0"/>
                    <a:pt x="5709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7A2F556B-1205-67A3-857F-7938B8C791C5}"/>
                </a:ext>
              </a:extLst>
            </p:cNvPr>
            <p:cNvSpPr/>
            <p:nvPr/>
          </p:nvSpPr>
          <p:spPr>
            <a:xfrm rot="10800000">
              <a:off x="421988" y="397483"/>
              <a:ext cx="550362" cy="271355"/>
            </a:xfrm>
            <a:custGeom>
              <a:avLst/>
              <a:gdLst>
                <a:gd name="connsiteX0" fmla="*/ 760815 w 1521631"/>
                <a:gd name="connsiteY0" fmla="*/ 0 h 750239"/>
                <a:gd name="connsiteX1" fmla="*/ 1507335 w 1521631"/>
                <a:gd name="connsiteY1" fmla="*/ 608431 h 750239"/>
                <a:gd name="connsiteX2" fmla="*/ 1521631 w 1521631"/>
                <a:gd name="connsiteY2" fmla="*/ 750239 h 750239"/>
                <a:gd name="connsiteX3" fmla="*/ 1214421 w 1521631"/>
                <a:gd name="connsiteY3" fmla="*/ 750239 h 750239"/>
                <a:gd name="connsiteX4" fmla="*/ 1206367 w 1521631"/>
                <a:gd name="connsiteY4" fmla="*/ 670345 h 750239"/>
                <a:gd name="connsiteX5" fmla="*/ 760814 w 1521631"/>
                <a:gd name="connsiteY5" fmla="*/ 307209 h 750239"/>
                <a:gd name="connsiteX6" fmla="*/ 315262 w 1521631"/>
                <a:gd name="connsiteY6" fmla="*/ 670345 h 750239"/>
                <a:gd name="connsiteX7" fmla="*/ 307208 w 1521631"/>
                <a:gd name="connsiteY7" fmla="*/ 750239 h 750239"/>
                <a:gd name="connsiteX8" fmla="*/ 0 w 1521631"/>
                <a:gd name="connsiteY8" fmla="*/ 750239 h 750239"/>
                <a:gd name="connsiteX9" fmla="*/ 14295 w 1521631"/>
                <a:gd name="connsiteY9" fmla="*/ 608431 h 750239"/>
                <a:gd name="connsiteX10" fmla="*/ 760815 w 1521631"/>
                <a:gd name="connsiteY10" fmla="*/ 0 h 75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31" h="750239">
                  <a:moveTo>
                    <a:pt x="760815" y="0"/>
                  </a:moveTo>
                  <a:cubicBezTo>
                    <a:pt x="1129052" y="0"/>
                    <a:pt x="1436281" y="261200"/>
                    <a:pt x="1507335" y="608431"/>
                  </a:cubicBezTo>
                  <a:lnTo>
                    <a:pt x="1521631" y="750239"/>
                  </a:lnTo>
                  <a:lnTo>
                    <a:pt x="1214421" y="750239"/>
                  </a:lnTo>
                  <a:lnTo>
                    <a:pt x="1206367" y="670345"/>
                  </a:lnTo>
                  <a:cubicBezTo>
                    <a:pt x="1163959" y="463104"/>
                    <a:pt x="980592" y="307209"/>
                    <a:pt x="760814" y="307209"/>
                  </a:cubicBezTo>
                  <a:cubicBezTo>
                    <a:pt x="541036" y="307209"/>
                    <a:pt x="357670" y="463104"/>
                    <a:pt x="315262" y="670345"/>
                  </a:cubicBezTo>
                  <a:lnTo>
                    <a:pt x="307208" y="750239"/>
                  </a:lnTo>
                  <a:lnTo>
                    <a:pt x="0" y="750239"/>
                  </a:lnTo>
                  <a:lnTo>
                    <a:pt x="14295" y="608431"/>
                  </a:lnTo>
                  <a:cubicBezTo>
                    <a:pt x="85349" y="261200"/>
                    <a:pt x="392579" y="0"/>
                    <a:pt x="76081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7975838A-821D-027F-AE4C-A69668CD936E}"/>
                </a:ext>
              </a:extLst>
            </p:cNvPr>
            <p:cNvSpPr/>
            <p:nvPr/>
          </p:nvSpPr>
          <p:spPr>
            <a:xfrm>
              <a:off x="2586193" y="396706"/>
              <a:ext cx="542575" cy="272910"/>
            </a:xfrm>
            <a:custGeom>
              <a:avLst/>
              <a:gdLst>
                <a:gd name="connsiteX0" fmla="*/ 570975 w 1141950"/>
                <a:gd name="connsiteY0" fmla="*/ 0 h 574390"/>
                <a:gd name="connsiteX1" fmla="*/ 1141950 w 1141950"/>
                <a:gd name="connsiteY1" fmla="*/ 570975 h 574390"/>
                <a:gd name="connsiteX2" fmla="*/ 1141606 w 1141950"/>
                <a:gd name="connsiteY2" fmla="*/ 574390 h 574390"/>
                <a:gd name="connsiteX3" fmla="*/ 345 w 1141950"/>
                <a:gd name="connsiteY3" fmla="*/ 574390 h 574390"/>
                <a:gd name="connsiteX4" fmla="*/ 0 w 1141950"/>
                <a:gd name="connsiteY4" fmla="*/ 570975 h 574390"/>
                <a:gd name="connsiteX5" fmla="*/ 570975 w 1141950"/>
                <a:gd name="connsiteY5" fmla="*/ 0 h 57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1950" h="574390">
                  <a:moveTo>
                    <a:pt x="570975" y="0"/>
                  </a:moveTo>
                  <a:cubicBezTo>
                    <a:pt x="886316" y="0"/>
                    <a:pt x="1141950" y="255634"/>
                    <a:pt x="1141950" y="570975"/>
                  </a:cubicBezTo>
                  <a:lnTo>
                    <a:pt x="1141606" y="574390"/>
                  </a:lnTo>
                  <a:lnTo>
                    <a:pt x="345" y="574390"/>
                  </a:lnTo>
                  <a:lnTo>
                    <a:pt x="0" y="570975"/>
                  </a:lnTo>
                  <a:cubicBezTo>
                    <a:pt x="0" y="255634"/>
                    <a:pt x="255634" y="0"/>
                    <a:pt x="5709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F886B4FC-FAD8-ED97-AA8B-5DF94AA4FE5D}"/>
                </a:ext>
              </a:extLst>
            </p:cNvPr>
            <p:cNvSpPr/>
            <p:nvPr/>
          </p:nvSpPr>
          <p:spPr>
            <a:xfrm rot="10800000">
              <a:off x="1862196" y="397483"/>
              <a:ext cx="550362" cy="271355"/>
            </a:xfrm>
            <a:custGeom>
              <a:avLst/>
              <a:gdLst>
                <a:gd name="connsiteX0" fmla="*/ 760815 w 1521631"/>
                <a:gd name="connsiteY0" fmla="*/ 0 h 750239"/>
                <a:gd name="connsiteX1" fmla="*/ 1507335 w 1521631"/>
                <a:gd name="connsiteY1" fmla="*/ 608431 h 750239"/>
                <a:gd name="connsiteX2" fmla="*/ 1521631 w 1521631"/>
                <a:gd name="connsiteY2" fmla="*/ 750239 h 750239"/>
                <a:gd name="connsiteX3" fmla="*/ 1214421 w 1521631"/>
                <a:gd name="connsiteY3" fmla="*/ 750239 h 750239"/>
                <a:gd name="connsiteX4" fmla="*/ 1206367 w 1521631"/>
                <a:gd name="connsiteY4" fmla="*/ 670345 h 750239"/>
                <a:gd name="connsiteX5" fmla="*/ 760814 w 1521631"/>
                <a:gd name="connsiteY5" fmla="*/ 307209 h 750239"/>
                <a:gd name="connsiteX6" fmla="*/ 315262 w 1521631"/>
                <a:gd name="connsiteY6" fmla="*/ 670345 h 750239"/>
                <a:gd name="connsiteX7" fmla="*/ 307208 w 1521631"/>
                <a:gd name="connsiteY7" fmla="*/ 750239 h 750239"/>
                <a:gd name="connsiteX8" fmla="*/ 0 w 1521631"/>
                <a:gd name="connsiteY8" fmla="*/ 750239 h 750239"/>
                <a:gd name="connsiteX9" fmla="*/ 14295 w 1521631"/>
                <a:gd name="connsiteY9" fmla="*/ 608431 h 750239"/>
                <a:gd name="connsiteX10" fmla="*/ 760815 w 1521631"/>
                <a:gd name="connsiteY10" fmla="*/ 0 h 75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31" h="750239">
                  <a:moveTo>
                    <a:pt x="760815" y="0"/>
                  </a:moveTo>
                  <a:cubicBezTo>
                    <a:pt x="1129052" y="0"/>
                    <a:pt x="1436281" y="261200"/>
                    <a:pt x="1507335" y="608431"/>
                  </a:cubicBezTo>
                  <a:lnTo>
                    <a:pt x="1521631" y="750239"/>
                  </a:lnTo>
                  <a:lnTo>
                    <a:pt x="1214421" y="750239"/>
                  </a:lnTo>
                  <a:lnTo>
                    <a:pt x="1206367" y="670345"/>
                  </a:lnTo>
                  <a:cubicBezTo>
                    <a:pt x="1163959" y="463104"/>
                    <a:pt x="980592" y="307209"/>
                    <a:pt x="760814" y="307209"/>
                  </a:cubicBezTo>
                  <a:cubicBezTo>
                    <a:pt x="541036" y="307209"/>
                    <a:pt x="357670" y="463104"/>
                    <a:pt x="315262" y="670345"/>
                  </a:cubicBezTo>
                  <a:lnTo>
                    <a:pt x="307208" y="750239"/>
                  </a:lnTo>
                  <a:lnTo>
                    <a:pt x="0" y="750239"/>
                  </a:lnTo>
                  <a:lnTo>
                    <a:pt x="14295" y="608431"/>
                  </a:lnTo>
                  <a:cubicBezTo>
                    <a:pt x="85349" y="261200"/>
                    <a:pt x="392579" y="0"/>
                    <a:pt x="76081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88827E0B-BC17-8EAD-4020-44C283792CC2}"/>
                </a:ext>
              </a:extLst>
            </p:cNvPr>
            <p:cNvSpPr/>
            <p:nvPr/>
          </p:nvSpPr>
          <p:spPr>
            <a:xfrm>
              <a:off x="4026401" y="396706"/>
              <a:ext cx="542575" cy="272910"/>
            </a:xfrm>
            <a:custGeom>
              <a:avLst/>
              <a:gdLst>
                <a:gd name="connsiteX0" fmla="*/ 570975 w 1141950"/>
                <a:gd name="connsiteY0" fmla="*/ 0 h 574390"/>
                <a:gd name="connsiteX1" fmla="*/ 1141950 w 1141950"/>
                <a:gd name="connsiteY1" fmla="*/ 570975 h 574390"/>
                <a:gd name="connsiteX2" fmla="*/ 1141606 w 1141950"/>
                <a:gd name="connsiteY2" fmla="*/ 574390 h 574390"/>
                <a:gd name="connsiteX3" fmla="*/ 345 w 1141950"/>
                <a:gd name="connsiteY3" fmla="*/ 574390 h 574390"/>
                <a:gd name="connsiteX4" fmla="*/ 0 w 1141950"/>
                <a:gd name="connsiteY4" fmla="*/ 570975 h 574390"/>
                <a:gd name="connsiteX5" fmla="*/ 570975 w 1141950"/>
                <a:gd name="connsiteY5" fmla="*/ 0 h 57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1950" h="574390">
                  <a:moveTo>
                    <a:pt x="570975" y="0"/>
                  </a:moveTo>
                  <a:cubicBezTo>
                    <a:pt x="886316" y="0"/>
                    <a:pt x="1141950" y="255634"/>
                    <a:pt x="1141950" y="570975"/>
                  </a:cubicBezTo>
                  <a:lnTo>
                    <a:pt x="1141606" y="574390"/>
                  </a:lnTo>
                  <a:lnTo>
                    <a:pt x="345" y="574390"/>
                  </a:lnTo>
                  <a:lnTo>
                    <a:pt x="0" y="570975"/>
                  </a:lnTo>
                  <a:cubicBezTo>
                    <a:pt x="0" y="255634"/>
                    <a:pt x="255634" y="0"/>
                    <a:pt x="5709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0E1DF2A1-1409-DCD6-49A9-9CEA93329D22}"/>
                </a:ext>
              </a:extLst>
            </p:cNvPr>
            <p:cNvSpPr/>
            <p:nvPr/>
          </p:nvSpPr>
          <p:spPr>
            <a:xfrm rot="10800000">
              <a:off x="3302403" y="397483"/>
              <a:ext cx="550362" cy="271355"/>
            </a:xfrm>
            <a:custGeom>
              <a:avLst/>
              <a:gdLst>
                <a:gd name="connsiteX0" fmla="*/ 760815 w 1521631"/>
                <a:gd name="connsiteY0" fmla="*/ 0 h 750239"/>
                <a:gd name="connsiteX1" fmla="*/ 1507335 w 1521631"/>
                <a:gd name="connsiteY1" fmla="*/ 608431 h 750239"/>
                <a:gd name="connsiteX2" fmla="*/ 1521631 w 1521631"/>
                <a:gd name="connsiteY2" fmla="*/ 750239 h 750239"/>
                <a:gd name="connsiteX3" fmla="*/ 1214421 w 1521631"/>
                <a:gd name="connsiteY3" fmla="*/ 750239 h 750239"/>
                <a:gd name="connsiteX4" fmla="*/ 1206367 w 1521631"/>
                <a:gd name="connsiteY4" fmla="*/ 670345 h 750239"/>
                <a:gd name="connsiteX5" fmla="*/ 760814 w 1521631"/>
                <a:gd name="connsiteY5" fmla="*/ 307209 h 750239"/>
                <a:gd name="connsiteX6" fmla="*/ 315262 w 1521631"/>
                <a:gd name="connsiteY6" fmla="*/ 670345 h 750239"/>
                <a:gd name="connsiteX7" fmla="*/ 307208 w 1521631"/>
                <a:gd name="connsiteY7" fmla="*/ 750239 h 750239"/>
                <a:gd name="connsiteX8" fmla="*/ 0 w 1521631"/>
                <a:gd name="connsiteY8" fmla="*/ 750239 h 750239"/>
                <a:gd name="connsiteX9" fmla="*/ 14295 w 1521631"/>
                <a:gd name="connsiteY9" fmla="*/ 608431 h 750239"/>
                <a:gd name="connsiteX10" fmla="*/ 760815 w 1521631"/>
                <a:gd name="connsiteY10" fmla="*/ 0 h 75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31" h="750239">
                  <a:moveTo>
                    <a:pt x="760815" y="0"/>
                  </a:moveTo>
                  <a:cubicBezTo>
                    <a:pt x="1129052" y="0"/>
                    <a:pt x="1436281" y="261200"/>
                    <a:pt x="1507335" y="608431"/>
                  </a:cubicBezTo>
                  <a:lnTo>
                    <a:pt x="1521631" y="750239"/>
                  </a:lnTo>
                  <a:lnTo>
                    <a:pt x="1214421" y="750239"/>
                  </a:lnTo>
                  <a:lnTo>
                    <a:pt x="1206367" y="670345"/>
                  </a:lnTo>
                  <a:cubicBezTo>
                    <a:pt x="1163959" y="463104"/>
                    <a:pt x="980592" y="307209"/>
                    <a:pt x="760814" y="307209"/>
                  </a:cubicBezTo>
                  <a:cubicBezTo>
                    <a:pt x="541036" y="307209"/>
                    <a:pt x="357670" y="463104"/>
                    <a:pt x="315262" y="670345"/>
                  </a:cubicBezTo>
                  <a:lnTo>
                    <a:pt x="307208" y="750239"/>
                  </a:lnTo>
                  <a:lnTo>
                    <a:pt x="0" y="750239"/>
                  </a:lnTo>
                  <a:lnTo>
                    <a:pt x="14295" y="608431"/>
                  </a:lnTo>
                  <a:cubicBezTo>
                    <a:pt x="85349" y="261200"/>
                    <a:pt x="392579" y="0"/>
                    <a:pt x="76081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EAB14EBB-04E8-A56B-0BEF-CF663C7853F4}"/>
                </a:ext>
              </a:extLst>
            </p:cNvPr>
            <p:cNvSpPr/>
            <p:nvPr/>
          </p:nvSpPr>
          <p:spPr>
            <a:xfrm>
              <a:off x="5466608" y="396706"/>
              <a:ext cx="542575" cy="272910"/>
            </a:xfrm>
            <a:custGeom>
              <a:avLst/>
              <a:gdLst>
                <a:gd name="connsiteX0" fmla="*/ 570975 w 1141950"/>
                <a:gd name="connsiteY0" fmla="*/ 0 h 574390"/>
                <a:gd name="connsiteX1" fmla="*/ 1141950 w 1141950"/>
                <a:gd name="connsiteY1" fmla="*/ 570975 h 574390"/>
                <a:gd name="connsiteX2" fmla="*/ 1141606 w 1141950"/>
                <a:gd name="connsiteY2" fmla="*/ 574390 h 574390"/>
                <a:gd name="connsiteX3" fmla="*/ 345 w 1141950"/>
                <a:gd name="connsiteY3" fmla="*/ 574390 h 574390"/>
                <a:gd name="connsiteX4" fmla="*/ 0 w 1141950"/>
                <a:gd name="connsiteY4" fmla="*/ 570975 h 574390"/>
                <a:gd name="connsiteX5" fmla="*/ 570975 w 1141950"/>
                <a:gd name="connsiteY5" fmla="*/ 0 h 57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1950" h="574390">
                  <a:moveTo>
                    <a:pt x="570975" y="0"/>
                  </a:moveTo>
                  <a:cubicBezTo>
                    <a:pt x="886316" y="0"/>
                    <a:pt x="1141950" y="255634"/>
                    <a:pt x="1141950" y="570975"/>
                  </a:cubicBezTo>
                  <a:lnTo>
                    <a:pt x="1141606" y="574390"/>
                  </a:lnTo>
                  <a:lnTo>
                    <a:pt x="345" y="574390"/>
                  </a:lnTo>
                  <a:lnTo>
                    <a:pt x="0" y="570975"/>
                  </a:lnTo>
                  <a:cubicBezTo>
                    <a:pt x="0" y="255634"/>
                    <a:pt x="255634" y="0"/>
                    <a:pt x="5709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EE6A7E6F-CB02-0A48-420D-BA97BA9FC377}"/>
                </a:ext>
              </a:extLst>
            </p:cNvPr>
            <p:cNvSpPr/>
            <p:nvPr/>
          </p:nvSpPr>
          <p:spPr>
            <a:xfrm rot="10800000">
              <a:off x="4742611" y="397483"/>
              <a:ext cx="550362" cy="271355"/>
            </a:xfrm>
            <a:custGeom>
              <a:avLst/>
              <a:gdLst>
                <a:gd name="connsiteX0" fmla="*/ 760815 w 1521631"/>
                <a:gd name="connsiteY0" fmla="*/ 0 h 750239"/>
                <a:gd name="connsiteX1" fmla="*/ 1507335 w 1521631"/>
                <a:gd name="connsiteY1" fmla="*/ 608431 h 750239"/>
                <a:gd name="connsiteX2" fmla="*/ 1521631 w 1521631"/>
                <a:gd name="connsiteY2" fmla="*/ 750239 h 750239"/>
                <a:gd name="connsiteX3" fmla="*/ 1214421 w 1521631"/>
                <a:gd name="connsiteY3" fmla="*/ 750239 h 750239"/>
                <a:gd name="connsiteX4" fmla="*/ 1206367 w 1521631"/>
                <a:gd name="connsiteY4" fmla="*/ 670345 h 750239"/>
                <a:gd name="connsiteX5" fmla="*/ 760814 w 1521631"/>
                <a:gd name="connsiteY5" fmla="*/ 307209 h 750239"/>
                <a:gd name="connsiteX6" fmla="*/ 315262 w 1521631"/>
                <a:gd name="connsiteY6" fmla="*/ 670345 h 750239"/>
                <a:gd name="connsiteX7" fmla="*/ 307208 w 1521631"/>
                <a:gd name="connsiteY7" fmla="*/ 750239 h 750239"/>
                <a:gd name="connsiteX8" fmla="*/ 0 w 1521631"/>
                <a:gd name="connsiteY8" fmla="*/ 750239 h 750239"/>
                <a:gd name="connsiteX9" fmla="*/ 14295 w 1521631"/>
                <a:gd name="connsiteY9" fmla="*/ 608431 h 750239"/>
                <a:gd name="connsiteX10" fmla="*/ 760815 w 1521631"/>
                <a:gd name="connsiteY10" fmla="*/ 0 h 75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31" h="750239">
                  <a:moveTo>
                    <a:pt x="760815" y="0"/>
                  </a:moveTo>
                  <a:cubicBezTo>
                    <a:pt x="1129052" y="0"/>
                    <a:pt x="1436281" y="261200"/>
                    <a:pt x="1507335" y="608431"/>
                  </a:cubicBezTo>
                  <a:lnTo>
                    <a:pt x="1521631" y="750239"/>
                  </a:lnTo>
                  <a:lnTo>
                    <a:pt x="1214421" y="750239"/>
                  </a:lnTo>
                  <a:lnTo>
                    <a:pt x="1206367" y="670345"/>
                  </a:lnTo>
                  <a:cubicBezTo>
                    <a:pt x="1163959" y="463104"/>
                    <a:pt x="980592" y="307209"/>
                    <a:pt x="760814" y="307209"/>
                  </a:cubicBezTo>
                  <a:cubicBezTo>
                    <a:pt x="541036" y="307209"/>
                    <a:pt x="357670" y="463104"/>
                    <a:pt x="315262" y="670345"/>
                  </a:cubicBezTo>
                  <a:lnTo>
                    <a:pt x="307208" y="750239"/>
                  </a:lnTo>
                  <a:lnTo>
                    <a:pt x="0" y="750239"/>
                  </a:lnTo>
                  <a:lnTo>
                    <a:pt x="14295" y="608431"/>
                  </a:lnTo>
                  <a:cubicBezTo>
                    <a:pt x="85349" y="261200"/>
                    <a:pt x="392579" y="0"/>
                    <a:pt x="76081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1C37CC3-A091-0A78-0D27-D4AD15CF6F7B}"/>
                </a:ext>
              </a:extLst>
            </p:cNvPr>
            <p:cNvSpPr/>
            <p:nvPr/>
          </p:nvSpPr>
          <p:spPr>
            <a:xfrm>
              <a:off x="6906816" y="396706"/>
              <a:ext cx="542575" cy="272910"/>
            </a:xfrm>
            <a:custGeom>
              <a:avLst/>
              <a:gdLst>
                <a:gd name="connsiteX0" fmla="*/ 570975 w 1141950"/>
                <a:gd name="connsiteY0" fmla="*/ 0 h 574390"/>
                <a:gd name="connsiteX1" fmla="*/ 1141950 w 1141950"/>
                <a:gd name="connsiteY1" fmla="*/ 570975 h 574390"/>
                <a:gd name="connsiteX2" fmla="*/ 1141606 w 1141950"/>
                <a:gd name="connsiteY2" fmla="*/ 574390 h 574390"/>
                <a:gd name="connsiteX3" fmla="*/ 345 w 1141950"/>
                <a:gd name="connsiteY3" fmla="*/ 574390 h 574390"/>
                <a:gd name="connsiteX4" fmla="*/ 0 w 1141950"/>
                <a:gd name="connsiteY4" fmla="*/ 570975 h 574390"/>
                <a:gd name="connsiteX5" fmla="*/ 570975 w 1141950"/>
                <a:gd name="connsiteY5" fmla="*/ 0 h 57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1950" h="574390">
                  <a:moveTo>
                    <a:pt x="570975" y="0"/>
                  </a:moveTo>
                  <a:cubicBezTo>
                    <a:pt x="886316" y="0"/>
                    <a:pt x="1141950" y="255634"/>
                    <a:pt x="1141950" y="570975"/>
                  </a:cubicBezTo>
                  <a:lnTo>
                    <a:pt x="1141606" y="574390"/>
                  </a:lnTo>
                  <a:lnTo>
                    <a:pt x="345" y="574390"/>
                  </a:lnTo>
                  <a:lnTo>
                    <a:pt x="0" y="570975"/>
                  </a:lnTo>
                  <a:cubicBezTo>
                    <a:pt x="0" y="255634"/>
                    <a:pt x="255634" y="0"/>
                    <a:pt x="5709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7B5B55B-ADD1-75A2-FE4B-5AC98EFAEA4F}"/>
                </a:ext>
              </a:extLst>
            </p:cNvPr>
            <p:cNvSpPr/>
            <p:nvPr/>
          </p:nvSpPr>
          <p:spPr>
            <a:xfrm rot="10800000">
              <a:off x="6182819" y="397483"/>
              <a:ext cx="550362" cy="271355"/>
            </a:xfrm>
            <a:custGeom>
              <a:avLst/>
              <a:gdLst>
                <a:gd name="connsiteX0" fmla="*/ 760815 w 1521631"/>
                <a:gd name="connsiteY0" fmla="*/ 0 h 750239"/>
                <a:gd name="connsiteX1" fmla="*/ 1507335 w 1521631"/>
                <a:gd name="connsiteY1" fmla="*/ 608431 h 750239"/>
                <a:gd name="connsiteX2" fmla="*/ 1521631 w 1521631"/>
                <a:gd name="connsiteY2" fmla="*/ 750239 h 750239"/>
                <a:gd name="connsiteX3" fmla="*/ 1214421 w 1521631"/>
                <a:gd name="connsiteY3" fmla="*/ 750239 h 750239"/>
                <a:gd name="connsiteX4" fmla="*/ 1206367 w 1521631"/>
                <a:gd name="connsiteY4" fmla="*/ 670345 h 750239"/>
                <a:gd name="connsiteX5" fmla="*/ 760814 w 1521631"/>
                <a:gd name="connsiteY5" fmla="*/ 307209 h 750239"/>
                <a:gd name="connsiteX6" fmla="*/ 315262 w 1521631"/>
                <a:gd name="connsiteY6" fmla="*/ 670345 h 750239"/>
                <a:gd name="connsiteX7" fmla="*/ 307208 w 1521631"/>
                <a:gd name="connsiteY7" fmla="*/ 750239 h 750239"/>
                <a:gd name="connsiteX8" fmla="*/ 0 w 1521631"/>
                <a:gd name="connsiteY8" fmla="*/ 750239 h 750239"/>
                <a:gd name="connsiteX9" fmla="*/ 14295 w 1521631"/>
                <a:gd name="connsiteY9" fmla="*/ 608431 h 750239"/>
                <a:gd name="connsiteX10" fmla="*/ 760815 w 1521631"/>
                <a:gd name="connsiteY10" fmla="*/ 0 h 75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31" h="750239">
                  <a:moveTo>
                    <a:pt x="760815" y="0"/>
                  </a:moveTo>
                  <a:cubicBezTo>
                    <a:pt x="1129052" y="0"/>
                    <a:pt x="1436281" y="261200"/>
                    <a:pt x="1507335" y="608431"/>
                  </a:cubicBezTo>
                  <a:lnTo>
                    <a:pt x="1521631" y="750239"/>
                  </a:lnTo>
                  <a:lnTo>
                    <a:pt x="1214421" y="750239"/>
                  </a:lnTo>
                  <a:lnTo>
                    <a:pt x="1206367" y="670345"/>
                  </a:lnTo>
                  <a:cubicBezTo>
                    <a:pt x="1163959" y="463104"/>
                    <a:pt x="980592" y="307209"/>
                    <a:pt x="760814" y="307209"/>
                  </a:cubicBezTo>
                  <a:cubicBezTo>
                    <a:pt x="541036" y="307209"/>
                    <a:pt x="357670" y="463104"/>
                    <a:pt x="315262" y="670345"/>
                  </a:cubicBezTo>
                  <a:lnTo>
                    <a:pt x="307208" y="750239"/>
                  </a:lnTo>
                  <a:lnTo>
                    <a:pt x="0" y="750239"/>
                  </a:lnTo>
                  <a:lnTo>
                    <a:pt x="14295" y="608431"/>
                  </a:lnTo>
                  <a:cubicBezTo>
                    <a:pt x="85349" y="261200"/>
                    <a:pt x="392579" y="0"/>
                    <a:pt x="76081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7FA6143D-DE3F-3527-D8EE-6D65ED2B499A}"/>
                </a:ext>
              </a:extLst>
            </p:cNvPr>
            <p:cNvSpPr/>
            <p:nvPr/>
          </p:nvSpPr>
          <p:spPr>
            <a:xfrm>
              <a:off x="8347023" y="396706"/>
              <a:ext cx="542575" cy="272910"/>
            </a:xfrm>
            <a:custGeom>
              <a:avLst/>
              <a:gdLst>
                <a:gd name="connsiteX0" fmla="*/ 570975 w 1141950"/>
                <a:gd name="connsiteY0" fmla="*/ 0 h 574390"/>
                <a:gd name="connsiteX1" fmla="*/ 1141950 w 1141950"/>
                <a:gd name="connsiteY1" fmla="*/ 570975 h 574390"/>
                <a:gd name="connsiteX2" fmla="*/ 1141606 w 1141950"/>
                <a:gd name="connsiteY2" fmla="*/ 574390 h 574390"/>
                <a:gd name="connsiteX3" fmla="*/ 345 w 1141950"/>
                <a:gd name="connsiteY3" fmla="*/ 574390 h 574390"/>
                <a:gd name="connsiteX4" fmla="*/ 0 w 1141950"/>
                <a:gd name="connsiteY4" fmla="*/ 570975 h 574390"/>
                <a:gd name="connsiteX5" fmla="*/ 570975 w 1141950"/>
                <a:gd name="connsiteY5" fmla="*/ 0 h 57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1950" h="574390">
                  <a:moveTo>
                    <a:pt x="570975" y="0"/>
                  </a:moveTo>
                  <a:cubicBezTo>
                    <a:pt x="886316" y="0"/>
                    <a:pt x="1141950" y="255634"/>
                    <a:pt x="1141950" y="570975"/>
                  </a:cubicBezTo>
                  <a:lnTo>
                    <a:pt x="1141606" y="574390"/>
                  </a:lnTo>
                  <a:lnTo>
                    <a:pt x="345" y="574390"/>
                  </a:lnTo>
                  <a:lnTo>
                    <a:pt x="0" y="570975"/>
                  </a:lnTo>
                  <a:cubicBezTo>
                    <a:pt x="0" y="255634"/>
                    <a:pt x="255634" y="0"/>
                    <a:pt x="5709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7BABA0AE-12D4-81B1-43ED-551F2F38B8E9}"/>
                </a:ext>
              </a:extLst>
            </p:cNvPr>
            <p:cNvSpPr/>
            <p:nvPr/>
          </p:nvSpPr>
          <p:spPr>
            <a:xfrm rot="10800000">
              <a:off x="7623026" y="397483"/>
              <a:ext cx="550362" cy="271355"/>
            </a:xfrm>
            <a:custGeom>
              <a:avLst/>
              <a:gdLst>
                <a:gd name="connsiteX0" fmla="*/ 760815 w 1521631"/>
                <a:gd name="connsiteY0" fmla="*/ 0 h 750239"/>
                <a:gd name="connsiteX1" fmla="*/ 1507335 w 1521631"/>
                <a:gd name="connsiteY1" fmla="*/ 608431 h 750239"/>
                <a:gd name="connsiteX2" fmla="*/ 1521631 w 1521631"/>
                <a:gd name="connsiteY2" fmla="*/ 750239 h 750239"/>
                <a:gd name="connsiteX3" fmla="*/ 1214421 w 1521631"/>
                <a:gd name="connsiteY3" fmla="*/ 750239 h 750239"/>
                <a:gd name="connsiteX4" fmla="*/ 1206367 w 1521631"/>
                <a:gd name="connsiteY4" fmla="*/ 670345 h 750239"/>
                <a:gd name="connsiteX5" fmla="*/ 760814 w 1521631"/>
                <a:gd name="connsiteY5" fmla="*/ 307209 h 750239"/>
                <a:gd name="connsiteX6" fmla="*/ 315262 w 1521631"/>
                <a:gd name="connsiteY6" fmla="*/ 670345 h 750239"/>
                <a:gd name="connsiteX7" fmla="*/ 307208 w 1521631"/>
                <a:gd name="connsiteY7" fmla="*/ 750239 h 750239"/>
                <a:gd name="connsiteX8" fmla="*/ 0 w 1521631"/>
                <a:gd name="connsiteY8" fmla="*/ 750239 h 750239"/>
                <a:gd name="connsiteX9" fmla="*/ 14295 w 1521631"/>
                <a:gd name="connsiteY9" fmla="*/ 608431 h 750239"/>
                <a:gd name="connsiteX10" fmla="*/ 760815 w 1521631"/>
                <a:gd name="connsiteY10" fmla="*/ 0 h 75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31" h="750239">
                  <a:moveTo>
                    <a:pt x="760815" y="0"/>
                  </a:moveTo>
                  <a:cubicBezTo>
                    <a:pt x="1129052" y="0"/>
                    <a:pt x="1436281" y="261200"/>
                    <a:pt x="1507335" y="608431"/>
                  </a:cubicBezTo>
                  <a:lnTo>
                    <a:pt x="1521631" y="750239"/>
                  </a:lnTo>
                  <a:lnTo>
                    <a:pt x="1214421" y="750239"/>
                  </a:lnTo>
                  <a:lnTo>
                    <a:pt x="1206367" y="670345"/>
                  </a:lnTo>
                  <a:cubicBezTo>
                    <a:pt x="1163959" y="463104"/>
                    <a:pt x="980592" y="307209"/>
                    <a:pt x="760814" y="307209"/>
                  </a:cubicBezTo>
                  <a:cubicBezTo>
                    <a:pt x="541036" y="307209"/>
                    <a:pt x="357670" y="463104"/>
                    <a:pt x="315262" y="670345"/>
                  </a:cubicBezTo>
                  <a:lnTo>
                    <a:pt x="307208" y="750239"/>
                  </a:lnTo>
                  <a:lnTo>
                    <a:pt x="0" y="750239"/>
                  </a:lnTo>
                  <a:lnTo>
                    <a:pt x="14295" y="608431"/>
                  </a:lnTo>
                  <a:cubicBezTo>
                    <a:pt x="85349" y="261200"/>
                    <a:pt x="392579" y="0"/>
                    <a:pt x="76081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F6548012-8A6D-4027-9DC5-550E3C52905E}"/>
                </a:ext>
              </a:extLst>
            </p:cNvPr>
            <p:cNvSpPr/>
            <p:nvPr/>
          </p:nvSpPr>
          <p:spPr>
            <a:xfrm>
              <a:off x="9787231" y="396706"/>
              <a:ext cx="542575" cy="272910"/>
            </a:xfrm>
            <a:custGeom>
              <a:avLst/>
              <a:gdLst>
                <a:gd name="connsiteX0" fmla="*/ 570975 w 1141950"/>
                <a:gd name="connsiteY0" fmla="*/ 0 h 574390"/>
                <a:gd name="connsiteX1" fmla="*/ 1141950 w 1141950"/>
                <a:gd name="connsiteY1" fmla="*/ 570975 h 574390"/>
                <a:gd name="connsiteX2" fmla="*/ 1141606 w 1141950"/>
                <a:gd name="connsiteY2" fmla="*/ 574390 h 574390"/>
                <a:gd name="connsiteX3" fmla="*/ 345 w 1141950"/>
                <a:gd name="connsiteY3" fmla="*/ 574390 h 574390"/>
                <a:gd name="connsiteX4" fmla="*/ 0 w 1141950"/>
                <a:gd name="connsiteY4" fmla="*/ 570975 h 574390"/>
                <a:gd name="connsiteX5" fmla="*/ 570975 w 1141950"/>
                <a:gd name="connsiteY5" fmla="*/ 0 h 57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1950" h="574390">
                  <a:moveTo>
                    <a:pt x="570975" y="0"/>
                  </a:moveTo>
                  <a:cubicBezTo>
                    <a:pt x="886316" y="0"/>
                    <a:pt x="1141950" y="255634"/>
                    <a:pt x="1141950" y="570975"/>
                  </a:cubicBezTo>
                  <a:lnTo>
                    <a:pt x="1141606" y="574390"/>
                  </a:lnTo>
                  <a:lnTo>
                    <a:pt x="345" y="574390"/>
                  </a:lnTo>
                  <a:lnTo>
                    <a:pt x="0" y="570975"/>
                  </a:lnTo>
                  <a:cubicBezTo>
                    <a:pt x="0" y="255634"/>
                    <a:pt x="255634" y="0"/>
                    <a:pt x="5709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0999FF53-E5B9-93EE-A342-8017D81CA9B6}"/>
                </a:ext>
              </a:extLst>
            </p:cNvPr>
            <p:cNvSpPr/>
            <p:nvPr/>
          </p:nvSpPr>
          <p:spPr>
            <a:xfrm rot="10800000">
              <a:off x="9063234" y="397483"/>
              <a:ext cx="550362" cy="271355"/>
            </a:xfrm>
            <a:custGeom>
              <a:avLst/>
              <a:gdLst>
                <a:gd name="connsiteX0" fmla="*/ 760815 w 1521631"/>
                <a:gd name="connsiteY0" fmla="*/ 0 h 750239"/>
                <a:gd name="connsiteX1" fmla="*/ 1507335 w 1521631"/>
                <a:gd name="connsiteY1" fmla="*/ 608431 h 750239"/>
                <a:gd name="connsiteX2" fmla="*/ 1521631 w 1521631"/>
                <a:gd name="connsiteY2" fmla="*/ 750239 h 750239"/>
                <a:gd name="connsiteX3" fmla="*/ 1214421 w 1521631"/>
                <a:gd name="connsiteY3" fmla="*/ 750239 h 750239"/>
                <a:gd name="connsiteX4" fmla="*/ 1206367 w 1521631"/>
                <a:gd name="connsiteY4" fmla="*/ 670345 h 750239"/>
                <a:gd name="connsiteX5" fmla="*/ 760814 w 1521631"/>
                <a:gd name="connsiteY5" fmla="*/ 307209 h 750239"/>
                <a:gd name="connsiteX6" fmla="*/ 315262 w 1521631"/>
                <a:gd name="connsiteY6" fmla="*/ 670345 h 750239"/>
                <a:gd name="connsiteX7" fmla="*/ 307208 w 1521631"/>
                <a:gd name="connsiteY7" fmla="*/ 750239 h 750239"/>
                <a:gd name="connsiteX8" fmla="*/ 0 w 1521631"/>
                <a:gd name="connsiteY8" fmla="*/ 750239 h 750239"/>
                <a:gd name="connsiteX9" fmla="*/ 14295 w 1521631"/>
                <a:gd name="connsiteY9" fmla="*/ 608431 h 750239"/>
                <a:gd name="connsiteX10" fmla="*/ 760815 w 1521631"/>
                <a:gd name="connsiteY10" fmla="*/ 0 h 75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31" h="750239">
                  <a:moveTo>
                    <a:pt x="760815" y="0"/>
                  </a:moveTo>
                  <a:cubicBezTo>
                    <a:pt x="1129052" y="0"/>
                    <a:pt x="1436281" y="261200"/>
                    <a:pt x="1507335" y="608431"/>
                  </a:cubicBezTo>
                  <a:lnTo>
                    <a:pt x="1521631" y="750239"/>
                  </a:lnTo>
                  <a:lnTo>
                    <a:pt x="1214421" y="750239"/>
                  </a:lnTo>
                  <a:lnTo>
                    <a:pt x="1206367" y="670345"/>
                  </a:lnTo>
                  <a:cubicBezTo>
                    <a:pt x="1163959" y="463104"/>
                    <a:pt x="980592" y="307209"/>
                    <a:pt x="760814" y="307209"/>
                  </a:cubicBezTo>
                  <a:cubicBezTo>
                    <a:pt x="541036" y="307209"/>
                    <a:pt x="357670" y="463104"/>
                    <a:pt x="315262" y="670345"/>
                  </a:cubicBezTo>
                  <a:lnTo>
                    <a:pt x="307208" y="750239"/>
                  </a:lnTo>
                  <a:lnTo>
                    <a:pt x="0" y="750239"/>
                  </a:lnTo>
                  <a:lnTo>
                    <a:pt x="14295" y="608431"/>
                  </a:lnTo>
                  <a:cubicBezTo>
                    <a:pt x="85349" y="261200"/>
                    <a:pt x="392579" y="0"/>
                    <a:pt x="76081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6B421A5-39AF-F720-180F-1C3608E147DF}"/>
                </a:ext>
              </a:extLst>
            </p:cNvPr>
            <p:cNvSpPr/>
            <p:nvPr/>
          </p:nvSpPr>
          <p:spPr>
            <a:xfrm>
              <a:off x="11227438" y="404279"/>
              <a:ext cx="542575" cy="272910"/>
            </a:xfrm>
            <a:custGeom>
              <a:avLst/>
              <a:gdLst>
                <a:gd name="connsiteX0" fmla="*/ 570975 w 1141950"/>
                <a:gd name="connsiteY0" fmla="*/ 0 h 574390"/>
                <a:gd name="connsiteX1" fmla="*/ 1141950 w 1141950"/>
                <a:gd name="connsiteY1" fmla="*/ 570975 h 574390"/>
                <a:gd name="connsiteX2" fmla="*/ 1141606 w 1141950"/>
                <a:gd name="connsiteY2" fmla="*/ 574390 h 574390"/>
                <a:gd name="connsiteX3" fmla="*/ 345 w 1141950"/>
                <a:gd name="connsiteY3" fmla="*/ 574390 h 574390"/>
                <a:gd name="connsiteX4" fmla="*/ 0 w 1141950"/>
                <a:gd name="connsiteY4" fmla="*/ 570975 h 574390"/>
                <a:gd name="connsiteX5" fmla="*/ 570975 w 1141950"/>
                <a:gd name="connsiteY5" fmla="*/ 0 h 57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1950" h="574390">
                  <a:moveTo>
                    <a:pt x="570975" y="0"/>
                  </a:moveTo>
                  <a:cubicBezTo>
                    <a:pt x="886316" y="0"/>
                    <a:pt x="1141950" y="255634"/>
                    <a:pt x="1141950" y="570975"/>
                  </a:cubicBezTo>
                  <a:lnTo>
                    <a:pt x="1141606" y="574390"/>
                  </a:lnTo>
                  <a:lnTo>
                    <a:pt x="345" y="574390"/>
                  </a:lnTo>
                  <a:lnTo>
                    <a:pt x="0" y="570975"/>
                  </a:lnTo>
                  <a:cubicBezTo>
                    <a:pt x="0" y="255634"/>
                    <a:pt x="255634" y="0"/>
                    <a:pt x="5709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03E51BD3-DC84-FD95-0774-87308EA0CBC8}"/>
                </a:ext>
              </a:extLst>
            </p:cNvPr>
            <p:cNvSpPr/>
            <p:nvPr/>
          </p:nvSpPr>
          <p:spPr>
            <a:xfrm rot="10800000">
              <a:off x="10503441" y="397483"/>
              <a:ext cx="550362" cy="271355"/>
            </a:xfrm>
            <a:custGeom>
              <a:avLst/>
              <a:gdLst>
                <a:gd name="connsiteX0" fmla="*/ 760815 w 1521631"/>
                <a:gd name="connsiteY0" fmla="*/ 0 h 750239"/>
                <a:gd name="connsiteX1" fmla="*/ 1507335 w 1521631"/>
                <a:gd name="connsiteY1" fmla="*/ 608431 h 750239"/>
                <a:gd name="connsiteX2" fmla="*/ 1521631 w 1521631"/>
                <a:gd name="connsiteY2" fmla="*/ 750239 h 750239"/>
                <a:gd name="connsiteX3" fmla="*/ 1214421 w 1521631"/>
                <a:gd name="connsiteY3" fmla="*/ 750239 h 750239"/>
                <a:gd name="connsiteX4" fmla="*/ 1206367 w 1521631"/>
                <a:gd name="connsiteY4" fmla="*/ 670345 h 750239"/>
                <a:gd name="connsiteX5" fmla="*/ 760814 w 1521631"/>
                <a:gd name="connsiteY5" fmla="*/ 307209 h 750239"/>
                <a:gd name="connsiteX6" fmla="*/ 315262 w 1521631"/>
                <a:gd name="connsiteY6" fmla="*/ 670345 h 750239"/>
                <a:gd name="connsiteX7" fmla="*/ 307208 w 1521631"/>
                <a:gd name="connsiteY7" fmla="*/ 750239 h 750239"/>
                <a:gd name="connsiteX8" fmla="*/ 0 w 1521631"/>
                <a:gd name="connsiteY8" fmla="*/ 750239 h 750239"/>
                <a:gd name="connsiteX9" fmla="*/ 14295 w 1521631"/>
                <a:gd name="connsiteY9" fmla="*/ 608431 h 750239"/>
                <a:gd name="connsiteX10" fmla="*/ 760815 w 1521631"/>
                <a:gd name="connsiteY10" fmla="*/ 0 h 75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31" h="750239">
                  <a:moveTo>
                    <a:pt x="760815" y="0"/>
                  </a:moveTo>
                  <a:cubicBezTo>
                    <a:pt x="1129052" y="0"/>
                    <a:pt x="1436281" y="261200"/>
                    <a:pt x="1507335" y="608431"/>
                  </a:cubicBezTo>
                  <a:lnTo>
                    <a:pt x="1521631" y="750239"/>
                  </a:lnTo>
                  <a:lnTo>
                    <a:pt x="1214421" y="750239"/>
                  </a:lnTo>
                  <a:lnTo>
                    <a:pt x="1206367" y="670345"/>
                  </a:lnTo>
                  <a:cubicBezTo>
                    <a:pt x="1163959" y="463104"/>
                    <a:pt x="980592" y="307209"/>
                    <a:pt x="760814" y="307209"/>
                  </a:cubicBezTo>
                  <a:cubicBezTo>
                    <a:pt x="541036" y="307209"/>
                    <a:pt x="357670" y="463104"/>
                    <a:pt x="315262" y="670345"/>
                  </a:cubicBezTo>
                  <a:lnTo>
                    <a:pt x="307208" y="750239"/>
                  </a:lnTo>
                  <a:lnTo>
                    <a:pt x="0" y="750239"/>
                  </a:lnTo>
                  <a:lnTo>
                    <a:pt x="14295" y="608431"/>
                  </a:lnTo>
                  <a:cubicBezTo>
                    <a:pt x="85349" y="261200"/>
                    <a:pt x="392579" y="0"/>
                    <a:pt x="76081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87043D8C-8AC9-7275-63AF-E1F78286981B}"/>
                </a:ext>
              </a:extLst>
            </p:cNvPr>
            <p:cNvSpPr/>
            <p:nvPr/>
          </p:nvSpPr>
          <p:spPr>
            <a:xfrm>
              <a:off x="1145985" y="5873962"/>
              <a:ext cx="542575" cy="272910"/>
            </a:xfrm>
            <a:custGeom>
              <a:avLst/>
              <a:gdLst>
                <a:gd name="connsiteX0" fmla="*/ 570975 w 1141950"/>
                <a:gd name="connsiteY0" fmla="*/ 0 h 574390"/>
                <a:gd name="connsiteX1" fmla="*/ 1141950 w 1141950"/>
                <a:gd name="connsiteY1" fmla="*/ 570975 h 574390"/>
                <a:gd name="connsiteX2" fmla="*/ 1141606 w 1141950"/>
                <a:gd name="connsiteY2" fmla="*/ 574390 h 574390"/>
                <a:gd name="connsiteX3" fmla="*/ 345 w 1141950"/>
                <a:gd name="connsiteY3" fmla="*/ 574390 h 574390"/>
                <a:gd name="connsiteX4" fmla="*/ 0 w 1141950"/>
                <a:gd name="connsiteY4" fmla="*/ 570975 h 574390"/>
                <a:gd name="connsiteX5" fmla="*/ 570975 w 1141950"/>
                <a:gd name="connsiteY5" fmla="*/ 0 h 57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1950" h="574390">
                  <a:moveTo>
                    <a:pt x="570975" y="0"/>
                  </a:moveTo>
                  <a:cubicBezTo>
                    <a:pt x="886316" y="0"/>
                    <a:pt x="1141950" y="255634"/>
                    <a:pt x="1141950" y="570975"/>
                  </a:cubicBezTo>
                  <a:lnTo>
                    <a:pt x="1141606" y="574390"/>
                  </a:lnTo>
                  <a:lnTo>
                    <a:pt x="345" y="574390"/>
                  </a:lnTo>
                  <a:lnTo>
                    <a:pt x="0" y="570975"/>
                  </a:lnTo>
                  <a:cubicBezTo>
                    <a:pt x="0" y="255634"/>
                    <a:pt x="255634" y="0"/>
                    <a:pt x="5709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D1E707E4-0F2B-2D06-A51E-B1ABDA3ED7BF}"/>
                </a:ext>
              </a:extLst>
            </p:cNvPr>
            <p:cNvSpPr/>
            <p:nvPr/>
          </p:nvSpPr>
          <p:spPr>
            <a:xfrm rot="10800000">
              <a:off x="421988" y="5874739"/>
              <a:ext cx="550362" cy="271355"/>
            </a:xfrm>
            <a:custGeom>
              <a:avLst/>
              <a:gdLst>
                <a:gd name="connsiteX0" fmla="*/ 760815 w 1521631"/>
                <a:gd name="connsiteY0" fmla="*/ 0 h 750239"/>
                <a:gd name="connsiteX1" fmla="*/ 1507335 w 1521631"/>
                <a:gd name="connsiteY1" fmla="*/ 608431 h 750239"/>
                <a:gd name="connsiteX2" fmla="*/ 1521631 w 1521631"/>
                <a:gd name="connsiteY2" fmla="*/ 750239 h 750239"/>
                <a:gd name="connsiteX3" fmla="*/ 1214421 w 1521631"/>
                <a:gd name="connsiteY3" fmla="*/ 750239 h 750239"/>
                <a:gd name="connsiteX4" fmla="*/ 1206367 w 1521631"/>
                <a:gd name="connsiteY4" fmla="*/ 670345 h 750239"/>
                <a:gd name="connsiteX5" fmla="*/ 760814 w 1521631"/>
                <a:gd name="connsiteY5" fmla="*/ 307209 h 750239"/>
                <a:gd name="connsiteX6" fmla="*/ 315262 w 1521631"/>
                <a:gd name="connsiteY6" fmla="*/ 670345 h 750239"/>
                <a:gd name="connsiteX7" fmla="*/ 307208 w 1521631"/>
                <a:gd name="connsiteY7" fmla="*/ 750239 h 750239"/>
                <a:gd name="connsiteX8" fmla="*/ 0 w 1521631"/>
                <a:gd name="connsiteY8" fmla="*/ 750239 h 750239"/>
                <a:gd name="connsiteX9" fmla="*/ 14295 w 1521631"/>
                <a:gd name="connsiteY9" fmla="*/ 608431 h 750239"/>
                <a:gd name="connsiteX10" fmla="*/ 760815 w 1521631"/>
                <a:gd name="connsiteY10" fmla="*/ 0 h 75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31" h="750239">
                  <a:moveTo>
                    <a:pt x="760815" y="0"/>
                  </a:moveTo>
                  <a:cubicBezTo>
                    <a:pt x="1129052" y="0"/>
                    <a:pt x="1436281" y="261200"/>
                    <a:pt x="1507335" y="608431"/>
                  </a:cubicBezTo>
                  <a:lnTo>
                    <a:pt x="1521631" y="750239"/>
                  </a:lnTo>
                  <a:lnTo>
                    <a:pt x="1214421" y="750239"/>
                  </a:lnTo>
                  <a:lnTo>
                    <a:pt x="1206367" y="670345"/>
                  </a:lnTo>
                  <a:cubicBezTo>
                    <a:pt x="1163959" y="463104"/>
                    <a:pt x="980592" y="307209"/>
                    <a:pt x="760814" y="307209"/>
                  </a:cubicBezTo>
                  <a:cubicBezTo>
                    <a:pt x="541036" y="307209"/>
                    <a:pt x="357670" y="463104"/>
                    <a:pt x="315262" y="670345"/>
                  </a:cubicBezTo>
                  <a:lnTo>
                    <a:pt x="307208" y="750239"/>
                  </a:lnTo>
                  <a:lnTo>
                    <a:pt x="0" y="750239"/>
                  </a:lnTo>
                  <a:lnTo>
                    <a:pt x="14295" y="608431"/>
                  </a:lnTo>
                  <a:cubicBezTo>
                    <a:pt x="85349" y="261200"/>
                    <a:pt x="392579" y="0"/>
                    <a:pt x="76081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E4171F72-F83F-CD19-4BBB-BED6DAD5B30A}"/>
                </a:ext>
              </a:extLst>
            </p:cNvPr>
            <p:cNvSpPr/>
            <p:nvPr/>
          </p:nvSpPr>
          <p:spPr>
            <a:xfrm>
              <a:off x="2586193" y="5873962"/>
              <a:ext cx="542575" cy="272910"/>
            </a:xfrm>
            <a:custGeom>
              <a:avLst/>
              <a:gdLst>
                <a:gd name="connsiteX0" fmla="*/ 570975 w 1141950"/>
                <a:gd name="connsiteY0" fmla="*/ 0 h 574390"/>
                <a:gd name="connsiteX1" fmla="*/ 1141950 w 1141950"/>
                <a:gd name="connsiteY1" fmla="*/ 570975 h 574390"/>
                <a:gd name="connsiteX2" fmla="*/ 1141606 w 1141950"/>
                <a:gd name="connsiteY2" fmla="*/ 574390 h 574390"/>
                <a:gd name="connsiteX3" fmla="*/ 345 w 1141950"/>
                <a:gd name="connsiteY3" fmla="*/ 574390 h 574390"/>
                <a:gd name="connsiteX4" fmla="*/ 0 w 1141950"/>
                <a:gd name="connsiteY4" fmla="*/ 570975 h 574390"/>
                <a:gd name="connsiteX5" fmla="*/ 570975 w 1141950"/>
                <a:gd name="connsiteY5" fmla="*/ 0 h 57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1950" h="574390">
                  <a:moveTo>
                    <a:pt x="570975" y="0"/>
                  </a:moveTo>
                  <a:cubicBezTo>
                    <a:pt x="886316" y="0"/>
                    <a:pt x="1141950" y="255634"/>
                    <a:pt x="1141950" y="570975"/>
                  </a:cubicBezTo>
                  <a:lnTo>
                    <a:pt x="1141606" y="574390"/>
                  </a:lnTo>
                  <a:lnTo>
                    <a:pt x="345" y="574390"/>
                  </a:lnTo>
                  <a:lnTo>
                    <a:pt x="0" y="570975"/>
                  </a:lnTo>
                  <a:cubicBezTo>
                    <a:pt x="0" y="255634"/>
                    <a:pt x="255634" y="0"/>
                    <a:pt x="5709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0CC76DF-A9C1-9BC5-52FD-C94ACBE3B829}"/>
                </a:ext>
              </a:extLst>
            </p:cNvPr>
            <p:cNvSpPr/>
            <p:nvPr/>
          </p:nvSpPr>
          <p:spPr>
            <a:xfrm rot="10800000">
              <a:off x="1862196" y="5874739"/>
              <a:ext cx="550362" cy="271355"/>
            </a:xfrm>
            <a:custGeom>
              <a:avLst/>
              <a:gdLst>
                <a:gd name="connsiteX0" fmla="*/ 760815 w 1521631"/>
                <a:gd name="connsiteY0" fmla="*/ 0 h 750239"/>
                <a:gd name="connsiteX1" fmla="*/ 1507335 w 1521631"/>
                <a:gd name="connsiteY1" fmla="*/ 608431 h 750239"/>
                <a:gd name="connsiteX2" fmla="*/ 1521631 w 1521631"/>
                <a:gd name="connsiteY2" fmla="*/ 750239 h 750239"/>
                <a:gd name="connsiteX3" fmla="*/ 1214421 w 1521631"/>
                <a:gd name="connsiteY3" fmla="*/ 750239 h 750239"/>
                <a:gd name="connsiteX4" fmla="*/ 1206367 w 1521631"/>
                <a:gd name="connsiteY4" fmla="*/ 670345 h 750239"/>
                <a:gd name="connsiteX5" fmla="*/ 760814 w 1521631"/>
                <a:gd name="connsiteY5" fmla="*/ 307209 h 750239"/>
                <a:gd name="connsiteX6" fmla="*/ 315262 w 1521631"/>
                <a:gd name="connsiteY6" fmla="*/ 670345 h 750239"/>
                <a:gd name="connsiteX7" fmla="*/ 307208 w 1521631"/>
                <a:gd name="connsiteY7" fmla="*/ 750239 h 750239"/>
                <a:gd name="connsiteX8" fmla="*/ 0 w 1521631"/>
                <a:gd name="connsiteY8" fmla="*/ 750239 h 750239"/>
                <a:gd name="connsiteX9" fmla="*/ 14295 w 1521631"/>
                <a:gd name="connsiteY9" fmla="*/ 608431 h 750239"/>
                <a:gd name="connsiteX10" fmla="*/ 760815 w 1521631"/>
                <a:gd name="connsiteY10" fmla="*/ 0 h 75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31" h="750239">
                  <a:moveTo>
                    <a:pt x="760815" y="0"/>
                  </a:moveTo>
                  <a:cubicBezTo>
                    <a:pt x="1129052" y="0"/>
                    <a:pt x="1436281" y="261200"/>
                    <a:pt x="1507335" y="608431"/>
                  </a:cubicBezTo>
                  <a:lnTo>
                    <a:pt x="1521631" y="750239"/>
                  </a:lnTo>
                  <a:lnTo>
                    <a:pt x="1214421" y="750239"/>
                  </a:lnTo>
                  <a:lnTo>
                    <a:pt x="1206367" y="670345"/>
                  </a:lnTo>
                  <a:cubicBezTo>
                    <a:pt x="1163959" y="463104"/>
                    <a:pt x="980592" y="307209"/>
                    <a:pt x="760814" y="307209"/>
                  </a:cubicBezTo>
                  <a:cubicBezTo>
                    <a:pt x="541036" y="307209"/>
                    <a:pt x="357670" y="463104"/>
                    <a:pt x="315262" y="670345"/>
                  </a:cubicBezTo>
                  <a:lnTo>
                    <a:pt x="307208" y="750239"/>
                  </a:lnTo>
                  <a:lnTo>
                    <a:pt x="0" y="750239"/>
                  </a:lnTo>
                  <a:lnTo>
                    <a:pt x="14295" y="608431"/>
                  </a:lnTo>
                  <a:cubicBezTo>
                    <a:pt x="85349" y="261200"/>
                    <a:pt x="392579" y="0"/>
                    <a:pt x="76081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9FBFBC27-1DC4-84B8-6ADF-F60973392983}"/>
                </a:ext>
              </a:extLst>
            </p:cNvPr>
            <p:cNvSpPr/>
            <p:nvPr/>
          </p:nvSpPr>
          <p:spPr>
            <a:xfrm>
              <a:off x="4026401" y="5873962"/>
              <a:ext cx="542575" cy="272910"/>
            </a:xfrm>
            <a:custGeom>
              <a:avLst/>
              <a:gdLst>
                <a:gd name="connsiteX0" fmla="*/ 570975 w 1141950"/>
                <a:gd name="connsiteY0" fmla="*/ 0 h 574390"/>
                <a:gd name="connsiteX1" fmla="*/ 1141950 w 1141950"/>
                <a:gd name="connsiteY1" fmla="*/ 570975 h 574390"/>
                <a:gd name="connsiteX2" fmla="*/ 1141606 w 1141950"/>
                <a:gd name="connsiteY2" fmla="*/ 574390 h 574390"/>
                <a:gd name="connsiteX3" fmla="*/ 345 w 1141950"/>
                <a:gd name="connsiteY3" fmla="*/ 574390 h 574390"/>
                <a:gd name="connsiteX4" fmla="*/ 0 w 1141950"/>
                <a:gd name="connsiteY4" fmla="*/ 570975 h 574390"/>
                <a:gd name="connsiteX5" fmla="*/ 570975 w 1141950"/>
                <a:gd name="connsiteY5" fmla="*/ 0 h 57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1950" h="574390">
                  <a:moveTo>
                    <a:pt x="570975" y="0"/>
                  </a:moveTo>
                  <a:cubicBezTo>
                    <a:pt x="886316" y="0"/>
                    <a:pt x="1141950" y="255634"/>
                    <a:pt x="1141950" y="570975"/>
                  </a:cubicBezTo>
                  <a:lnTo>
                    <a:pt x="1141606" y="574390"/>
                  </a:lnTo>
                  <a:lnTo>
                    <a:pt x="345" y="574390"/>
                  </a:lnTo>
                  <a:lnTo>
                    <a:pt x="0" y="570975"/>
                  </a:lnTo>
                  <a:cubicBezTo>
                    <a:pt x="0" y="255634"/>
                    <a:pt x="255634" y="0"/>
                    <a:pt x="5709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52B360CD-4242-4266-C6CD-11D55DDE3297}"/>
                </a:ext>
              </a:extLst>
            </p:cNvPr>
            <p:cNvSpPr/>
            <p:nvPr/>
          </p:nvSpPr>
          <p:spPr>
            <a:xfrm rot="10800000">
              <a:off x="3302403" y="5874739"/>
              <a:ext cx="550362" cy="271355"/>
            </a:xfrm>
            <a:custGeom>
              <a:avLst/>
              <a:gdLst>
                <a:gd name="connsiteX0" fmla="*/ 760815 w 1521631"/>
                <a:gd name="connsiteY0" fmla="*/ 0 h 750239"/>
                <a:gd name="connsiteX1" fmla="*/ 1507335 w 1521631"/>
                <a:gd name="connsiteY1" fmla="*/ 608431 h 750239"/>
                <a:gd name="connsiteX2" fmla="*/ 1521631 w 1521631"/>
                <a:gd name="connsiteY2" fmla="*/ 750239 h 750239"/>
                <a:gd name="connsiteX3" fmla="*/ 1214421 w 1521631"/>
                <a:gd name="connsiteY3" fmla="*/ 750239 h 750239"/>
                <a:gd name="connsiteX4" fmla="*/ 1206367 w 1521631"/>
                <a:gd name="connsiteY4" fmla="*/ 670345 h 750239"/>
                <a:gd name="connsiteX5" fmla="*/ 760814 w 1521631"/>
                <a:gd name="connsiteY5" fmla="*/ 307209 h 750239"/>
                <a:gd name="connsiteX6" fmla="*/ 315262 w 1521631"/>
                <a:gd name="connsiteY6" fmla="*/ 670345 h 750239"/>
                <a:gd name="connsiteX7" fmla="*/ 307208 w 1521631"/>
                <a:gd name="connsiteY7" fmla="*/ 750239 h 750239"/>
                <a:gd name="connsiteX8" fmla="*/ 0 w 1521631"/>
                <a:gd name="connsiteY8" fmla="*/ 750239 h 750239"/>
                <a:gd name="connsiteX9" fmla="*/ 14295 w 1521631"/>
                <a:gd name="connsiteY9" fmla="*/ 608431 h 750239"/>
                <a:gd name="connsiteX10" fmla="*/ 760815 w 1521631"/>
                <a:gd name="connsiteY10" fmla="*/ 0 h 75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31" h="750239">
                  <a:moveTo>
                    <a:pt x="760815" y="0"/>
                  </a:moveTo>
                  <a:cubicBezTo>
                    <a:pt x="1129052" y="0"/>
                    <a:pt x="1436281" y="261200"/>
                    <a:pt x="1507335" y="608431"/>
                  </a:cubicBezTo>
                  <a:lnTo>
                    <a:pt x="1521631" y="750239"/>
                  </a:lnTo>
                  <a:lnTo>
                    <a:pt x="1214421" y="750239"/>
                  </a:lnTo>
                  <a:lnTo>
                    <a:pt x="1206367" y="670345"/>
                  </a:lnTo>
                  <a:cubicBezTo>
                    <a:pt x="1163959" y="463104"/>
                    <a:pt x="980592" y="307209"/>
                    <a:pt x="760814" y="307209"/>
                  </a:cubicBezTo>
                  <a:cubicBezTo>
                    <a:pt x="541036" y="307209"/>
                    <a:pt x="357670" y="463104"/>
                    <a:pt x="315262" y="670345"/>
                  </a:cubicBezTo>
                  <a:lnTo>
                    <a:pt x="307208" y="750239"/>
                  </a:lnTo>
                  <a:lnTo>
                    <a:pt x="0" y="750239"/>
                  </a:lnTo>
                  <a:lnTo>
                    <a:pt x="14295" y="608431"/>
                  </a:lnTo>
                  <a:cubicBezTo>
                    <a:pt x="85349" y="261200"/>
                    <a:pt x="392579" y="0"/>
                    <a:pt x="76081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94BA7AD4-2C3B-D003-82DB-711040D2604F}"/>
                </a:ext>
              </a:extLst>
            </p:cNvPr>
            <p:cNvSpPr/>
            <p:nvPr/>
          </p:nvSpPr>
          <p:spPr>
            <a:xfrm>
              <a:off x="5466608" y="5873962"/>
              <a:ext cx="542575" cy="272910"/>
            </a:xfrm>
            <a:custGeom>
              <a:avLst/>
              <a:gdLst>
                <a:gd name="connsiteX0" fmla="*/ 570975 w 1141950"/>
                <a:gd name="connsiteY0" fmla="*/ 0 h 574390"/>
                <a:gd name="connsiteX1" fmla="*/ 1141950 w 1141950"/>
                <a:gd name="connsiteY1" fmla="*/ 570975 h 574390"/>
                <a:gd name="connsiteX2" fmla="*/ 1141606 w 1141950"/>
                <a:gd name="connsiteY2" fmla="*/ 574390 h 574390"/>
                <a:gd name="connsiteX3" fmla="*/ 345 w 1141950"/>
                <a:gd name="connsiteY3" fmla="*/ 574390 h 574390"/>
                <a:gd name="connsiteX4" fmla="*/ 0 w 1141950"/>
                <a:gd name="connsiteY4" fmla="*/ 570975 h 574390"/>
                <a:gd name="connsiteX5" fmla="*/ 570975 w 1141950"/>
                <a:gd name="connsiteY5" fmla="*/ 0 h 57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1950" h="574390">
                  <a:moveTo>
                    <a:pt x="570975" y="0"/>
                  </a:moveTo>
                  <a:cubicBezTo>
                    <a:pt x="886316" y="0"/>
                    <a:pt x="1141950" y="255634"/>
                    <a:pt x="1141950" y="570975"/>
                  </a:cubicBezTo>
                  <a:lnTo>
                    <a:pt x="1141606" y="574390"/>
                  </a:lnTo>
                  <a:lnTo>
                    <a:pt x="345" y="574390"/>
                  </a:lnTo>
                  <a:lnTo>
                    <a:pt x="0" y="570975"/>
                  </a:lnTo>
                  <a:cubicBezTo>
                    <a:pt x="0" y="255634"/>
                    <a:pt x="255634" y="0"/>
                    <a:pt x="5709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1E556654-B985-5D11-EB26-D7A2B4F7CC6E}"/>
                </a:ext>
              </a:extLst>
            </p:cNvPr>
            <p:cNvSpPr/>
            <p:nvPr/>
          </p:nvSpPr>
          <p:spPr>
            <a:xfrm rot="10800000">
              <a:off x="4742611" y="5874739"/>
              <a:ext cx="550362" cy="271355"/>
            </a:xfrm>
            <a:custGeom>
              <a:avLst/>
              <a:gdLst>
                <a:gd name="connsiteX0" fmla="*/ 760815 w 1521631"/>
                <a:gd name="connsiteY0" fmla="*/ 0 h 750239"/>
                <a:gd name="connsiteX1" fmla="*/ 1507335 w 1521631"/>
                <a:gd name="connsiteY1" fmla="*/ 608431 h 750239"/>
                <a:gd name="connsiteX2" fmla="*/ 1521631 w 1521631"/>
                <a:gd name="connsiteY2" fmla="*/ 750239 h 750239"/>
                <a:gd name="connsiteX3" fmla="*/ 1214421 w 1521631"/>
                <a:gd name="connsiteY3" fmla="*/ 750239 h 750239"/>
                <a:gd name="connsiteX4" fmla="*/ 1206367 w 1521631"/>
                <a:gd name="connsiteY4" fmla="*/ 670345 h 750239"/>
                <a:gd name="connsiteX5" fmla="*/ 760814 w 1521631"/>
                <a:gd name="connsiteY5" fmla="*/ 307209 h 750239"/>
                <a:gd name="connsiteX6" fmla="*/ 315262 w 1521631"/>
                <a:gd name="connsiteY6" fmla="*/ 670345 h 750239"/>
                <a:gd name="connsiteX7" fmla="*/ 307208 w 1521631"/>
                <a:gd name="connsiteY7" fmla="*/ 750239 h 750239"/>
                <a:gd name="connsiteX8" fmla="*/ 0 w 1521631"/>
                <a:gd name="connsiteY8" fmla="*/ 750239 h 750239"/>
                <a:gd name="connsiteX9" fmla="*/ 14295 w 1521631"/>
                <a:gd name="connsiteY9" fmla="*/ 608431 h 750239"/>
                <a:gd name="connsiteX10" fmla="*/ 760815 w 1521631"/>
                <a:gd name="connsiteY10" fmla="*/ 0 h 75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31" h="750239">
                  <a:moveTo>
                    <a:pt x="760815" y="0"/>
                  </a:moveTo>
                  <a:cubicBezTo>
                    <a:pt x="1129052" y="0"/>
                    <a:pt x="1436281" y="261200"/>
                    <a:pt x="1507335" y="608431"/>
                  </a:cubicBezTo>
                  <a:lnTo>
                    <a:pt x="1521631" y="750239"/>
                  </a:lnTo>
                  <a:lnTo>
                    <a:pt x="1214421" y="750239"/>
                  </a:lnTo>
                  <a:lnTo>
                    <a:pt x="1206367" y="670345"/>
                  </a:lnTo>
                  <a:cubicBezTo>
                    <a:pt x="1163959" y="463104"/>
                    <a:pt x="980592" y="307209"/>
                    <a:pt x="760814" y="307209"/>
                  </a:cubicBezTo>
                  <a:cubicBezTo>
                    <a:pt x="541036" y="307209"/>
                    <a:pt x="357670" y="463104"/>
                    <a:pt x="315262" y="670345"/>
                  </a:cubicBezTo>
                  <a:lnTo>
                    <a:pt x="307208" y="750239"/>
                  </a:lnTo>
                  <a:lnTo>
                    <a:pt x="0" y="750239"/>
                  </a:lnTo>
                  <a:lnTo>
                    <a:pt x="14295" y="608431"/>
                  </a:lnTo>
                  <a:cubicBezTo>
                    <a:pt x="85349" y="261200"/>
                    <a:pt x="392579" y="0"/>
                    <a:pt x="76081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6A9D15E7-4116-F990-5DE0-07648845FB8D}"/>
                </a:ext>
              </a:extLst>
            </p:cNvPr>
            <p:cNvSpPr/>
            <p:nvPr/>
          </p:nvSpPr>
          <p:spPr>
            <a:xfrm>
              <a:off x="6906816" y="5873962"/>
              <a:ext cx="542575" cy="272910"/>
            </a:xfrm>
            <a:custGeom>
              <a:avLst/>
              <a:gdLst>
                <a:gd name="connsiteX0" fmla="*/ 570975 w 1141950"/>
                <a:gd name="connsiteY0" fmla="*/ 0 h 574390"/>
                <a:gd name="connsiteX1" fmla="*/ 1141950 w 1141950"/>
                <a:gd name="connsiteY1" fmla="*/ 570975 h 574390"/>
                <a:gd name="connsiteX2" fmla="*/ 1141606 w 1141950"/>
                <a:gd name="connsiteY2" fmla="*/ 574390 h 574390"/>
                <a:gd name="connsiteX3" fmla="*/ 345 w 1141950"/>
                <a:gd name="connsiteY3" fmla="*/ 574390 h 574390"/>
                <a:gd name="connsiteX4" fmla="*/ 0 w 1141950"/>
                <a:gd name="connsiteY4" fmla="*/ 570975 h 574390"/>
                <a:gd name="connsiteX5" fmla="*/ 570975 w 1141950"/>
                <a:gd name="connsiteY5" fmla="*/ 0 h 57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1950" h="574390">
                  <a:moveTo>
                    <a:pt x="570975" y="0"/>
                  </a:moveTo>
                  <a:cubicBezTo>
                    <a:pt x="886316" y="0"/>
                    <a:pt x="1141950" y="255634"/>
                    <a:pt x="1141950" y="570975"/>
                  </a:cubicBezTo>
                  <a:lnTo>
                    <a:pt x="1141606" y="574390"/>
                  </a:lnTo>
                  <a:lnTo>
                    <a:pt x="345" y="574390"/>
                  </a:lnTo>
                  <a:lnTo>
                    <a:pt x="0" y="570975"/>
                  </a:lnTo>
                  <a:cubicBezTo>
                    <a:pt x="0" y="255634"/>
                    <a:pt x="255634" y="0"/>
                    <a:pt x="5709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2B0C7D96-BA89-D086-6583-0C97268A3B45}"/>
                </a:ext>
              </a:extLst>
            </p:cNvPr>
            <p:cNvSpPr/>
            <p:nvPr/>
          </p:nvSpPr>
          <p:spPr>
            <a:xfrm rot="10800000">
              <a:off x="6182819" y="5874739"/>
              <a:ext cx="550362" cy="271355"/>
            </a:xfrm>
            <a:custGeom>
              <a:avLst/>
              <a:gdLst>
                <a:gd name="connsiteX0" fmla="*/ 760815 w 1521631"/>
                <a:gd name="connsiteY0" fmla="*/ 0 h 750239"/>
                <a:gd name="connsiteX1" fmla="*/ 1507335 w 1521631"/>
                <a:gd name="connsiteY1" fmla="*/ 608431 h 750239"/>
                <a:gd name="connsiteX2" fmla="*/ 1521631 w 1521631"/>
                <a:gd name="connsiteY2" fmla="*/ 750239 h 750239"/>
                <a:gd name="connsiteX3" fmla="*/ 1214421 w 1521631"/>
                <a:gd name="connsiteY3" fmla="*/ 750239 h 750239"/>
                <a:gd name="connsiteX4" fmla="*/ 1206367 w 1521631"/>
                <a:gd name="connsiteY4" fmla="*/ 670345 h 750239"/>
                <a:gd name="connsiteX5" fmla="*/ 760814 w 1521631"/>
                <a:gd name="connsiteY5" fmla="*/ 307209 h 750239"/>
                <a:gd name="connsiteX6" fmla="*/ 315262 w 1521631"/>
                <a:gd name="connsiteY6" fmla="*/ 670345 h 750239"/>
                <a:gd name="connsiteX7" fmla="*/ 307208 w 1521631"/>
                <a:gd name="connsiteY7" fmla="*/ 750239 h 750239"/>
                <a:gd name="connsiteX8" fmla="*/ 0 w 1521631"/>
                <a:gd name="connsiteY8" fmla="*/ 750239 h 750239"/>
                <a:gd name="connsiteX9" fmla="*/ 14295 w 1521631"/>
                <a:gd name="connsiteY9" fmla="*/ 608431 h 750239"/>
                <a:gd name="connsiteX10" fmla="*/ 760815 w 1521631"/>
                <a:gd name="connsiteY10" fmla="*/ 0 h 75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31" h="750239">
                  <a:moveTo>
                    <a:pt x="760815" y="0"/>
                  </a:moveTo>
                  <a:cubicBezTo>
                    <a:pt x="1129052" y="0"/>
                    <a:pt x="1436281" y="261200"/>
                    <a:pt x="1507335" y="608431"/>
                  </a:cubicBezTo>
                  <a:lnTo>
                    <a:pt x="1521631" y="750239"/>
                  </a:lnTo>
                  <a:lnTo>
                    <a:pt x="1214421" y="750239"/>
                  </a:lnTo>
                  <a:lnTo>
                    <a:pt x="1206367" y="670345"/>
                  </a:lnTo>
                  <a:cubicBezTo>
                    <a:pt x="1163959" y="463104"/>
                    <a:pt x="980592" y="307209"/>
                    <a:pt x="760814" y="307209"/>
                  </a:cubicBezTo>
                  <a:cubicBezTo>
                    <a:pt x="541036" y="307209"/>
                    <a:pt x="357670" y="463104"/>
                    <a:pt x="315262" y="670345"/>
                  </a:cubicBezTo>
                  <a:lnTo>
                    <a:pt x="307208" y="750239"/>
                  </a:lnTo>
                  <a:lnTo>
                    <a:pt x="0" y="750239"/>
                  </a:lnTo>
                  <a:lnTo>
                    <a:pt x="14295" y="608431"/>
                  </a:lnTo>
                  <a:cubicBezTo>
                    <a:pt x="85349" y="261200"/>
                    <a:pt x="392579" y="0"/>
                    <a:pt x="76081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430484E1-DDF5-EE41-18C1-379A5C99FB3C}"/>
                </a:ext>
              </a:extLst>
            </p:cNvPr>
            <p:cNvSpPr/>
            <p:nvPr/>
          </p:nvSpPr>
          <p:spPr>
            <a:xfrm>
              <a:off x="8347023" y="5873962"/>
              <a:ext cx="542575" cy="272910"/>
            </a:xfrm>
            <a:custGeom>
              <a:avLst/>
              <a:gdLst>
                <a:gd name="connsiteX0" fmla="*/ 570975 w 1141950"/>
                <a:gd name="connsiteY0" fmla="*/ 0 h 574390"/>
                <a:gd name="connsiteX1" fmla="*/ 1141950 w 1141950"/>
                <a:gd name="connsiteY1" fmla="*/ 570975 h 574390"/>
                <a:gd name="connsiteX2" fmla="*/ 1141606 w 1141950"/>
                <a:gd name="connsiteY2" fmla="*/ 574390 h 574390"/>
                <a:gd name="connsiteX3" fmla="*/ 345 w 1141950"/>
                <a:gd name="connsiteY3" fmla="*/ 574390 h 574390"/>
                <a:gd name="connsiteX4" fmla="*/ 0 w 1141950"/>
                <a:gd name="connsiteY4" fmla="*/ 570975 h 574390"/>
                <a:gd name="connsiteX5" fmla="*/ 570975 w 1141950"/>
                <a:gd name="connsiteY5" fmla="*/ 0 h 57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1950" h="574390">
                  <a:moveTo>
                    <a:pt x="570975" y="0"/>
                  </a:moveTo>
                  <a:cubicBezTo>
                    <a:pt x="886316" y="0"/>
                    <a:pt x="1141950" y="255634"/>
                    <a:pt x="1141950" y="570975"/>
                  </a:cubicBezTo>
                  <a:lnTo>
                    <a:pt x="1141606" y="574390"/>
                  </a:lnTo>
                  <a:lnTo>
                    <a:pt x="345" y="574390"/>
                  </a:lnTo>
                  <a:lnTo>
                    <a:pt x="0" y="570975"/>
                  </a:lnTo>
                  <a:cubicBezTo>
                    <a:pt x="0" y="255634"/>
                    <a:pt x="255634" y="0"/>
                    <a:pt x="5709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72961C71-40E4-2803-CCA5-F0BAA2C655EA}"/>
                </a:ext>
              </a:extLst>
            </p:cNvPr>
            <p:cNvSpPr/>
            <p:nvPr/>
          </p:nvSpPr>
          <p:spPr>
            <a:xfrm rot="10800000">
              <a:off x="7623026" y="5874739"/>
              <a:ext cx="550362" cy="271355"/>
            </a:xfrm>
            <a:custGeom>
              <a:avLst/>
              <a:gdLst>
                <a:gd name="connsiteX0" fmla="*/ 760815 w 1521631"/>
                <a:gd name="connsiteY0" fmla="*/ 0 h 750239"/>
                <a:gd name="connsiteX1" fmla="*/ 1507335 w 1521631"/>
                <a:gd name="connsiteY1" fmla="*/ 608431 h 750239"/>
                <a:gd name="connsiteX2" fmla="*/ 1521631 w 1521631"/>
                <a:gd name="connsiteY2" fmla="*/ 750239 h 750239"/>
                <a:gd name="connsiteX3" fmla="*/ 1214421 w 1521631"/>
                <a:gd name="connsiteY3" fmla="*/ 750239 h 750239"/>
                <a:gd name="connsiteX4" fmla="*/ 1206367 w 1521631"/>
                <a:gd name="connsiteY4" fmla="*/ 670345 h 750239"/>
                <a:gd name="connsiteX5" fmla="*/ 760814 w 1521631"/>
                <a:gd name="connsiteY5" fmla="*/ 307209 h 750239"/>
                <a:gd name="connsiteX6" fmla="*/ 315262 w 1521631"/>
                <a:gd name="connsiteY6" fmla="*/ 670345 h 750239"/>
                <a:gd name="connsiteX7" fmla="*/ 307208 w 1521631"/>
                <a:gd name="connsiteY7" fmla="*/ 750239 h 750239"/>
                <a:gd name="connsiteX8" fmla="*/ 0 w 1521631"/>
                <a:gd name="connsiteY8" fmla="*/ 750239 h 750239"/>
                <a:gd name="connsiteX9" fmla="*/ 14295 w 1521631"/>
                <a:gd name="connsiteY9" fmla="*/ 608431 h 750239"/>
                <a:gd name="connsiteX10" fmla="*/ 760815 w 1521631"/>
                <a:gd name="connsiteY10" fmla="*/ 0 h 75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31" h="750239">
                  <a:moveTo>
                    <a:pt x="760815" y="0"/>
                  </a:moveTo>
                  <a:cubicBezTo>
                    <a:pt x="1129052" y="0"/>
                    <a:pt x="1436281" y="261200"/>
                    <a:pt x="1507335" y="608431"/>
                  </a:cubicBezTo>
                  <a:lnTo>
                    <a:pt x="1521631" y="750239"/>
                  </a:lnTo>
                  <a:lnTo>
                    <a:pt x="1214421" y="750239"/>
                  </a:lnTo>
                  <a:lnTo>
                    <a:pt x="1206367" y="670345"/>
                  </a:lnTo>
                  <a:cubicBezTo>
                    <a:pt x="1163959" y="463104"/>
                    <a:pt x="980592" y="307209"/>
                    <a:pt x="760814" y="307209"/>
                  </a:cubicBezTo>
                  <a:cubicBezTo>
                    <a:pt x="541036" y="307209"/>
                    <a:pt x="357670" y="463104"/>
                    <a:pt x="315262" y="670345"/>
                  </a:cubicBezTo>
                  <a:lnTo>
                    <a:pt x="307208" y="750239"/>
                  </a:lnTo>
                  <a:lnTo>
                    <a:pt x="0" y="750239"/>
                  </a:lnTo>
                  <a:lnTo>
                    <a:pt x="14295" y="608431"/>
                  </a:lnTo>
                  <a:cubicBezTo>
                    <a:pt x="85349" y="261200"/>
                    <a:pt x="392579" y="0"/>
                    <a:pt x="76081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ECC436D6-3028-543F-D3C8-E4F8B3BAE4F8}"/>
                </a:ext>
              </a:extLst>
            </p:cNvPr>
            <p:cNvSpPr/>
            <p:nvPr/>
          </p:nvSpPr>
          <p:spPr>
            <a:xfrm>
              <a:off x="9787231" y="5873962"/>
              <a:ext cx="542575" cy="272910"/>
            </a:xfrm>
            <a:custGeom>
              <a:avLst/>
              <a:gdLst>
                <a:gd name="connsiteX0" fmla="*/ 570975 w 1141950"/>
                <a:gd name="connsiteY0" fmla="*/ 0 h 574390"/>
                <a:gd name="connsiteX1" fmla="*/ 1141950 w 1141950"/>
                <a:gd name="connsiteY1" fmla="*/ 570975 h 574390"/>
                <a:gd name="connsiteX2" fmla="*/ 1141606 w 1141950"/>
                <a:gd name="connsiteY2" fmla="*/ 574390 h 574390"/>
                <a:gd name="connsiteX3" fmla="*/ 345 w 1141950"/>
                <a:gd name="connsiteY3" fmla="*/ 574390 h 574390"/>
                <a:gd name="connsiteX4" fmla="*/ 0 w 1141950"/>
                <a:gd name="connsiteY4" fmla="*/ 570975 h 574390"/>
                <a:gd name="connsiteX5" fmla="*/ 570975 w 1141950"/>
                <a:gd name="connsiteY5" fmla="*/ 0 h 57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1950" h="574390">
                  <a:moveTo>
                    <a:pt x="570975" y="0"/>
                  </a:moveTo>
                  <a:cubicBezTo>
                    <a:pt x="886316" y="0"/>
                    <a:pt x="1141950" y="255634"/>
                    <a:pt x="1141950" y="570975"/>
                  </a:cubicBezTo>
                  <a:lnTo>
                    <a:pt x="1141606" y="574390"/>
                  </a:lnTo>
                  <a:lnTo>
                    <a:pt x="345" y="574390"/>
                  </a:lnTo>
                  <a:lnTo>
                    <a:pt x="0" y="570975"/>
                  </a:lnTo>
                  <a:cubicBezTo>
                    <a:pt x="0" y="255634"/>
                    <a:pt x="255634" y="0"/>
                    <a:pt x="5709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FE902486-25CC-8F2D-8C62-2B6C2109B00F}"/>
                </a:ext>
              </a:extLst>
            </p:cNvPr>
            <p:cNvSpPr/>
            <p:nvPr/>
          </p:nvSpPr>
          <p:spPr>
            <a:xfrm rot="10800000">
              <a:off x="9063234" y="5874739"/>
              <a:ext cx="550362" cy="271355"/>
            </a:xfrm>
            <a:custGeom>
              <a:avLst/>
              <a:gdLst>
                <a:gd name="connsiteX0" fmla="*/ 760815 w 1521631"/>
                <a:gd name="connsiteY0" fmla="*/ 0 h 750239"/>
                <a:gd name="connsiteX1" fmla="*/ 1507335 w 1521631"/>
                <a:gd name="connsiteY1" fmla="*/ 608431 h 750239"/>
                <a:gd name="connsiteX2" fmla="*/ 1521631 w 1521631"/>
                <a:gd name="connsiteY2" fmla="*/ 750239 h 750239"/>
                <a:gd name="connsiteX3" fmla="*/ 1214421 w 1521631"/>
                <a:gd name="connsiteY3" fmla="*/ 750239 h 750239"/>
                <a:gd name="connsiteX4" fmla="*/ 1206367 w 1521631"/>
                <a:gd name="connsiteY4" fmla="*/ 670345 h 750239"/>
                <a:gd name="connsiteX5" fmla="*/ 760814 w 1521631"/>
                <a:gd name="connsiteY5" fmla="*/ 307209 h 750239"/>
                <a:gd name="connsiteX6" fmla="*/ 315262 w 1521631"/>
                <a:gd name="connsiteY6" fmla="*/ 670345 h 750239"/>
                <a:gd name="connsiteX7" fmla="*/ 307208 w 1521631"/>
                <a:gd name="connsiteY7" fmla="*/ 750239 h 750239"/>
                <a:gd name="connsiteX8" fmla="*/ 0 w 1521631"/>
                <a:gd name="connsiteY8" fmla="*/ 750239 h 750239"/>
                <a:gd name="connsiteX9" fmla="*/ 14295 w 1521631"/>
                <a:gd name="connsiteY9" fmla="*/ 608431 h 750239"/>
                <a:gd name="connsiteX10" fmla="*/ 760815 w 1521631"/>
                <a:gd name="connsiteY10" fmla="*/ 0 h 75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31" h="750239">
                  <a:moveTo>
                    <a:pt x="760815" y="0"/>
                  </a:moveTo>
                  <a:cubicBezTo>
                    <a:pt x="1129052" y="0"/>
                    <a:pt x="1436281" y="261200"/>
                    <a:pt x="1507335" y="608431"/>
                  </a:cubicBezTo>
                  <a:lnTo>
                    <a:pt x="1521631" y="750239"/>
                  </a:lnTo>
                  <a:lnTo>
                    <a:pt x="1214421" y="750239"/>
                  </a:lnTo>
                  <a:lnTo>
                    <a:pt x="1206367" y="670345"/>
                  </a:lnTo>
                  <a:cubicBezTo>
                    <a:pt x="1163959" y="463104"/>
                    <a:pt x="980592" y="307209"/>
                    <a:pt x="760814" y="307209"/>
                  </a:cubicBezTo>
                  <a:cubicBezTo>
                    <a:pt x="541036" y="307209"/>
                    <a:pt x="357670" y="463104"/>
                    <a:pt x="315262" y="670345"/>
                  </a:cubicBezTo>
                  <a:lnTo>
                    <a:pt x="307208" y="750239"/>
                  </a:lnTo>
                  <a:lnTo>
                    <a:pt x="0" y="750239"/>
                  </a:lnTo>
                  <a:lnTo>
                    <a:pt x="14295" y="608431"/>
                  </a:lnTo>
                  <a:cubicBezTo>
                    <a:pt x="85349" y="261200"/>
                    <a:pt x="392579" y="0"/>
                    <a:pt x="76081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E43A302E-8580-1E4E-3316-C6B3E41D8DF2}"/>
                </a:ext>
              </a:extLst>
            </p:cNvPr>
            <p:cNvSpPr/>
            <p:nvPr/>
          </p:nvSpPr>
          <p:spPr>
            <a:xfrm>
              <a:off x="11227438" y="5881535"/>
              <a:ext cx="542575" cy="272910"/>
            </a:xfrm>
            <a:custGeom>
              <a:avLst/>
              <a:gdLst>
                <a:gd name="connsiteX0" fmla="*/ 570975 w 1141950"/>
                <a:gd name="connsiteY0" fmla="*/ 0 h 574390"/>
                <a:gd name="connsiteX1" fmla="*/ 1141950 w 1141950"/>
                <a:gd name="connsiteY1" fmla="*/ 570975 h 574390"/>
                <a:gd name="connsiteX2" fmla="*/ 1141606 w 1141950"/>
                <a:gd name="connsiteY2" fmla="*/ 574390 h 574390"/>
                <a:gd name="connsiteX3" fmla="*/ 345 w 1141950"/>
                <a:gd name="connsiteY3" fmla="*/ 574390 h 574390"/>
                <a:gd name="connsiteX4" fmla="*/ 0 w 1141950"/>
                <a:gd name="connsiteY4" fmla="*/ 570975 h 574390"/>
                <a:gd name="connsiteX5" fmla="*/ 570975 w 1141950"/>
                <a:gd name="connsiteY5" fmla="*/ 0 h 57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1950" h="574390">
                  <a:moveTo>
                    <a:pt x="570975" y="0"/>
                  </a:moveTo>
                  <a:cubicBezTo>
                    <a:pt x="886316" y="0"/>
                    <a:pt x="1141950" y="255634"/>
                    <a:pt x="1141950" y="570975"/>
                  </a:cubicBezTo>
                  <a:lnTo>
                    <a:pt x="1141606" y="574390"/>
                  </a:lnTo>
                  <a:lnTo>
                    <a:pt x="345" y="574390"/>
                  </a:lnTo>
                  <a:lnTo>
                    <a:pt x="0" y="570975"/>
                  </a:lnTo>
                  <a:cubicBezTo>
                    <a:pt x="0" y="255634"/>
                    <a:pt x="255634" y="0"/>
                    <a:pt x="5709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8E4A1918-3693-BC69-620C-01E8B18F056C}"/>
                </a:ext>
              </a:extLst>
            </p:cNvPr>
            <p:cNvSpPr/>
            <p:nvPr/>
          </p:nvSpPr>
          <p:spPr>
            <a:xfrm rot="10800000">
              <a:off x="10503441" y="5874739"/>
              <a:ext cx="550362" cy="271355"/>
            </a:xfrm>
            <a:custGeom>
              <a:avLst/>
              <a:gdLst>
                <a:gd name="connsiteX0" fmla="*/ 760815 w 1521631"/>
                <a:gd name="connsiteY0" fmla="*/ 0 h 750239"/>
                <a:gd name="connsiteX1" fmla="*/ 1507335 w 1521631"/>
                <a:gd name="connsiteY1" fmla="*/ 608431 h 750239"/>
                <a:gd name="connsiteX2" fmla="*/ 1521631 w 1521631"/>
                <a:gd name="connsiteY2" fmla="*/ 750239 h 750239"/>
                <a:gd name="connsiteX3" fmla="*/ 1214421 w 1521631"/>
                <a:gd name="connsiteY3" fmla="*/ 750239 h 750239"/>
                <a:gd name="connsiteX4" fmla="*/ 1206367 w 1521631"/>
                <a:gd name="connsiteY4" fmla="*/ 670345 h 750239"/>
                <a:gd name="connsiteX5" fmla="*/ 760814 w 1521631"/>
                <a:gd name="connsiteY5" fmla="*/ 307209 h 750239"/>
                <a:gd name="connsiteX6" fmla="*/ 315262 w 1521631"/>
                <a:gd name="connsiteY6" fmla="*/ 670345 h 750239"/>
                <a:gd name="connsiteX7" fmla="*/ 307208 w 1521631"/>
                <a:gd name="connsiteY7" fmla="*/ 750239 h 750239"/>
                <a:gd name="connsiteX8" fmla="*/ 0 w 1521631"/>
                <a:gd name="connsiteY8" fmla="*/ 750239 h 750239"/>
                <a:gd name="connsiteX9" fmla="*/ 14295 w 1521631"/>
                <a:gd name="connsiteY9" fmla="*/ 608431 h 750239"/>
                <a:gd name="connsiteX10" fmla="*/ 760815 w 1521631"/>
                <a:gd name="connsiteY10" fmla="*/ 0 h 75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31" h="750239">
                  <a:moveTo>
                    <a:pt x="760815" y="0"/>
                  </a:moveTo>
                  <a:cubicBezTo>
                    <a:pt x="1129052" y="0"/>
                    <a:pt x="1436281" y="261200"/>
                    <a:pt x="1507335" y="608431"/>
                  </a:cubicBezTo>
                  <a:lnTo>
                    <a:pt x="1521631" y="750239"/>
                  </a:lnTo>
                  <a:lnTo>
                    <a:pt x="1214421" y="750239"/>
                  </a:lnTo>
                  <a:lnTo>
                    <a:pt x="1206367" y="670345"/>
                  </a:lnTo>
                  <a:cubicBezTo>
                    <a:pt x="1163959" y="463104"/>
                    <a:pt x="980592" y="307209"/>
                    <a:pt x="760814" y="307209"/>
                  </a:cubicBezTo>
                  <a:cubicBezTo>
                    <a:pt x="541036" y="307209"/>
                    <a:pt x="357670" y="463104"/>
                    <a:pt x="315262" y="670345"/>
                  </a:cubicBezTo>
                  <a:lnTo>
                    <a:pt x="307208" y="750239"/>
                  </a:lnTo>
                  <a:lnTo>
                    <a:pt x="0" y="750239"/>
                  </a:lnTo>
                  <a:lnTo>
                    <a:pt x="14295" y="608431"/>
                  </a:lnTo>
                  <a:cubicBezTo>
                    <a:pt x="85349" y="261200"/>
                    <a:pt x="392579" y="0"/>
                    <a:pt x="76081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7345A1A2-7BDB-D01A-77F0-9BFC77E70296}"/>
                </a:ext>
              </a:extLst>
            </p:cNvPr>
            <p:cNvSpPr/>
            <p:nvPr/>
          </p:nvSpPr>
          <p:spPr>
            <a:xfrm rot="16200000">
              <a:off x="289440" y="5297633"/>
              <a:ext cx="542575" cy="272910"/>
            </a:xfrm>
            <a:custGeom>
              <a:avLst/>
              <a:gdLst>
                <a:gd name="connsiteX0" fmla="*/ 570975 w 1141950"/>
                <a:gd name="connsiteY0" fmla="*/ 0 h 574390"/>
                <a:gd name="connsiteX1" fmla="*/ 1141950 w 1141950"/>
                <a:gd name="connsiteY1" fmla="*/ 570975 h 574390"/>
                <a:gd name="connsiteX2" fmla="*/ 1141606 w 1141950"/>
                <a:gd name="connsiteY2" fmla="*/ 574390 h 574390"/>
                <a:gd name="connsiteX3" fmla="*/ 345 w 1141950"/>
                <a:gd name="connsiteY3" fmla="*/ 574390 h 574390"/>
                <a:gd name="connsiteX4" fmla="*/ 0 w 1141950"/>
                <a:gd name="connsiteY4" fmla="*/ 570975 h 574390"/>
                <a:gd name="connsiteX5" fmla="*/ 570975 w 1141950"/>
                <a:gd name="connsiteY5" fmla="*/ 0 h 57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1950" h="574390">
                  <a:moveTo>
                    <a:pt x="570975" y="0"/>
                  </a:moveTo>
                  <a:cubicBezTo>
                    <a:pt x="886316" y="0"/>
                    <a:pt x="1141950" y="255634"/>
                    <a:pt x="1141950" y="570975"/>
                  </a:cubicBezTo>
                  <a:lnTo>
                    <a:pt x="1141606" y="574390"/>
                  </a:lnTo>
                  <a:lnTo>
                    <a:pt x="345" y="574390"/>
                  </a:lnTo>
                  <a:lnTo>
                    <a:pt x="0" y="570975"/>
                  </a:lnTo>
                  <a:cubicBezTo>
                    <a:pt x="0" y="255634"/>
                    <a:pt x="255634" y="0"/>
                    <a:pt x="5709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E537FD63-4FD3-2E23-2CC1-DFC7A1C45660}"/>
                </a:ext>
              </a:extLst>
            </p:cNvPr>
            <p:cNvSpPr/>
            <p:nvPr/>
          </p:nvSpPr>
          <p:spPr>
            <a:xfrm rot="16200000">
              <a:off x="289440" y="3857426"/>
              <a:ext cx="542575" cy="272910"/>
            </a:xfrm>
            <a:custGeom>
              <a:avLst/>
              <a:gdLst>
                <a:gd name="connsiteX0" fmla="*/ 570975 w 1141950"/>
                <a:gd name="connsiteY0" fmla="*/ 0 h 574390"/>
                <a:gd name="connsiteX1" fmla="*/ 1141950 w 1141950"/>
                <a:gd name="connsiteY1" fmla="*/ 570975 h 574390"/>
                <a:gd name="connsiteX2" fmla="*/ 1141606 w 1141950"/>
                <a:gd name="connsiteY2" fmla="*/ 574390 h 574390"/>
                <a:gd name="connsiteX3" fmla="*/ 345 w 1141950"/>
                <a:gd name="connsiteY3" fmla="*/ 574390 h 574390"/>
                <a:gd name="connsiteX4" fmla="*/ 0 w 1141950"/>
                <a:gd name="connsiteY4" fmla="*/ 570975 h 574390"/>
                <a:gd name="connsiteX5" fmla="*/ 570975 w 1141950"/>
                <a:gd name="connsiteY5" fmla="*/ 0 h 57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1950" h="574390">
                  <a:moveTo>
                    <a:pt x="570975" y="0"/>
                  </a:moveTo>
                  <a:cubicBezTo>
                    <a:pt x="886316" y="0"/>
                    <a:pt x="1141950" y="255634"/>
                    <a:pt x="1141950" y="570975"/>
                  </a:cubicBezTo>
                  <a:lnTo>
                    <a:pt x="1141606" y="574390"/>
                  </a:lnTo>
                  <a:lnTo>
                    <a:pt x="345" y="574390"/>
                  </a:lnTo>
                  <a:lnTo>
                    <a:pt x="0" y="570975"/>
                  </a:lnTo>
                  <a:cubicBezTo>
                    <a:pt x="0" y="255634"/>
                    <a:pt x="255634" y="0"/>
                    <a:pt x="5709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2BED532C-C35D-4B2C-0546-AD4ADEB61885}"/>
                </a:ext>
              </a:extLst>
            </p:cNvPr>
            <p:cNvSpPr/>
            <p:nvPr/>
          </p:nvSpPr>
          <p:spPr>
            <a:xfrm rot="5400000">
              <a:off x="285546" y="4578307"/>
              <a:ext cx="550362" cy="271355"/>
            </a:xfrm>
            <a:custGeom>
              <a:avLst/>
              <a:gdLst>
                <a:gd name="connsiteX0" fmla="*/ 760815 w 1521631"/>
                <a:gd name="connsiteY0" fmla="*/ 0 h 750239"/>
                <a:gd name="connsiteX1" fmla="*/ 1507335 w 1521631"/>
                <a:gd name="connsiteY1" fmla="*/ 608431 h 750239"/>
                <a:gd name="connsiteX2" fmla="*/ 1521631 w 1521631"/>
                <a:gd name="connsiteY2" fmla="*/ 750239 h 750239"/>
                <a:gd name="connsiteX3" fmla="*/ 1214421 w 1521631"/>
                <a:gd name="connsiteY3" fmla="*/ 750239 h 750239"/>
                <a:gd name="connsiteX4" fmla="*/ 1206367 w 1521631"/>
                <a:gd name="connsiteY4" fmla="*/ 670345 h 750239"/>
                <a:gd name="connsiteX5" fmla="*/ 760814 w 1521631"/>
                <a:gd name="connsiteY5" fmla="*/ 307209 h 750239"/>
                <a:gd name="connsiteX6" fmla="*/ 315262 w 1521631"/>
                <a:gd name="connsiteY6" fmla="*/ 670345 h 750239"/>
                <a:gd name="connsiteX7" fmla="*/ 307208 w 1521631"/>
                <a:gd name="connsiteY7" fmla="*/ 750239 h 750239"/>
                <a:gd name="connsiteX8" fmla="*/ 0 w 1521631"/>
                <a:gd name="connsiteY8" fmla="*/ 750239 h 750239"/>
                <a:gd name="connsiteX9" fmla="*/ 14295 w 1521631"/>
                <a:gd name="connsiteY9" fmla="*/ 608431 h 750239"/>
                <a:gd name="connsiteX10" fmla="*/ 760815 w 1521631"/>
                <a:gd name="connsiteY10" fmla="*/ 0 h 75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31" h="750239">
                  <a:moveTo>
                    <a:pt x="760815" y="0"/>
                  </a:moveTo>
                  <a:cubicBezTo>
                    <a:pt x="1129052" y="0"/>
                    <a:pt x="1436281" y="261200"/>
                    <a:pt x="1507335" y="608431"/>
                  </a:cubicBezTo>
                  <a:lnTo>
                    <a:pt x="1521631" y="750239"/>
                  </a:lnTo>
                  <a:lnTo>
                    <a:pt x="1214421" y="750239"/>
                  </a:lnTo>
                  <a:lnTo>
                    <a:pt x="1206367" y="670345"/>
                  </a:lnTo>
                  <a:cubicBezTo>
                    <a:pt x="1163959" y="463104"/>
                    <a:pt x="980592" y="307209"/>
                    <a:pt x="760814" y="307209"/>
                  </a:cubicBezTo>
                  <a:cubicBezTo>
                    <a:pt x="541036" y="307209"/>
                    <a:pt x="357670" y="463104"/>
                    <a:pt x="315262" y="670345"/>
                  </a:cubicBezTo>
                  <a:lnTo>
                    <a:pt x="307208" y="750239"/>
                  </a:lnTo>
                  <a:lnTo>
                    <a:pt x="0" y="750239"/>
                  </a:lnTo>
                  <a:lnTo>
                    <a:pt x="14295" y="608431"/>
                  </a:lnTo>
                  <a:cubicBezTo>
                    <a:pt x="85349" y="261200"/>
                    <a:pt x="392579" y="0"/>
                    <a:pt x="76081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DD65D1FD-B9CF-3CAF-CDB5-A0A265F09477}"/>
                </a:ext>
              </a:extLst>
            </p:cNvPr>
            <p:cNvSpPr/>
            <p:nvPr/>
          </p:nvSpPr>
          <p:spPr>
            <a:xfrm rot="16200000">
              <a:off x="289440" y="2417218"/>
              <a:ext cx="542575" cy="272910"/>
            </a:xfrm>
            <a:custGeom>
              <a:avLst/>
              <a:gdLst>
                <a:gd name="connsiteX0" fmla="*/ 570975 w 1141950"/>
                <a:gd name="connsiteY0" fmla="*/ 0 h 574390"/>
                <a:gd name="connsiteX1" fmla="*/ 1141950 w 1141950"/>
                <a:gd name="connsiteY1" fmla="*/ 570975 h 574390"/>
                <a:gd name="connsiteX2" fmla="*/ 1141606 w 1141950"/>
                <a:gd name="connsiteY2" fmla="*/ 574390 h 574390"/>
                <a:gd name="connsiteX3" fmla="*/ 345 w 1141950"/>
                <a:gd name="connsiteY3" fmla="*/ 574390 h 574390"/>
                <a:gd name="connsiteX4" fmla="*/ 0 w 1141950"/>
                <a:gd name="connsiteY4" fmla="*/ 570975 h 574390"/>
                <a:gd name="connsiteX5" fmla="*/ 570975 w 1141950"/>
                <a:gd name="connsiteY5" fmla="*/ 0 h 57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1950" h="574390">
                  <a:moveTo>
                    <a:pt x="570975" y="0"/>
                  </a:moveTo>
                  <a:cubicBezTo>
                    <a:pt x="886316" y="0"/>
                    <a:pt x="1141950" y="255634"/>
                    <a:pt x="1141950" y="570975"/>
                  </a:cubicBezTo>
                  <a:lnTo>
                    <a:pt x="1141606" y="574390"/>
                  </a:lnTo>
                  <a:lnTo>
                    <a:pt x="345" y="574390"/>
                  </a:lnTo>
                  <a:lnTo>
                    <a:pt x="0" y="570975"/>
                  </a:lnTo>
                  <a:cubicBezTo>
                    <a:pt x="0" y="255634"/>
                    <a:pt x="255634" y="0"/>
                    <a:pt x="5709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5B052AE9-83DA-AAB6-231F-EFF69193278A}"/>
                </a:ext>
              </a:extLst>
            </p:cNvPr>
            <p:cNvSpPr/>
            <p:nvPr/>
          </p:nvSpPr>
          <p:spPr>
            <a:xfrm rot="5400000">
              <a:off x="285546" y="3138099"/>
              <a:ext cx="550362" cy="271355"/>
            </a:xfrm>
            <a:custGeom>
              <a:avLst/>
              <a:gdLst>
                <a:gd name="connsiteX0" fmla="*/ 760815 w 1521631"/>
                <a:gd name="connsiteY0" fmla="*/ 0 h 750239"/>
                <a:gd name="connsiteX1" fmla="*/ 1507335 w 1521631"/>
                <a:gd name="connsiteY1" fmla="*/ 608431 h 750239"/>
                <a:gd name="connsiteX2" fmla="*/ 1521631 w 1521631"/>
                <a:gd name="connsiteY2" fmla="*/ 750239 h 750239"/>
                <a:gd name="connsiteX3" fmla="*/ 1214421 w 1521631"/>
                <a:gd name="connsiteY3" fmla="*/ 750239 h 750239"/>
                <a:gd name="connsiteX4" fmla="*/ 1206367 w 1521631"/>
                <a:gd name="connsiteY4" fmla="*/ 670345 h 750239"/>
                <a:gd name="connsiteX5" fmla="*/ 760814 w 1521631"/>
                <a:gd name="connsiteY5" fmla="*/ 307209 h 750239"/>
                <a:gd name="connsiteX6" fmla="*/ 315262 w 1521631"/>
                <a:gd name="connsiteY6" fmla="*/ 670345 h 750239"/>
                <a:gd name="connsiteX7" fmla="*/ 307208 w 1521631"/>
                <a:gd name="connsiteY7" fmla="*/ 750239 h 750239"/>
                <a:gd name="connsiteX8" fmla="*/ 0 w 1521631"/>
                <a:gd name="connsiteY8" fmla="*/ 750239 h 750239"/>
                <a:gd name="connsiteX9" fmla="*/ 14295 w 1521631"/>
                <a:gd name="connsiteY9" fmla="*/ 608431 h 750239"/>
                <a:gd name="connsiteX10" fmla="*/ 760815 w 1521631"/>
                <a:gd name="connsiteY10" fmla="*/ 0 h 75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31" h="750239">
                  <a:moveTo>
                    <a:pt x="760815" y="0"/>
                  </a:moveTo>
                  <a:cubicBezTo>
                    <a:pt x="1129052" y="0"/>
                    <a:pt x="1436281" y="261200"/>
                    <a:pt x="1507335" y="608431"/>
                  </a:cubicBezTo>
                  <a:lnTo>
                    <a:pt x="1521631" y="750239"/>
                  </a:lnTo>
                  <a:lnTo>
                    <a:pt x="1214421" y="750239"/>
                  </a:lnTo>
                  <a:lnTo>
                    <a:pt x="1206367" y="670345"/>
                  </a:lnTo>
                  <a:cubicBezTo>
                    <a:pt x="1163959" y="463104"/>
                    <a:pt x="980592" y="307209"/>
                    <a:pt x="760814" y="307209"/>
                  </a:cubicBezTo>
                  <a:cubicBezTo>
                    <a:pt x="541036" y="307209"/>
                    <a:pt x="357670" y="463104"/>
                    <a:pt x="315262" y="670345"/>
                  </a:cubicBezTo>
                  <a:lnTo>
                    <a:pt x="307208" y="750239"/>
                  </a:lnTo>
                  <a:lnTo>
                    <a:pt x="0" y="750239"/>
                  </a:lnTo>
                  <a:lnTo>
                    <a:pt x="14295" y="608431"/>
                  </a:lnTo>
                  <a:cubicBezTo>
                    <a:pt x="85349" y="261200"/>
                    <a:pt x="392579" y="0"/>
                    <a:pt x="76081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4BD7077B-C877-AC06-1733-69957A4E4105}"/>
                </a:ext>
              </a:extLst>
            </p:cNvPr>
            <p:cNvSpPr/>
            <p:nvPr/>
          </p:nvSpPr>
          <p:spPr>
            <a:xfrm rot="16200000">
              <a:off x="297012" y="977011"/>
              <a:ext cx="542575" cy="272910"/>
            </a:xfrm>
            <a:custGeom>
              <a:avLst/>
              <a:gdLst>
                <a:gd name="connsiteX0" fmla="*/ 570975 w 1141950"/>
                <a:gd name="connsiteY0" fmla="*/ 0 h 574390"/>
                <a:gd name="connsiteX1" fmla="*/ 1141950 w 1141950"/>
                <a:gd name="connsiteY1" fmla="*/ 570975 h 574390"/>
                <a:gd name="connsiteX2" fmla="*/ 1141606 w 1141950"/>
                <a:gd name="connsiteY2" fmla="*/ 574390 h 574390"/>
                <a:gd name="connsiteX3" fmla="*/ 345 w 1141950"/>
                <a:gd name="connsiteY3" fmla="*/ 574390 h 574390"/>
                <a:gd name="connsiteX4" fmla="*/ 0 w 1141950"/>
                <a:gd name="connsiteY4" fmla="*/ 570975 h 574390"/>
                <a:gd name="connsiteX5" fmla="*/ 570975 w 1141950"/>
                <a:gd name="connsiteY5" fmla="*/ 0 h 57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1950" h="574390">
                  <a:moveTo>
                    <a:pt x="570975" y="0"/>
                  </a:moveTo>
                  <a:cubicBezTo>
                    <a:pt x="886316" y="0"/>
                    <a:pt x="1141950" y="255634"/>
                    <a:pt x="1141950" y="570975"/>
                  </a:cubicBezTo>
                  <a:lnTo>
                    <a:pt x="1141606" y="574390"/>
                  </a:lnTo>
                  <a:lnTo>
                    <a:pt x="345" y="574390"/>
                  </a:lnTo>
                  <a:lnTo>
                    <a:pt x="0" y="570975"/>
                  </a:lnTo>
                  <a:cubicBezTo>
                    <a:pt x="0" y="255634"/>
                    <a:pt x="255634" y="0"/>
                    <a:pt x="5709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A588FA7C-F32F-EB17-3D62-AB5572172846}"/>
                </a:ext>
              </a:extLst>
            </p:cNvPr>
            <p:cNvSpPr/>
            <p:nvPr/>
          </p:nvSpPr>
          <p:spPr>
            <a:xfrm rot="5400000">
              <a:off x="285545" y="1697892"/>
              <a:ext cx="550362" cy="271355"/>
            </a:xfrm>
            <a:custGeom>
              <a:avLst/>
              <a:gdLst>
                <a:gd name="connsiteX0" fmla="*/ 760815 w 1521631"/>
                <a:gd name="connsiteY0" fmla="*/ 0 h 750239"/>
                <a:gd name="connsiteX1" fmla="*/ 1507335 w 1521631"/>
                <a:gd name="connsiteY1" fmla="*/ 608431 h 750239"/>
                <a:gd name="connsiteX2" fmla="*/ 1521631 w 1521631"/>
                <a:gd name="connsiteY2" fmla="*/ 750239 h 750239"/>
                <a:gd name="connsiteX3" fmla="*/ 1214421 w 1521631"/>
                <a:gd name="connsiteY3" fmla="*/ 750239 h 750239"/>
                <a:gd name="connsiteX4" fmla="*/ 1206367 w 1521631"/>
                <a:gd name="connsiteY4" fmla="*/ 670345 h 750239"/>
                <a:gd name="connsiteX5" fmla="*/ 760814 w 1521631"/>
                <a:gd name="connsiteY5" fmla="*/ 307209 h 750239"/>
                <a:gd name="connsiteX6" fmla="*/ 315262 w 1521631"/>
                <a:gd name="connsiteY6" fmla="*/ 670345 h 750239"/>
                <a:gd name="connsiteX7" fmla="*/ 307208 w 1521631"/>
                <a:gd name="connsiteY7" fmla="*/ 750239 h 750239"/>
                <a:gd name="connsiteX8" fmla="*/ 0 w 1521631"/>
                <a:gd name="connsiteY8" fmla="*/ 750239 h 750239"/>
                <a:gd name="connsiteX9" fmla="*/ 14295 w 1521631"/>
                <a:gd name="connsiteY9" fmla="*/ 608431 h 750239"/>
                <a:gd name="connsiteX10" fmla="*/ 760815 w 1521631"/>
                <a:gd name="connsiteY10" fmla="*/ 0 h 75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31" h="750239">
                  <a:moveTo>
                    <a:pt x="760815" y="0"/>
                  </a:moveTo>
                  <a:cubicBezTo>
                    <a:pt x="1129052" y="0"/>
                    <a:pt x="1436281" y="261200"/>
                    <a:pt x="1507335" y="608431"/>
                  </a:cubicBezTo>
                  <a:lnTo>
                    <a:pt x="1521631" y="750239"/>
                  </a:lnTo>
                  <a:lnTo>
                    <a:pt x="1214421" y="750239"/>
                  </a:lnTo>
                  <a:lnTo>
                    <a:pt x="1206367" y="670345"/>
                  </a:lnTo>
                  <a:cubicBezTo>
                    <a:pt x="1163959" y="463104"/>
                    <a:pt x="980592" y="307209"/>
                    <a:pt x="760814" y="307209"/>
                  </a:cubicBezTo>
                  <a:cubicBezTo>
                    <a:pt x="541036" y="307209"/>
                    <a:pt x="357670" y="463104"/>
                    <a:pt x="315262" y="670345"/>
                  </a:cubicBezTo>
                  <a:lnTo>
                    <a:pt x="307208" y="750239"/>
                  </a:lnTo>
                  <a:lnTo>
                    <a:pt x="0" y="750239"/>
                  </a:lnTo>
                  <a:lnTo>
                    <a:pt x="14295" y="608431"/>
                  </a:lnTo>
                  <a:cubicBezTo>
                    <a:pt x="85349" y="261200"/>
                    <a:pt x="392579" y="0"/>
                    <a:pt x="76081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5787FDA7-C9A6-37A8-2A14-0FA786882448}"/>
                </a:ext>
              </a:extLst>
            </p:cNvPr>
            <p:cNvSpPr/>
            <p:nvPr/>
          </p:nvSpPr>
          <p:spPr>
            <a:xfrm rot="5400000">
              <a:off x="11350712" y="1681829"/>
              <a:ext cx="542575" cy="272910"/>
            </a:xfrm>
            <a:custGeom>
              <a:avLst/>
              <a:gdLst>
                <a:gd name="connsiteX0" fmla="*/ 570975 w 1141950"/>
                <a:gd name="connsiteY0" fmla="*/ 0 h 574390"/>
                <a:gd name="connsiteX1" fmla="*/ 1141950 w 1141950"/>
                <a:gd name="connsiteY1" fmla="*/ 570975 h 574390"/>
                <a:gd name="connsiteX2" fmla="*/ 1141606 w 1141950"/>
                <a:gd name="connsiteY2" fmla="*/ 574390 h 574390"/>
                <a:gd name="connsiteX3" fmla="*/ 345 w 1141950"/>
                <a:gd name="connsiteY3" fmla="*/ 574390 h 574390"/>
                <a:gd name="connsiteX4" fmla="*/ 0 w 1141950"/>
                <a:gd name="connsiteY4" fmla="*/ 570975 h 574390"/>
                <a:gd name="connsiteX5" fmla="*/ 570975 w 1141950"/>
                <a:gd name="connsiteY5" fmla="*/ 0 h 57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1950" h="574390">
                  <a:moveTo>
                    <a:pt x="570975" y="0"/>
                  </a:moveTo>
                  <a:cubicBezTo>
                    <a:pt x="886316" y="0"/>
                    <a:pt x="1141950" y="255634"/>
                    <a:pt x="1141950" y="570975"/>
                  </a:cubicBezTo>
                  <a:lnTo>
                    <a:pt x="1141606" y="574390"/>
                  </a:lnTo>
                  <a:lnTo>
                    <a:pt x="345" y="574390"/>
                  </a:lnTo>
                  <a:lnTo>
                    <a:pt x="0" y="570975"/>
                  </a:lnTo>
                  <a:cubicBezTo>
                    <a:pt x="0" y="255634"/>
                    <a:pt x="255634" y="0"/>
                    <a:pt x="5709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A6679A99-5BE7-6213-2DEE-79D32EE5BF7C}"/>
                </a:ext>
              </a:extLst>
            </p:cNvPr>
            <p:cNvSpPr/>
            <p:nvPr/>
          </p:nvSpPr>
          <p:spPr>
            <a:xfrm rot="16200000">
              <a:off x="11346819" y="955657"/>
              <a:ext cx="550362" cy="271355"/>
            </a:xfrm>
            <a:custGeom>
              <a:avLst/>
              <a:gdLst>
                <a:gd name="connsiteX0" fmla="*/ 760815 w 1521631"/>
                <a:gd name="connsiteY0" fmla="*/ 0 h 750239"/>
                <a:gd name="connsiteX1" fmla="*/ 1507335 w 1521631"/>
                <a:gd name="connsiteY1" fmla="*/ 608431 h 750239"/>
                <a:gd name="connsiteX2" fmla="*/ 1521631 w 1521631"/>
                <a:gd name="connsiteY2" fmla="*/ 750239 h 750239"/>
                <a:gd name="connsiteX3" fmla="*/ 1214421 w 1521631"/>
                <a:gd name="connsiteY3" fmla="*/ 750239 h 750239"/>
                <a:gd name="connsiteX4" fmla="*/ 1206367 w 1521631"/>
                <a:gd name="connsiteY4" fmla="*/ 670345 h 750239"/>
                <a:gd name="connsiteX5" fmla="*/ 760814 w 1521631"/>
                <a:gd name="connsiteY5" fmla="*/ 307209 h 750239"/>
                <a:gd name="connsiteX6" fmla="*/ 315262 w 1521631"/>
                <a:gd name="connsiteY6" fmla="*/ 670345 h 750239"/>
                <a:gd name="connsiteX7" fmla="*/ 307208 w 1521631"/>
                <a:gd name="connsiteY7" fmla="*/ 750239 h 750239"/>
                <a:gd name="connsiteX8" fmla="*/ 0 w 1521631"/>
                <a:gd name="connsiteY8" fmla="*/ 750239 h 750239"/>
                <a:gd name="connsiteX9" fmla="*/ 14295 w 1521631"/>
                <a:gd name="connsiteY9" fmla="*/ 608431 h 750239"/>
                <a:gd name="connsiteX10" fmla="*/ 760815 w 1521631"/>
                <a:gd name="connsiteY10" fmla="*/ 0 h 75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31" h="750239">
                  <a:moveTo>
                    <a:pt x="760815" y="0"/>
                  </a:moveTo>
                  <a:cubicBezTo>
                    <a:pt x="1129052" y="0"/>
                    <a:pt x="1436281" y="261200"/>
                    <a:pt x="1507335" y="608431"/>
                  </a:cubicBezTo>
                  <a:lnTo>
                    <a:pt x="1521631" y="750239"/>
                  </a:lnTo>
                  <a:lnTo>
                    <a:pt x="1214421" y="750239"/>
                  </a:lnTo>
                  <a:lnTo>
                    <a:pt x="1206367" y="670345"/>
                  </a:lnTo>
                  <a:cubicBezTo>
                    <a:pt x="1163959" y="463104"/>
                    <a:pt x="980592" y="307209"/>
                    <a:pt x="760814" y="307209"/>
                  </a:cubicBezTo>
                  <a:cubicBezTo>
                    <a:pt x="541036" y="307209"/>
                    <a:pt x="357670" y="463104"/>
                    <a:pt x="315262" y="670345"/>
                  </a:cubicBezTo>
                  <a:lnTo>
                    <a:pt x="307208" y="750239"/>
                  </a:lnTo>
                  <a:lnTo>
                    <a:pt x="0" y="750239"/>
                  </a:lnTo>
                  <a:lnTo>
                    <a:pt x="14295" y="608431"/>
                  </a:lnTo>
                  <a:cubicBezTo>
                    <a:pt x="85349" y="261200"/>
                    <a:pt x="392579" y="0"/>
                    <a:pt x="76081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5D67A080-475D-C157-8319-301D9DD528BE}"/>
                </a:ext>
              </a:extLst>
            </p:cNvPr>
            <p:cNvSpPr/>
            <p:nvPr/>
          </p:nvSpPr>
          <p:spPr>
            <a:xfrm rot="5400000">
              <a:off x="11350712" y="3135726"/>
              <a:ext cx="542575" cy="272910"/>
            </a:xfrm>
            <a:custGeom>
              <a:avLst/>
              <a:gdLst>
                <a:gd name="connsiteX0" fmla="*/ 570975 w 1141950"/>
                <a:gd name="connsiteY0" fmla="*/ 0 h 574390"/>
                <a:gd name="connsiteX1" fmla="*/ 1141950 w 1141950"/>
                <a:gd name="connsiteY1" fmla="*/ 570975 h 574390"/>
                <a:gd name="connsiteX2" fmla="*/ 1141606 w 1141950"/>
                <a:gd name="connsiteY2" fmla="*/ 574390 h 574390"/>
                <a:gd name="connsiteX3" fmla="*/ 345 w 1141950"/>
                <a:gd name="connsiteY3" fmla="*/ 574390 h 574390"/>
                <a:gd name="connsiteX4" fmla="*/ 0 w 1141950"/>
                <a:gd name="connsiteY4" fmla="*/ 570975 h 574390"/>
                <a:gd name="connsiteX5" fmla="*/ 570975 w 1141950"/>
                <a:gd name="connsiteY5" fmla="*/ 0 h 57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1950" h="574390">
                  <a:moveTo>
                    <a:pt x="570975" y="0"/>
                  </a:moveTo>
                  <a:cubicBezTo>
                    <a:pt x="886316" y="0"/>
                    <a:pt x="1141950" y="255634"/>
                    <a:pt x="1141950" y="570975"/>
                  </a:cubicBezTo>
                  <a:lnTo>
                    <a:pt x="1141606" y="574390"/>
                  </a:lnTo>
                  <a:lnTo>
                    <a:pt x="345" y="574390"/>
                  </a:lnTo>
                  <a:lnTo>
                    <a:pt x="0" y="570975"/>
                  </a:lnTo>
                  <a:cubicBezTo>
                    <a:pt x="0" y="255634"/>
                    <a:pt x="255634" y="0"/>
                    <a:pt x="5709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21857843-C560-2F7F-D5D0-9B5F7F089061}"/>
                </a:ext>
              </a:extLst>
            </p:cNvPr>
            <p:cNvSpPr/>
            <p:nvPr/>
          </p:nvSpPr>
          <p:spPr>
            <a:xfrm rot="16200000">
              <a:off x="11346819" y="2409554"/>
              <a:ext cx="550362" cy="271355"/>
            </a:xfrm>
            <a:custGeom>
              <a:avLst/>
              <a:gdLst>
                <a:gd name="connsiteX0" fmla="*/ 760815 w 1521631"/>
                <a:gd name="connsiteY0" fmla="*/ 0 h 750239"/>
                <a:gd name="connsiteX1" fmla="*/ 1507335 w 1521631"/>
                <a:gd name="connsiteY1" fmla="*/ 608431 h 750239"/>
                <a:gd name="connsiteX2" fmla="*/ 1521631 w 1521631"/>
                <a:gd name="connsiteY2" fmla="*/ 750239 h 750239"/>
                <a:gd name="connsiteX3" fmla="*/ 1214421 w 1521631"/>
                <a:gd name="connsiteY3" fmla="*/ 750239 h 750239"/>
                <a:gd name="connsiteX4" fmla="*/ 1206367 w 1521631"/>
                <a:gd name="connsiteY4" fmla="*/ 670345 h 750239"/>
                <a:gd name="connsiteX5" fmla="*/ 760814 w 1521631"/>
                <a:gd name="connsiteY5" fmla="*/ 307209 h 750239"/>
                <a:gd name="connsiteX6" fmla="*/ 315262 w 1521631"/>
                <a:gd name="connsiteY6" fmla="*/ 670345 h 750239"/>
                <a:gd name="connsiteX7" fmla="*/ 307208 w 1521631"/>
                <a:gd name="connsiteY7" fmla="*/ 750239 h 750239"/>
                <a:gd name="connsiteX8" fmla="*/ 0 w 1521631"/>
                <a:gd name="connsiteY8" fmla="*/ 750239 h 750239"/>
                <a:gd name="connsiteX9" fmla="*/ 14295 w 1521631"/>
                <a:gd name="connsiteY9" fmla="*/ 608431 h 750239"/>
                <a:gd name="connsiteX10" fmla="*/ 760815 w 1521631"/>
                <a:gd name="connsiteY10" fmla="*/ 0 h 75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31" h="750239">
                  <a:moveTo>
                    <a:pt x="760815" y="0"/>
                  </a:moveTo>
                  <a:cubicBezTo>
                    <a:pt x="1129052" y="0"/>
                    <a:pt x="1436281" y="261200"/>
                    <a:pt x="1507335" y="608431"/>
                  </a:cubicBezTo>
                  <a:lnTo>
                    <a:pt x="1521631" y="750239"/>
                  </a:lnTo>
                  <a:lnTo>
                    <a:pt x="1214421" y="750239"/>
                  </a:lnTo>
                  <a:lnTo>
                    <a:pt x="1206367" y="670345"/>
                  </a:lnTo>
                  <a:cubicBezTo>
                    <a:pt x="1163959" y="463104"/>
                    <a:pt x="980592" y="307209"/>
                    <a:pt x="760814" y="307209"/>
                  </a:cubicBezTo>
                  <a:cubicBezTo>
                    <a:pt x="541036" y="307209"/>
                    <a:pt x="357670" y="463104"/>
                    <a:pt x="315262" y="670345"/>
                  </a:cubicBezTo>
                  <a:lnTo>
                    <a:pt x="307208" y="750239"/>
                  </a:lnTo>
                  <a:lnTo>
                    <a:pt x="0" y="750239"/>
                  </a:lnTo>
                  <a:lnTo>
                    <a:pt x="14295" y="608431"/>
                  </a:lnTo>
                  <a:cubicBezTo>
                    <a:pt x="85349" y="261200"/>
                    <a:pt x="392579" y="0"/>
                    <a:pt x="76081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F775EE45-4E10-04D4-A223-13E40ACFF046}"/>
                </a:ext>
              </a:extLst>
            </p:cNvPr>
            <p:cNvSpPr/>
            <p:nvPr/>
          </p:nvSpPr>
          <p:spPr>
            <a:xfrm rot="5400000">
              <a:off x="11343139" y="4589623"/>
              <a:ext cx="542575" cy="272910"/>
            </a:xfrm>
            <a:custGeom>
              <a:avLst/>
              <a:gdLst>
                <a:gd name="connsiteX0" fmla="*/ 570975 w 1141950"/>
                <a:gd name="connsiteY0" fmla="*/ 0 h 574390"/>
                <a:gd name="connsiteX1" fmla="*/ 1141950 w 1141950"/>
                <a:gd name="connsiteY1" fmla="*/ 570975 h 574390"/>
                <a:gd name="connsiteX2" fmla="*/ 1141606 w 1141950"/>
                <a:gd name="connsiteY2" fmla="*/ 574390 h 574390"/>
                <a:gd name="connsiteX3" fmla="*/ 345 w 1141950"/>
                <a:gd name="connsiteY3" fmla="*/ 574390 h 574390"/>
                <a:gd name="connsiteX4" fmla="*/ 0 w 1141950"/>
                <a:gd name="connsiteY4" fmla="*/ 570975 h 574390"/>
                <a:gd name="connsiteX5" fmla="*/ 570975 w 1141950"/>
                <a:gd name="connsiteY5" fmla="*/ 0 h 57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1950" h="574390">
                  <a:moveTo>
                    <a:pt x="570975" y="0"/>
                  </a:moveTo>
                  <a:cubicBezTo>
                    <a:pt x="886316" y="0"/>
                    <a:pt x="1141950" y="255634"/>
                    <a:pt x="1141950" y="570975"/>
                  </a:cubicBezTo>
                  <a:lnTo>
                    <a:pt x="1141606" y="574390"/>
                  </a:lnTo>
                  <a:lnTo>
                    <a:pt x="345" y="574390"/>
                  </a:lnTo>
                  <a:lnTo>
                    <a:pt x="0" y="570975"/>
                  </a:lnTo>
                  <a:cubicBezTo>
                    <a:pt x="0" y="255634"/>
                    <a:pt x="255634" y="0"/>
                    <a:pt x="5709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27809395-860E-73C3-D532-4160469A88C6}"/>
                </a:ext>
              </a:extLst>
            </p:cNvPr>
            <p:cNvSpPr/>
            <p:nvPr/>
          </p:nvSpPr>
          <p:spPr>
            <a:xfrm rot="16200000">
              <a:off x="11346819" y="3863451"/>
              <a:ext cx="550362" cy="271355"/>
            </a:xfrm>
            <a:custGeom>
              <a:avLst/>
              <a:gdLst>
                <a:gd name="connsiteX0" fmla="*/ 760815 w 1521631"/>
                <a:gd name="connsiteY0" fmla="*/ 0 h 750239"/>
                <a:gd name="connsiteX1" fmla="*/ 1507335 w 1521631"/>
                <a:gd name="connsiteY1" fmla="*/ 608431 h 750239"/>
                <a:gd name="connsiteX2" fmla="*/ 1521631 w 1521631"/>
                <a:gd name="connsiteY2" fmla="*/ 750239 h 750239"/>
                <a:gd name="connsiteX3" fmla="*/ 1214421 w 1521631"/>
                <a:gd name="connsiteY3" fmla="*/ 750239 h 750239"/>
                <a:gd name="connsiteX4" fmla="*/ 1206367 w 1521631"/>
                <a:gd name="connsiteY4" fmla="*/ 670345 h 750239"/>
                <a:gd name="connsiteX5" fmla="*/ 760814 w 1521631"/>
                <a:gd name="connsiteY5" fmla="*/ 307209 h 750239"/>
                <a:gd name="connsiteX6" fmla="*/ 315262 w 1521631"/>
                <a:gd name="connsiteY6" fmla="*/ 670345 h 750239"/>
                <a:gd name="connsiteX7" fmla="*/ 307208 w 1521631"/>
                <a:gd name="connsiteY7" fmla="*/ 750239 h 750239"/>
                <a:gd name="connsiteX8" fmla="*/ 0 w 1521631"/>
                <a:gd name="connsiteY8" fmla="*/ 750239 h 750239"/>
                <a:gd name="connsiteX9" fmla="*/ 14295 w 1521631"/>
                <a:gd name="connsiteY9" fmla="*/ 608431 h 750239"/>
                <a:gd name="connsiteX10" fmla="*/ 760815 w 1521631"/>
                <a:gd name="connsiteY10" fmla="*/ 0 h 75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31" h="750239">
                  <a:moveTo>
                    <a:pt x="760815" y="0"/>
                  </a:moveTo>
                  <a:cubicBezTo>
                    <a:pt x="1129052" y="0"/>
                    <a:pt x="1436281" y="261200"/>
                    <a:pt x="1507335" y="608431"/>
                  </a:cubicBezTo>
                  <a:lnTo>
                    <a:pt x="1521631" y="750239"/>
                  </a:lnTo>
                  <a:lnTo>
                    <a:pt x="1214421" y="750239"/>
                  </a:lnTo>
                  <a:lnTo>
                    <a:pt x="1206367" y="670345"/>
                  </a:lnTo>
                  <a:cubicBezTo>
                    <a:pt x="1163959" y="463104"/>
                    <a:pt x="980592" y="307209"/>
                    <a:pt x="760814" y="307209"/>
                  </a:cubicBezTo>
                  <a:cubicBezTo>
                    <a:pt x="541036" y="307209"/>
                    <a:pt x="357670" y="463104"/>
                    <a:pt x="315262" y="670345"/>
                  </a:cubicBezTo>
                  <a:lnTo>
                    <a:pt x="307208" y="750239"/>
                  </a:lnTo>
                  <a:lnTo>
                    <a:pt x="0" y="750239"/>
                  </a:lnTo>
                  <a:lnTo>
                    <a:pt x="14295" y="608431"/>
                  </a:lnTo>
                  <a:cubicBezTo>
                    <a:pt x="85349" y="261200"/>
                    <a:pt x="392579" y="0"/>
                    <a:pt x="76081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0589E653-5C61-1A3A-26CD-06872A3B6D97}"/>
                </a:ext>
              </a:extLst>
            </p:cNvPr>
            <p:cNvSpPr/>
            <p:nvPr/>
          </p:nvSpPr>
          <p:spPr>
            <a:xfrm rot="16200000">
              <a:off x="11346819" y="5317345"/>
              <a:ext cx="550362" cy="271355"/>
            </a:xfrm>
            <a:custGeom>
              <a:avLst/>
              <a:gdLst>
                <a:gd name="connsiteX0" fmla="*/ 760815 w 1521631"/>
                <a:gd name="connsiteY0" fmla="*/ 0 h 750239"/>
                <a:gd name="connsiteX1" fmla="*/ 1507335 w 1521631"/>
                <a:gd name="connsiteY1" fmla="*/ 608431 h 750239"/>
                <a:gd name="connsiteX2" fmla="*/ 1521631 w 1521631"/>
                <a:gd name="connsiteY2" fmla="*/ 750239 h 750239"/>
                <a:gd name="connsiteX3" fmla="*/ 1214421 w 1521631"/>
                <a:gd name="connsiteY3" fmla="*/ 750239 h 750239"/>
                <a:gd name="connsiteX4" fmla="*/ 1206367 w 1521631"/>
                <a:gd name="connsiteY4" fmla="*/ 670345 h 750239"/>
                <a:gd name="connsiteX5" fmla="*/ 760814 w 1521631"/>
                <a:gd name="connsiteY5" fmla="*/ 307209 h 750239"/>
                <a:gd name="connsiteX6" fmla="*/ 315262 w 1521631"/>
                <a:gd name="connsiteY6" fmla="*/ 670345 h 750239"/>
                <a:gd name="connsiteX7" fmla="*/ 307208 w 1521631"/>
                <a:gd name="connsiteY7" fmla="*/ 750239 h 750239"/>
                <a:gd name="connsiteX8" fmla="*/ 0 w 1521631"/>
                <a:gd name="connsiteY8" fmla="*/ 750239 h 750239"/>
                <a:gd name="connsiteX9" fmla="*/ 14295 w 1521631"/>
                <a:gd name="connsiteY9" fmla="*/ 608431 h 750239"/>
                <a:gd name="connsiteX10" fmla="*/ 760815 w 1521631"/>
                <a:gd name="connsiteY10" fmla="*/ 0 h 75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31" h="750239">
                  <a:moveTo>
                    <a:pt x="760815" y="0"/>
                  </a:moveTo>
                  <a:cubicBezTo>
                    <a:pt x="1129052" y="0"/>
                    <a:pt x="1436281" y="261200"/>
                    <a:pt x="1507335" y="608431"/>
                  </a:cubicBezTo>
                  <a:lnTo>
                    <a:pt x="1521631" y="750239"/>
                  </a:lnTo>
                  <a:lnTo>
                    <a:pt x="1214421" y="750239"/>
                  </a:lnTo>
                  <a:lnTo>
                    <a:pt x="1206367" y="670345"/>
                  </a:lnTo>
                  <a:cubicBezTo>
                    <a:pt x="1163959" y="463104"/>
                    <a:pt x="980592" y="307209"/>
                    <a:pt x="760814" y="307209"/>
                  </a:cubicBezTo>
                  <a:cubicBezTo>
                    <a:pt x="541036" y="307209"/>
                    <a:pt x="357670" y="463104"/>
                    <a:pt x="315262" y="670345"/>
                  </a:cubicBezTo>
                  <a:lnTo>
                    <a:pt x="307208" y="750239"/>
                  </a:lnTo>
                  <a:lnTo>
                    <a:pt x="0" y="750239"/>
                  </a:lnTo>
                  <a:lnTo>
                    <a:pt x="14295" y="608431"/>
                  </a:lnTo>
                  <a:cubicBezTo>
                    <a:pt x="85349" y="261200"/>
                    <a:pt x="392579" y="0"/>
                    <a:pt x="76081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53" name="Text Placeholder 18">
            <a:extLst>
              <a:ext uri="{FF2B5EF4-FFF2-40B4-BE49-F238E27FC236}">
                <a16:creationId xmlns:a16="http://schemas.microsoft.com/office/drawing/2014/main" id="{C054D390-1E85-8F44-71CD-7862A86CBA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34067" y="941436"/>
            <a:ext cx="5875866" cy="2959100"/>
          </a:xfrm>
        </p:spPr>
        <p:txBody>
          <a:bodyPr anchor="ctr">
            <a:noAutofit/>
          </a:bodyPr>
          <a:lstStyle>
            <a:lvl1pPr marL="0" indent="0" algn="ctr">
              <a:buNone/>
              <a:defRPr sz="4500" b="0" i="0">
                <a:solidFill>
                  <a:schemeClr val="bg1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70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70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70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70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Statement Text</a:t>
            </a:r>
          </a:p>
        </p:txBody>
      </p:sp>
    </p:spTree>
    <p:extLst>
      <p:ext uri="{BB962C8B-B14F-4D97-AF65-F5344CB8AC3E}">
        <p14:creationId xmlns:p14="http://schemas.microsoft.com/office/powerpoint/2010/main" val="30560905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Split Statement Slide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105F828-32BC-D16F-6F36-4CF5102B6F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769B88-A62F-BF4D-B564-54CADC332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001401CB-2386-175A-17B6-75D79E6BA225}"/>
              </a:ext>
            </a:extLst>
          </p:cNvPr>
          <p:cNvSpPr/>
          <p:nvPr userDrawn="1"/>
        </p:nvSpPr>
        <p:spPr>
          <a:xfrm>
            <a:off x="-1" y="1348242"/>
            <a:ext cx="3530269" cy="2447016"/>
          </a:xfrm>
          <a:custGeom>
            <a:avLst/>
            <a:gdLst>
              <a:gd name="connsiteX0" fmla="*/ 0 w 3530269"/>
              <a:gd name="connsiteY0" fmla="*/ 0 h 2447016"/>
              <a:gd name="connsiteX1" fmla="*/ 2306761 w 3530269"/>
              <a:gd name="connsiteY1" fmla="*/ 0 h 2447016"/>
              <a:gd name="connsiteX2" fmla="*/ 3530269 w 3530269"/>
              <a:gd name="connsiteY2" fmla="*/ 1223508 h 2447016"/>
              <a:gd name="connsiteX3" fmla="*/ 2306761 w 3530269"/>
              <a:gd name="connsiteY3" fmla="*/ 2447016 h 2447016"/>
              <a:gd name="connsiteX4" fmla="*/ 0 w 3530269"/>
              <a:gd name="connsiteY4" fmla="*/ 2447016 h 2447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30269" h="2447016">
                <a:moveTo>
                  <a:pt x="0" y="0"/>
                </a:moveTo>
                <a:lnTo>
                  <a:pt x="2306761" y="0"/>
                </a:lnTo>
                <a:cubicBezTo>
                  <a:pt x="2982486" y="0"/>
                  <a:pt x="3530269" y="547783"/>
                  <a:pt x="3530269" y="1223508"/>
                </a:cubicBezTo>
                <a:cubicBezTo>
                  <a:pt x="3530269" y="1899233"/>
                  <a:pt x="2982486" y="2447016"/>
                  <a:pt x="2306761" y="2447016"/>
                </a:cubicBezTo>
                <a:lnTo>
                  <a:pt x="0" y="244701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4C55B24-8433-89AB-3675-DEE88B9633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9" y="435175"/>
            <a:ext cx="5008139" cy="606225"/>
          </a:xfrm>
        </p:spPr>
        <p:txBody>
          <a:bodyPr anchor="t">
            <a:normAutofit/>
          </a:bodyPr>
          <a:lstStyle>
            <a:lvl1pPr algn="l">
              <a:defRPr sz="2600">
                <a:solidFill>
                  <a:schemeClr val="accent1"/>
                </a:solidFill>
              </a:defRPr>
            </a:lvl1pPr>
          </a:lstStyle>
          <a:p>
            <a:r>
              <a:rPr lang="en-US"/>
              <a:t>Option Header Here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AC831BFC-3EBE-E64E-D55F-9590219B579C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3809999" y="1047885"/>
            <a:ext cx="5008139" cy="3461697"/>
          </a:xfrm>
        </p:spPr>
        <p:txBody>
          <a:bodyPr/>
          <a:lstStyle>
            <a:lvl1pPr marL="0" indent="0" algn="l">
              <a:buNone/>
              <a:defRPr sz="1600" b="0" i="0">
                <a:latin typeface="Trefoil Sans Medium" panose="020B0000000000000000" pitchFamily="34" charset="0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Option to add </a:t>
            </a:r>
            <a:r>
              <a:rPr lang="en-US" err="1"/>
              <a:t>subheader</a:t>
            </a:r>
            <a:r>
              <a:rPr lang="en-US"/>
              <a:t> in Trefoil Sans – Medium</a:t>
            </a:r>
          </a:p>
          <a:p>
            <a:pPr lvl="1"/>
            <a:r>
              <a:rPr lang="en-US"/>
              <a:t>Option text here (Trefoil Sans – Light)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57994250-1DC5-0270-C1E5-E005735138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7109" y="1533118"/>
            <a:ext cx="2745424" cy="2077261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 b="0" i="0">
                <a:latin typeface="Girl Scout Text Book" panose="02020003000000000000" pitchFamily="18" charset="0"/>
              </a:defRPr>
            </a:lvl1pPr>
            <a:lvl2pPr algn="ctr">
              <a:defRPr sz="1600" b="0" i="0">
                <a:latin typeface="Girl Scout Text Book" panose="02020003000000000000" pitchFamily="18" charset="0"/>
              </a:defRPr>
            </a:lvl2pPr>
            <a:lvl3pPr algn="ctr">
              <a:defRPr sz="1600" b="0" i="0">
                <a:latin typeface="Girl Scout Text Book" panose="02020003000000000000" pitchFamily="18" charset="0"/>
              </a:defRPr>
            </a:lvl3pPr>
            <a:lvl4pPr algn="ctr">
              <a:defRPr sz="1600" b="0" i="0">
                <a:latin typeface="Girl Scout Text Book" panose="02020003000000000000" pitchFamily="18" charset="0"/>
              </a:defRPr>
            </a:lvl4pPr>
            <a:lvl5pPr algn="ctr">
              <a:defRPr sz="1600" b="0" i="0">
                <a:latin typeface="Girl Scout Text Book" panose="02020003000000000000" pitchFamily="18" charset="0"/>
              </a:defRPr>
            </a:lvl5pPr>
          </a:lstStyle>
          <a:p>
            <a:pPr lvl="0"/>
            <a:r>
              <a:rPr lang="en-US"/>
              <a:t>Type here to enter statement text.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470462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Split Statement Slide-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7204851-9EFA-C9D9-2BE1-DB3F00DA2FC2}"/>
              </a:ext>
            </a:extLst>
          </p:cNvPr>
          <p:cNvSpPr/>
          <p:nvPr userDrawn="1"/>
        </p:nvSpPr>
        <p:spPr>
          <a:xfrm>
            <a:off x="0" y="0"/>
            <a:ext cx="3548742" cy="516317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105F828-32BC-D16F-6F36-4CF5102B6F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769B88-A62F-BF4D-B564-54CADC332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1A146E06-0D50-1A0C-A96D-8F56B7AA3377}"/>
              </a:ext>
            </a:extLst>
          </p:cNvPr>
          <p:cNvSpPr/>
          <p:nvPr userDrawn="1"/>
        </p:nvSpPr>
        <p:spPr>
          <a:xfrm>
            <a:off x="-228601" y="1348242"/>
            <a:ext cx="3459233" cy="2450592"/>
          </a:xfrm>
          <a:custGeom>
            <a:avLst/>
            <a:gdLst>
              <a:gd name="connsiteX0" fmla="*/ 0 w 3459233"/>
              <a:gd name="connsiteY0" fmla="*/ 0 h 2447016"/>
              <a:gd name="connsiteX1" fmla="*/ 2235725 w 3459233"/>
              <a:gd name="connsiteY1" fmla="*/ 0 h 2447016"/>
              <a:gd name="connsiteX2" fmla="*/ 3459233 w 3459233"/>
              <a:gd name="connsiteY2" fmla="*/ 1223508 h 2447016"/>
              <a:gd name="connsiteX3" fmla="*/ 2235725 w 3459233"/>
              <a:gd name="connsiteY3" fmla="*/ 2447016 h 2447016"/>
              <a:gd name="connsiteX4" fmla="*/ 0 w 3459233"/>
              <a:gd name="connsiteY4" fmla="*/ 2447016 h 2447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9233" h="2447016">
                <a:moveTo>
                  <a:pt x="0" y="0"/>
                </a:moveTo>
                <a:lnTo>
                  <a:pt x="2235725" y="0"/>
                </a:lnTo>
                <a:cubicBezTo>
                  <a:pt x="2911450" y="0"/>
                  <a:pt x="3459233" y="547783"/>
                  <a:pt x="3459233" y="1223508"/>
                </a:cubicBezTo>
                <a:cubicBezTo>
                  <a:pt x="3459233" y="1899233"/>
                  <a:pt x="2911450" y="2447016"/>
                  <a:pt x="2235725" y="2447016"/>
                </a:cubicBezTo>
                <a:lnTo>
                  <a:pt x="0" y="2447016"/>
                </a:lnTo>
                <a:close/>
              </a:path>
            </a:pathLst>
          </a:custGeom>
          <a:noFill/>
          <a:ln w="158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AA8781CC-32AE-F8BA-970C-036ECA256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9" y="435175"/>
            <a:ext cx="5008139" cy="606225"/>
          </a:xfrm>
        </p:spPr>
        <p:txBody>
          <a:bodyPr anchor="t">
            <a:normAutofit/>
          </a:bodyPr>
          <a:lstStyle>
            <a:lvl1pPr algn="l">
              <a:defRPr sz="2600">
                <a:solidFill>
                  <a:schemeClr val="accent1"/>
                </a:solidFill>
              </a:defRPr>
            </a:lvl1pPr>
          </a:lstStyle>
          <a:p>
            <a:r>
              <a:rPr lang="en-US"/>
              <a:t>Option Header Here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3C76AEF-1482-B943-F201-013297879F0F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3809999" y="1047885"/>
            <a:ext cx="5008139" cy="3461697"/>
          </a:xfrm>
        </p:spPr>
        <p:txBody>
          <a:bodyPr/>
          <a:lstStyle>
            <a:lvl1pPr marL="0" indent="0" algn="l">
              <a:buNone/>
              <a:defRPr sz="1600" b="0" i="0">
                <a:latin typeface="Trefoil Sans Medium" panose="020B0000000000000000" pitchFamily="34" charset="0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Option to add </a:t>
            </a:r>
            <a:r>
              <a:rPr lang="en-US" err="1"/>
              <a:t>subheader</a:t>
            </a:r>
            <a:r>
              <a:rPr lang="en-US"/>
              <a:t> in Trefoil Sans – Medium</a:t>
            </a:r>
          </a:p>
          <a:p>
            <a:pPr lvl="1"/>
            <a:r>
              <a:rPr lang="en-US"/>
              <a:t>Option text here (Trefoil Sans – Light)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76C7BE82-5484-684E-7821-E4C82C15FA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7109" y="1533118"/>
            <a:ext cx="2745424" cy="2077261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 b="0" i="0">
                <a:solidFill>
                  <a:schemeClr val="accent1"/>
                </a:solidFill>
                <a:latin typeface="Girl Scout Text Book" panose="02020003000000000000" pitchFamily="18" charset="0"/>
              </a:defRPr>
            </a:lvl1pPr>
            <a:lvl2pPr algn="ctr">
              <a:defRPr sz="1600" b="0" i="0">
                <a:solidFill>
                  <a:schemeClr val="accent1"/>
                </a:solidFill>
                <a:latin typeface="Girl Scout Text Book" panose="02020003000000000000" pitchFamily="18" charset="0"/>
              </a:defRPr>
            </a:lvl2pPr>
            <a:lvl3pPr algn="ctr">
              <a:defRPr sz="1600" b="0" i="0">
                <a:solidFill>
                  <a:schemeClr val="accent1"/>
                </a:solidFill>
                <a:latin typeface="Girl Scout Text Book" panose="02020003000000000000" pitchFamily="18" charset="0"/>
              </a:defRPr>
            </a:lvl3pPr>
            <a:lvl4pPr algn="ctr">
              <a:defRPr sz="1600" b="0" i="0">
                <a:solidFill>
                  <a:schemeClr val="accent1"/>
                </a:solidFill>
                <a:latin typeface="Girl Scout Text Book" panose="02020003000000000000" pitchFamily="18" charset="0"/>
              </a:defRPr>
            </a:lvl4pPr>
            <a:lvl5pPr algn="ctr">
              <a:defRPr sz="1600" b="0" i="0">
                <a:solidFill>
                  <a:schemeClr val="accent1"/>
                </a:solidFill>
                <a:latin typeface="Girl Scout Text Book" panose="02020003000000000000" pitchFamily="18" charset="0"/>
              </a:defRPr>
            </a:lvl5pPr>
          </a:lstStyle>
          <a:p>
            <a:pPr lvl="0"/>
            <a:r>
              <a:rPr lang="en-US"/>
              <a:t>Type here to enter statement text.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18777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Statement Slide | With Image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47FDF4-F43B-BA83-49C4-BC6112B6FB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5F9BE5-8FDE-E04E-32DB-88660E571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5" name="Text Placeholder 46">
            <a:extLst>
              <a:ext uri="{FF2B5EF4-FFF2-40B4-BE49-F238E27FC236}">
                <a16:creationId xmlns:a16="http://schemas.microsoft.com/office/drawing/2014/main" id="{6575B741-BBAF-F595-2A4B-BD52607B1EC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17485" y="139659"/>
            <a:ext cx="3655705" cy="27922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tx1"/>
                </a:solidFill>
                <a:latin typeface="Trefoil Sans Medium" panose="020B0000000000000000" pitchFamily="34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Type here to enter the presentation section name.</a:t>
            </a:r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0C36EC76-FB3E-DE2E-E67E-9433D73184D7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277813" y="279400"/>
            <a:ext cx="4230687" cy="4458746"/>
          </a:xfrm>
          <a:prstGeom prst="roundRect">
            <a:avLst>
              <a:gd name="adj" fmla="val 2210"/>
            </a:avLst>
          </a:pr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image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5419099-9D37-ACF7-7B05-BF91649E893C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4817486" y="678826"/>
            <a:ext cx="4048701" cy="4059320"/>
          </a:xfrm>
        </p:spPr>
        <p:txBody>
          <a:bodyPr>
            <a:normAutofit/>
          </a:bodyPr>
          <a:lstStyle>
            <a:lvl1pPr marL="0" indent="0" algn="l">
              <a:buNone/>
              <a:defRPr sz="26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1pPr>
            <a:lvl2pPr algn="l">
              <a:defRPr sz="26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2pPr>
            <a:lvl3pPr algn="l">
              <a:defRPr sz="26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3pPr>
            <a:lvl4pPr algn="l">
              <a:defRPr sz="26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4pPr>
            <a:lvl5pPr algn="l">
              <a:defRPr sz="26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statement text.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336226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Statement Slide | With Image-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icture Placeholder 55">
            <a:extLst>
              <a:ext uri="{FF2B5EF4-FFF2-40B4-BE49-F238E27FC236}">
                <a16:creationId xmlns:a16="http://schemas.microsoft.com/office/drawing/2014/main" id="{B68913DF-FA50-180F-96C8-0FC89E447342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0" y="279268"/>
            <a:ext cx="4508501" cy="4458878"/>
          </a:xfrm>
          <a:custGeom>
            <a:avLst/>
            <a:gdLst>
              <a:gd name="connsiteX0" fmla="*/ 0 w 4508501"/>
              <a:gd name="connsiteY0" fmla="*/ 0 h 4458878"/>
              <a:gd name="connsiteX1" fmla="*/ 2154743 w 4508501"/>
              <a:gd name="connsiteY1" fmla="*/ 0 h 4458878"/>
              <a:gd name="connsiteX2" fmla="*/ 2154743 w 4508501"/>
              <a:gd name="connsiteY2" fmla="*/ 6278 h 4458878"/>
              <a:gd name="connsiteX3" fmla="*/ 2279062 w 4508501"/>
              <a:gd name="connsiteY3" fmla="*/ 0 h 4458878"/>
              <a:gd name="connsiteX4" fmla="*/ 4508501 w 4508501"/>
              <a:gd name="connsiteY4" fmla="*/ 2229439 h 4458878"/>
              <a:gd name="connsiteX5" fmla="*/ 2279062 w 4508501"/>
              <a:gd name="connsiteY5" fmla="*/ 4458878 h 4458878"/>
              <a:gd name="connsiteX6" fmla="*/ 2154743 w 4508501"/>
              <a:gd name="connsiteY6" fmla="*/ 4452601 h 4458878"/>
              <a:gd name="connsiteX7" fmla="*/ 2154743 w 4508501"/>
              <a:gd name="connsiteY7" fmla="*/ 4454539 h 4458878"/>
              <a:gd name="connsiteX8" fmla="*/ 0 w 4508501"/>
              <a:gd name="connsiteY8" fmla="*/ 4454539 h 4458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08501" h="4458878">
                <a:moveTo>
                  <a:pt x="0" y="0"/>
                </a:moveTo>
                <a:lnTo>
                  <a:pt x="2154743" y="0"/>
                </a:lnTo>
                <a:lnTo>
                  <a:pt x="2154743" y="6278"/>
                </a:lnTo>
                <a:lnTo>
                  <a:pt x="2279062" y="0"/>
                </a:lnTo>
                <a:cubicBezTo>
                  <a:pt x="3510347" y="0"/>
                  <a:pt x="4508501" y="998154"/>
                  <a:pt x="4508501" y="2229439"/>
                </a:cubicBezTo>
                <a:cubicBezTo>
                  <a:pt x="4508501" y="3460724"/>
                  <a:pt x="3510347" y="4458878"/>
                  <a:pt x="2279062" y="4458878"/>
                </a:cubicBezTo>
                <a:lnTo>
                  <a:pt x="2154743" y="4452601"/>
                </a:lnTo>
                <a:lnTo>
                  <a:pt x="2154743" y="4454539"/>
                </a:lnTo>
                <a:lnTo>
                  <a:pt x="0" y="4454539"/>
                </a:lnTo>
                <a:close/>
              </a:path>
            </a:pathLst>
          </a:cu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	Click icon to add image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47FDF4-F43B-BA83-49C4-BC6112B6FB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5F9BE5-8FDE-E04E-32DB-88660E571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5" name="Text Placeholder 46">
            <a:extLst>
              <a:ext uri="{FF2B5EF4-FFF2-40B4-BE49-F238E27FC236}">
                <a16:creationId xmlns:a16="http://schemas.microsoft.com/office/drawing/2014/main" id="{6575B741-BBAF-F595-2A4B-BD52607B1EC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17485" y="139659"/>
            <a:ext cx="3655705" cy="27922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tx1"/>
                </a:solidFill>
                <a:latin typeface="Trefoil Sans Medium" panose="020B0000000000000000" pitchFamily="34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Type here to enter the presentation section name.</a:t>
            </a:r>
          </a:p>
        </p:txBody>
      </p:sp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D7B43E7E-5DFA-E8FF-66EE-7DF28BED3425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4817486" y="678826"/>
            <a:ext cx="4048701" cy="4059320"/>
          </a:xfrm>
        </p:spPr>
        <p:txBody>
          <a:bodyPr>
            <a:normAutofit/>
          </a:bodyPr>
          <a:lstStyle>
            <a:lvl1pPr marL="0" indent="0" algn="l">
              <a:buNone/>
              <a:defRPr sz="26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1pPr>
            <a:lvl2pPr algn="l">
              <a:defRPr sz="26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2pPr>
            <a:lvl3pPr algn="l">
              <a:defRPr sz="26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3pPr>
            <a:lvl4pPr algn="l">
              <a:defRPr sz="26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4pPr>
            <a:lvl5pPr algn="l">
              <a:defRPr sz="26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statement text.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60029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Statement Slide | With Image-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4BE114-87C6-BD65-128F-AD7927A3CB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46500F-4F40-957A-93B8-49257B674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7" name="Rectangle 114">
            <a:extLst>
              <a:ext uri="{FF2B5EF4-FFF2-40B4-BE49-F238E27FC236}">
                <a16:creationId xmlns:a16="http://schemas.microsoft.com/office/drawing/2014/main" id="{328FBCFE-3AEA-5BAE-5945-A1CDE03166AA}"/>
              </a:ext>
            </a:extLst>
          </p:cNvPr>
          <p:cNvSpPr/>
          <p:nvPr userDrawn="1"/>
        </p:nvSpPr>
        <p:spPr>
          <a:xfrm>
            <a:off x="339009" y="377072"/>
            <a:ext cx="3912480" cy="4389356"/>
          </a:xfrm>
          <a:custGeom>
            <a:avLst/>
            <a:gdLst>
              <a:gd name="connsiteX0" fmla="*/ 0 w 2155657"/>
              <a:gd name="connsiteY0" fmla="*/ 0 h 401637"/>
              <a:gd name="connsiteX1" fmla="*/ 2155657 w 2155657"/>
              <a:gd name="connsiteY1" fmla="*/ 0 h 401637"/>
              <a:gd name="connsiteX2" fmla="*/ 2155657 w 2155657"/>
              <a:gd name="connsiteY2" fmla="*/ 401637 h 401637"/>
              <a:gd name="connsiteX3" fmla="*/ 0 w 2155657"/>
              <a:gd name="connsiteY3" fmla="*/ 401637 h 401637"/>
              <a:gd name="connsiteX4" fmla="*/ 0 w 2155657"/>
              <a:gd name="connsiteY4" fmla="*/ 0 h 401637"/>
              <a:gd name="connsiteX0" fmla="*/ 0 w 2155657"/>
              <a:gd name="connsiteY0" fmla="*/ 207783 h 609420"/>
              <a:gd name="connsiteX1" fmla="*/ 2155657 w 2155657"/>
              <a:gd name="connsiteY1" fmla="*/ 207783 h 609420"/>
              <a:gd name="connsiteX2" fmla="*/ 2155657 w 2155657"/>
              <a:gd name="connsiteY2" fmla="*/ 609420 h 609420"/>
              <a:gd name="connsiteX3" fmla="*/ 0 w 2155657"/>
              <a:gd name="connsiteY3" fmla="*/ 609420 h 609420"/>
              <a:gd name="connsiteX4" fmla="*/ 0 w 2155657"/>
              <a:gd name="connsiteY4" fmla="*/ 207783 h 609420"/>
              <a:gd name="connsiteX0" fmla="*/ 0 w 2155657"/>
              <a:gd name="connsiteY0" fmla="*/ 313150 h 714787"/>
              <a:gd name="connsiteX1" fmla="*/ 2155657 w 2155657"/>
              <a:gd name="connsiteY1" fmla="*/ 313150 h 714787"/>
              <a:gd name="connsiteX2" fmla="*/ 2155657 w 2155657"/>
              <a:gd name="connsiteY2" fmla="*/ 714787 h 714787"/>
              <a:gd name="connsiteX3" fmla="*/ 0 w 2155657"/>
              <a:gd name="connsiteY3" fmla="*/ 714787 h 714787"/>
              <a:gd name="connsiteX4" fmla="*/ 0 w 2155657"/>
              <a:gd name="connsiteY4" fmla="*/ 313150 h 714787"/>
              <a:gd name="connsiteX0" fmla="*/ 0 w 2155657"/>
              <a:gd name="connsiteY0" fmla="*/ 305010 h 706647"/>
              <a:gd name="connsiteX1" fmla="*/ 2155657 w 2155657"/>
              <a:gd name="connsiteY1" fmla="*/ 305010 h 706647"/>
              <a:gd name="connsiteX2" fmla="*/ 2155657 w 2155657"/>
              <a:gd name="connsiteY2" fmla="*/ 706647 h 706647"/>
              <a:gd name="connsiteX3" fmla="*/ 0 w 2155657"/>
              <a:gd name="connsiteY3" fmla="*/ 706647 h 706647"/>
              <a:gd name="connsiteX4" fmla="*/ 0 w 2155657"/>
              <a:gd name="connsiteY4" fmla="*/ 305010 h 706647"/>
              <a:gd name="connsiteX0" fmla="*/ 0 w 2155657"/>
              <a:gd name="connsiteY0" fmla="*/ 312392 h 714029"/>
              <a:gd name="connsiteX1" fmla="*/ 2155657 w 2155657"/>
              <a:gd name="connsiteY1" fmla="*/ 312392 h 714029"/>
              <a:gd name="connsiteX2" fmla="*/ 2155657 w 2155657"/>
              <a:gd name="connsiteY2" fmla="*/ 714029 h 714029"/>
              <a:gd name="connsiteX3" fmla="*/ 0 w 2155657"/>
              <a:gd name="connsiteY3" fmla="*/ 714029 h 714029"/>
              <a:gd name="connsiteX4" fmla="*/ 0 w 2155657"/>
              <a:gd name="connsiteY4" fmla="*/ 312392 h 714029"/>
              <a:gd name="connsiteX0" fmla="*/ 9835 w 2165492"/>
              <a:gd name="connsiteY0" fmla="*/ 312392 h 2209018"/>
              <a:gd name="connsiteX1" fmla="*/ 2165492 w 2165492"/>
              <a:gd name="connsiteY1" fmla="*/ 312392 h 2209018"/>
              <a:gd name="connsiteX2" fmla="*/ 2165492 w 2165492"/>
              <a:gd name="connsiteY2" fmla="*/ 714029 h 2209018"/>
              <a:gd name="connsiteX3" fmla="*/ 0 w 2165492"/>
              <a:gd name="connsiteY3" fmla="*/ 2209018 h 2209018"/>
              <a:gd name="connsiteX4" fmla="*/ 9835 w 2165492"/>
              <a:gd name="connsiteY4" fmla="*/ 312392 h 2209018"/>
              <a:gd name="connsiteX0" fmla="*/ 0 w 2155657"/>
              <a:gd name="connsiteY0" fmla="*/ 312392 h 2209018"/>
              <a:gd name="connsiteX1" fmla="*/ 2155657 w 2155657"/>
              <a:gd name="connsiteY1" fmla="*/ 312392 h 2209018"/>
              <a:gd name="connsiteX2" fmla="*/ 2155657 w 2155657"/>
              <a:gd name="connsiteY2" fmla="*/ 714029 h 2209018"/>
              <a:gd name="connsiteX3" fmla="*/ 0 w 2155657"/>
              <a:gd name="connsiteY3" fmla="*/ 2209018 h 2209018"/>
              <a:gd name="connsiteX4" fmla="*/ 0 w 2155657"/>
              <a:gd name="connsiteY4" fmla="*/ 312392 h 2209018"/>
              <a:gd name="connsiteX0" fmla="*/ 0 w 2165492"/>
              <a:gd name="connsiteY0" fmla="*/ 312392 h 2209018"/>
              <a:gd name="connsiteX1" fmla="*/ 2155657 w 2165492"/>
              <a:gd name="connsiteY1" fmla="*/ 312392 h 2209018"/>
              <a:gd name="connsiteX2" fmla="*/ 2165492 w 2165492"/>
              <a:gd name="connsiteY2" fmla="*/ 2209018 h 2209018"/>
              <a:gd name="connsiteX3" fmla="*/ 0 w 2165492"/>
              <a:gd name="connsiteY3" fmla="*/ 2209018 h 2209018"/>
              <a:gd name="connsiteX4" fmla="*/ 0 w 2165492"/>
              <a:gd name="connsiteY4" fmla="*/ 312392 h 2209018"/>
              <a:gd name="connsiteX0" fmla="*/ 0 w 2156603"/>
              <a:gd name="connsiteY0" fmla="*/ 312392 h 2209018"/>
              <a:gd name="connsiteX1" fmla="*/ 2155657 w 2156603"/>
              <a:gd name="connsiteY1" fmla="*/ 312392 h 2209018"/>
              <a:gd name="connsiteX2" fmla="*/ 2155656 w 2156603"/>
              <a:gd name="connsiteY2" fmla="*/ 2209018 h 2209018"/>
              <a:gd name="connsiteX3" fmla="*/ 0 w 2156603"/>
              <a:gd name="connsiteY3" fmla="*/ 2209018 h 2209018"/>
              <a:gd name="connsiteX4" fmla="*/ 0 w 2156603"/>
              <a:gd name="connsiteY4" fmla="*/ 312392 h 2209018"/>
              <a:gd name="connsiteX0" fmla="*/ 0 w 2160573"/>
              <a:gd name="connsiteY0" fmla="*/ 312392 h 2209018"/>
              <a:gd name="connsiteX1" fmla="*/ 2155657 w 2160573"/>
              <a:gd name="connsiteY1" fmla="*/ 312392 h 2209018"/>
              <a:gd name="connsiteX2" fmla="*/ 2160573 w 2160573"/>
              <a:gd name="connsiteY2" fmla="*/ 2209018 h 2209018"/>
              <a:gd name="connsiteX3" fmla="*/ 0 w 2160573"/>
              <a:gd name="connsiteY3" fmla="*/ 2209018 h 2209018"/>
              <a:gd name="connsiteX4" fmla="*/ 0 w 2160573"/>
              <a:gd name="connsiteY4" fmla="*/ 312392 h 2209018"/>
              <a:gd name="connsiteX0" fmla="*/ 0 w 2156603"/>
              <a:gd name="connsiteY0" fmla="*/ 312392 h 2209018"/>
              <a:gd name="connsiteX1" fmla="*/ 2155657 w 2156603"/>
              <a:gd name="connsiteY1" fmla="*/ 312392 h 2209018"/>
              <a:gd name="connsiteX2" fmla="*/ 2155655 w 2156603"/>
              <a:gd name="connsiteY2" fmla="*/ 2209018 h 2209018"/>
              <a:gd name="connsiteX3" fmla="*/ 0 w 2156603"/>
              <a:gd name="connsiteY3" fmla="*/ 2209018 h 2209018"/>
              <a:gd name="connsiteX4" fmla="*/ 0 w 2156603"/>
              <a:gd name="connsiteY4" fmla="*/ 312392 h 2209018"/>
              <a:gd name="connsiteX0" fmla="*/ 0 w 2160573"/>
              <a:gd name="connsiteY0" fmla="*/ 312392 h 2209018"/>
              <a:gd name="connsiteX1" fmla="*/ 2155657 w 2160573"/>
              <a:gd name="connsiteY1" fmla="*/ 312392 h 2209018"/>
              <a:gd name="connsiteX2" fmla="*/ 2160573 w 2160573"/>
              <a:gd name="connsiteY2" fmla="*/ 2209018 h 2209018"/>
              <a:gd name="connsiteX3" fmla="*/ 0 w 2160573"/>
              <a:gd name="connsiteY3" fmla="*/ 2209018 h 2209018"/>
              <a:gd name="connsiteX4" fmla="*/ 0 w 2160573"/>
              <a:gd name="connsiteY4" fmla="*/ 312392 h 2209018"/>
              <a:gd name="connsiteX0" fmla="*/ 0 w 2157073"/>
              <a:gd name="connsiteY0" fmla="*/ 312392 h 2209018"/>
              <a:gd name="connsiteX1" fmla="*/ 2155657 w 2157073"/>
              <a:gd name="connsiteY1" fmla="*/ 312392 h 2209018"/>
              <a:gd name="connsiteX2" fmla="*/ 2157073 w 2157073"/>
              <a:gd name="connsiteY2" fmla="*/ 2205518 h 2209018"/>
              <a:gd name="connsiteX3" fmla="*/ 0 w 2157073"/>
              <a:gd name="connsiteY3" fmla="*/ 2209018 h 2209018"/>
              <a:gd name="connsiteX4" fmla="*/ 0 w 2157073"/>
              <a:gd name="connsiteY4" fmla="*/ 312392 h 2209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57073" h="2209018">
                <a:moveTo>
                  <a:pt x="0" y="312392"/>
                </a:moveTo>
                <a:cubicBezTo>
                  <a:pt x="746052" y="-134495"/>
                  <a:pt x="1512732" y="-72619"/>
                  <a:pt x="2155657" y="312392"/>
                </a:cubicBezTo>
                <a:cubicBezTo>
                  <a:pt x="2158935" y="944601"/>
                  <a:pt x="2153795" y="1573309"/>
                  <a:pt x="2157073" y="2205518"/>
                </a:cubicBezTo>
                <a:lnTo>
                  <a:pt x="0" y="2209018"/>
                </a:lnTo>
                <a:lnTo>
                  <a:pt x="0" y="312392"/>
                </a:lnTo>
                <a:close/>
              </a:path>
            </a:pathLst>
          </a:custGeom>
          <a:noFill/>
          <a:ln w="158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7B5E3E9E-4F37-91D0-A68A-711DC19211C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0" y="0"/>
            <a:ext cx="4572000" cy="5153025"/>
          </a:xfr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image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FF612916-AE71-72A3-F719-7D5862AC725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1029" y="1019496"/>
            <a:ext cx="3568440" cy="3494709"/>
          </a:xfrm>
        </p:spPr>
        <p:txBody>
          <a:bodyPr anchor="ctr">
            <a:noAutofit/>
          </a:bodyPr>
          <a:lstStyle>
            <a:lvl1pPr marL="0" indent="0" algn="ctr">
              <a:buNone/>
              <a:defRPr sz="36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70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70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70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70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Statement Text</a:t>
            </a:r>
          </a:p>
        </p:txBody>
      </p:sp>
    </p:spTree>
    <p:extLst>
      <p:ext uri="{BB962C8B-B14F-4D97-AF65-F5344CB8AC3E}">
        <p14:creationId xmlns:p14="http://schemas.microsoft.com/office/powerpoint/2010/main" val="236964963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Statement Slide | With Image-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11836A49-0E5F-029F-D5B5-9865FEB612D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2640236"/>
            <a:ext cx="1936997" cy="2129978"/>
          </a:xfrm>
          <a:custGeom>
            <a:avLst/>
            <a:gdLst>
              <a:gd name="connsiteX0" fmla="*/ 0 w 1936997"/>
              <a:gd name="connsiteY0" fmla="*/ 0 h 2129978"/>
              <a:gd name="connsiteX1" fmla="*/ 872008 w 1936997"/>
              <a:gd name="connsiteY1" fmla="*/ 0 h 2129978"/>
              <a:gd name="connsiteX2" fmla="*/ 915770 w 1936997"/>
              <a:gd name="connsiteY2" fmla="*/ 0 h 2129978"/>
              <a:gd name="connsiteX3" fmla="*/ 915770 w 1936997"/>
              <a:gd name="connsiteY3" fmla="*/ 2210 h 2129978"/>
              <a:gd name="connsiteX4" fmla="*/ 980897 w 1936997"/>
              <a:gd name="connsiteY4" fmla="*/ 5498 h 2129978"/>
              <a:gd name="connsiteX5" fmla="*/ 1936997 w 1936997"/>
              <a:gd name="connsiteY5" fmla="*/ 1064989 h 2129978"/>
              <a:gd name="connsiteX6" fmla="*/ 980897 w 1936997"/>
              <a:gd name="connsiteY6" fmla="*/ 2124480 h 2129978"/>
              <a:gd name="connsiteX7" fmla="*/ 915770 w 1936997"/>
              <a:gd name="connsiteY7" fmla="*/ 2127768 h 2129978"/>
              <a:gd name="connsiteX8" fmla="*/ 915770 w 1936997"/>
              <a:gd name="connsiteY8" fmla="*/ 2129977 h 2129978"/>
              <a:gd name="connsiteX9" fmla="*/ 872028 w 1936997"/>
              <a:gd name="connsiteY9" fmla="*/ 2129977 h 2129978"/>
              <a:gd name="connsiteX10" fmla="*/ 872008 w 1936997"/>
              <a:gd name="connsiteY10" fmla="*/ 2129978 h 2129978"/>
              <a:gd name="connsiteX11" fmla="*/ 871988 w 1936997"/>
              <a:gd name="connsiteY11" fmla="*/ 2129977 h 2129978"/>
              <a:gd name="connsiteX12" fmla="*/ 0 w 1936997"/>
              <a:gd name="connsiteY12" fmla="*/ 2129977 h 2129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936997" h="2129978">
                <a:moveTo>
                  <a:pt x="0" y="0"/>
                </a:moveTo>
                <a:lnTo>
                  <a:pt x="872008" y="0"/>
                </a:lnTo>
                <a:lnTo>
                  <a:pt x="915770" y="0"/>
                </a:lnTo>
                <a:lnTo>
                  <a:pt x="915770" y="2210"/>
                </a:lnTo>
                <a:lnTo>
                  <a:pt x="980897" y="5498"/>
                </a:lnTo>
                <a:cubicBezTo>
                  <a:pt x="1517924" y="60037"/>
                  <a:pt x="1936997" y="513573"/>
                  <a:pt x="1936997" y="1064989"/>
                </a:cubicBezTo>
                <a:cubicBezTo>
                  <a:pt x="1936997" y="1616405"/>
                  <a:pt x="1517924" y="2069942"/>
                  <a:pt x="980897" y="2124480"/>
                </a:cubicBezTo>
                <a:lnTo>
                  <a:pt x="915770" y="2127768"/>
                </a:lnTo>
                <a:lnTo>
                  <a:pt x="915770" y="2129977"/>
                </a:lnTo>
                <a:lnTo>
                  <a:pt x="872028" y="2129977"/>
                </a:lnTo>
                <a:lnTo>
                  <a:pt x="872008" y="2129978"/>
                </a:lnTo>
                <a:lnTo>
                  <a:pt x="871988" y="2129977"/>
                </a:lnTo>
                <a:lnTo>
                  <a:pt x="0" y="2129977"/>
                </a:lnTo>
                <a:close/>
              </a:path>
            </a:pathLst>
          </a:cu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image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139B024-71A4-34F8-186A-8A153B65C8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081CCD-8443-6E03-DF87-B7F6534AA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2A6CE623-DD67-3575-7F84-03C2A6D13A0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136775" y="2640013"/>
            <a:ext cx="2092325" cy="2130425"/>
          </a:xfrm>
          <a:prstGeom prst="roundRect">
            <a:avLst>
              <a:gd name="adj" fmla="val 7360"/>
            </a:avLst>
          </a:pr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image</a:t>
            </a:r>
          </a:p>
        </p:txBody>
      </p:sp>
      <p:sp>
        <p:nvSpPr>
          <p:cNvPr id="42" name="Picture Placeholder 40">
            <a:extLst>
              <a:ext uri="{FF2B5EF4-FFF2-40B4-BE49-F238E27FC236}">
                <a16:creationId xmlns:a16="http://schemas.microsoft.com/office/drawing/2014/main" id="{54B619A1-2220-60E4-23A4-13161FDDD7B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422775" y="279400"/>
            <a:ext cx="4435475" cy="4491038"/>
          </a:xfrm>
          <a:prstGeom prst="plaque">
            <a:avLst>
              <a:gd name="adj" fmla="val 5023"/>
            </a:avLst>
          </a:pr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image</a:t>
            </a:r>
          </a:p>
        </p:txBody>
      </p:sp>
      <p:sp>
        <p:nvSpPr>
          <p:cNvPr id="44" name="Text Placeholder 18">
            <a:extLst>
              <a:ext uri="{FF2B5EF4-FFF2-40B4-BE49-F238E27FC236}">
                <a16:creationId xmlns:a16="http://schemas.microsoft.com/office/drawing/2014/main" id="{A4947862-5478-46AA-B0C3-538ACC1506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9184" y="215371"/>
            <a:ext cx="3989916" cy="2287893"/>
          </a:xfrm>
        </p:spPr>
        <p:txBody>
          <a:bodyPr anchor="t">
            <a:noAutofit/>
          </a:bodyPr>
          <a:lstStyle>
            <a:lvl1pPr marL="0" indent="0" algn="l">
              <a:buNone/>
              <a:defRPr sz="28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70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70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70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70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statement text.</a:t>
            </a:r>
          </a:p>
        </p:txBody>
      </p:sp>
    </p:spTree>
    <p:extLst>
      <p:ext uri="{BB962C8B-B14F-4D97-AF65-F5344CB8AC3E}">
        <p14:creationId xmlns:p14="http://schemas.microsoft.com/office/powerpoint/2010/main" val="174178390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Column Slide | With Image/Ic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35CAF3-AFF1-D033-B45A-652761DE55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C890DF-593C-4B2E-3B6C-37013A356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8B1A514-DF4D-B244-25A5-56DB8DA92123}"/>
              </a:ext>
            </a:extLst>
          </p:cNvPr>
          <p:cNvSpPr/>
          <p:nvPr userDrawn="1"/>
        </p:nvSpPr>
        <p:spPr>
          <a:xfrm>
            <a:off x="251401" y="6494"/>
            <a:ext cx="2739772" cy="4802637"/>
          </a:xfrm>
          <a:custGeom>
            <a:avLst/>
            <a:gdLst>
              <a:gd name="connsiteX0" fmla="*/ 0 w 2739772"/>
              <a:gd name="connsiteY0" fmla="*/ 0 h 4802637"/>
              <a:gd name="connsiteX1" fmla="*/ 2739772 w 2739772"/>
              <a:gd name="connsiteY1" fmla="*/ 0 h 4802637"/>
              <a:gd name="connsiteX2" fmla="*/ 2739772 w 2739772"/>
              <a:gd name="connsiteY2" fmla="*/ 4700854 h 4802637"/>
              <a:gd name="connsiteX3" fmla="*/ 2637989 w 2739772"/>
              <a:gd name="connsiteY3" fmla="*/ 4802637 h 4802637"/>
              <a:gd name="connsiteX4" fmla="*/ 101783 w 2739772"/>
              <a:gd name="connsiteY4" fmla="*/ 4802637 h 4802637"/>
              <a:gd name="connsiteX5" fmla="*/ 0 w 2739772"/>
              <a:gd name="connsiteY5" fmla="*/ 4700854 h 4802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39772" h="4802637">
                <a:moveTo>
                  <a:pt x="0" y="0"/>
                </a:moveTo>
                <a:lnTo>
                  <a:pt x="2739772" y="0"/>
                </a:lnTo>
                <a:lnTo>
                  <a:pt x="2739772" y="4700854"/>
                </a:lnTo>
                <a:cubicBezTo>
                  <a:pt x="2739772" y="4757067"/>
                  <a:pt x="2694202" y="4802637"/>
                  <a:pt x="2637989" y="4802637"/>
                </a:cubicBezTo>
                <a:lnTo>
                  <a:pt x="101783" y="4802637"/>
                </a:lnTo>
                <a:cubicBezTo>
                  <a:pt x="45570" y="4802637"/>
                  <a:pt x="0" y="4757067"/>
                  <a:pt x="0" y="4700854"/>
                </a:cubicBezTo>
                <a:close/>
              </a:path>
            </a:pathLst>
          </a:custGeom>
          <a:solidFill>
            <a:schemeClr val="accent3"/>
          </a:solidFill>
          <a:ln w="15875"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200">
              <a:solidFill>
                <a:schemeClr val="tx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1DDC2AEF-6312-E13B-09BB-1900840AE4DD}"/>
              </a:ext>
            </a:extLst>
          </p:cNvPr>
          <p:cNvSpPr/>
          <p:nvPr userDrawn="1"/>
        </p:nvSpPr>
        <p:spPr>
          <a:xfrm>
            <a:off x="3202114" y="0"/>
            <a:ext cx="2739772" cy="4802637"/>
          </a:xfrm>
          <a:custGeom>
            <a:avLst/>
            <a:gdLst>
              <a:gd name="connsiteX0" fmla="*/ 0 w 2739772"/>
              <a:gd name="connsiteY0" fmla="*/ 0 h 4802637"/>
              <a:gd name="connsiteX1" fmla="*/ 2739772 w 2739772"/>
              <a:gd name="connsiteY1" fmla="*/ 0 h 4802637"/>
              <a:gd name="connsiteX2" fmla="*/ 2739772 w 2739772"/>
              <a:gd name="connsiteY2" fmla="*/ 4700854 h 4802637"/>
              <a:gd name="connsiteX3" fmla="*/ 2637989 w 2739772"/>
              <a:gd name="connsiteY3" fmla="*/ 4802637 h 4802637"/>
              <a:gd name="connsiteX4" fmla="*/ 101783 w 2739772"/>
              <a:gd name="connsiteY4" fmla="*/ 4802637 h 4802637"/>
              <a:gd name="connsiteX5" fmla="*/ 0 w 2739772"/>
              <a:gd name="connsiteY5" fmla="*/ 4700854 h 4802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39772" h="4802637">
                <a:moveTo>
                  <a:pt x="0" y="0"/>
                </a:moveTo>
                <a:lnTo>
                  <a:pt x="2739772" y="0"/>
                </a:lnTo>
                <a:lnTo>
                  <a:pt x="2739772" y="4700854"/>
                </a:lnTo>
                <a:cubicBezTo>
                  <a:pt x="2739772" y="4757067"/>
                  <a:pt x="2694202" y="4802637"/>
                  <a:pt x="2637989" y="4802637"/>
                </a:cubicBezTo>
                <a:lnTo>
                  <a:pt x="101783" y="4802637"/>
                </a:lnTo>
                <a:cubicBezTo>
                  <a:pt x="45570" y="4802637"/>
                  <a:pt x="0" y="4757067"/>
                  <a:pt x="0" y="4700854"/>
                </a:cubicBezTo>
                <a:close/>
              </a:path>
            </a:pathLst>
          </a:custGeom>
          <a:solidFill>
            <a:schemeClr val="accent2"/>
          </a:solidFill>
          <a:ln w="15875"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200">
              <a:solidFill>
                <a:schemeClr val="tx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CEC7429-361A-C93C-58D7-09C7ACD455B0}"/>
              </a:ext>
            </a:extLst>
          </p:cNvPr>
          <p:cNvSpPr/>
          <p:nvPr userDrawn="1"/>
        </p:nvSpPr>
        <p:spPr>
          <a:xfrm>
            <a:off x="6152827" y="0"/>
            <a:ext cx="2739772" cy="4802637"/>
          </a:xfrm>
          <a:custGeom>
            <a:avLst/>
            <a:gdLst>
              <a:gd name="connsiteX0" fmla="*/ 0 w 2739772"/>
              <a:gd name="connsiteY0" fmla="*/ 0 h 4802637"/>
              <a:gd name="connsiteX1" fmla="*/ 2739772 w 2739772"/>
              <a:gd name="connsiteY1" fmla="*/ 0 h 4802637"/>
              <a:gd name="connsiteX2" fmla="*/ 2739772 w 2739772"/>
              <a:gd name="connsiteY2" fmla="*/ 4700854 h 4802637"/>
              <a:gd name="connsiteX3" fmla="*/ 2637989 w 2739772"/>
              <a:gd name="connsiteY3" fmla="*/ 4802637 h 4802637"/>
              <a:gd name="connsiteX4" fmla="*/ 101783 w 2739772"/>
              <a:gd name="connsiteY4" fmla="*/ 4802637 h 4802637"/>
              <a:gd name="connsiteX5" fmla="*/ 0 w 2739772"/>
              <a:gd name="connsiteY5" fmla="*/ 4700854 h 4802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39772" h="4802637">
                <a:moveTo>
                  <a:pt x="0" y="0"/>
                </a:moveTo>
                <a:lnTo>
                  <a:pt x="2739772" y="0"/>
                </a:lnTo>
                <a:lnTo>
                  <a:pt x="2739772" y="4700854"/>
                </a:lnTo>
                <a:cubicBezTo>
                  <a:pt x="2739772" y="4757067"/>
                  <a:pt x="2694202" y="4802637"/>
                  <a:pt x="2637989" y="4802637"/>
                </a:cubicBezTo>
                <a:lnTo>
                  <a:pt x="101783" y="4802637"/>
                </a:lnTo>
                <a:cubicBezTo>
                  <a:pt x="45570" y="4802637"/>
                  <a:pt x="0" y="4757067"/>
                  <a:pt x="0" y="4700854"/>
                </a:cubicBezTo>
                <a:close/>
              </a:path>
            </a:pathLst>
          </a:custGeom>
          <a:solidFill>
            <a:schemeClr val="accent1"/>
          </a:solidFill>
          <a:ln w="15875"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200">
              <a:solidFill>
                <a:schemeClr val="tx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317D9E50-B363-1ACE-FB1B-22684F1A6B3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42287" y="334369"/>
            <a:ext cx="2363840" cy="1924380"/>
          </a:xfrm>
          <a:custGeom>
            <a:avLst/>
            <a:gdLst>
              <a:gd name="connsiteX0" fmla="*/ 1181920 w 2363840"/>
              <a:gd name="connsiteY0" fmla="*/ 0 h 1924380"/>
              <a:gd name="connsiteX1" fmla="*/ 2357738 w 2363840"/>
              <a:gd name="connsiteY1" fmla="*/ 1061076 h 1924380"/>
              <a:gd name="connsiteX2" fmla="*/ 2359527 w 2363840"/>
              <a:gd name="connsiteY2" fmla="*/ 1096497 h 1924380"/>
              <a:gd name="connsiteX3" fmla="*/ 2363840 w 2363840"/>
              <a:gd name="connsiteY3" fmla="*/ 1096497 h 1924380"/>
              <a:gd name="connsiteX4" fmla="*/ 2363840 w 2363840"/>
              <a:gd name="connsiteY4" fmla="*/ 1181920 h 1924380"/>
              <a:gd name="connsiteX5" fmla="*/ 2363840 w 2363840"/>
              <a:gd name="connsiteY5" fmla="*/ 1924380 h 1924380"/>
              <a:gd name="connsiteX6" fmla="*/ 0 w 2363840"/>
              <a:gd name="connsiteY6" fmla="*/ 1924380 h 1924380"/>
              <a:gd name="connsiteX7" fmla="*/ 0 w 2363840"/>
              <a:gd name="connsiteY7" fmla="*/ 1181920 h 1924380"/>
              <a:gd name="connsiteX8" fmla="*/ 0 w 2363840"/>
              <a:gd name="connsiteY8" fmla="*/ 1096497 h 1924380"/>
              <a:gd name="connsiteX9" fmla="*/ 4314 w 2363840"/>
              <a:gd name="connsiteY9" fmla="*/ 1096497 h 1924380"/>
              <a:gd name="connsiteX10" fmla="*/ 6102 w 2363840"/>
              <a:gd name="connsiteY10" fmla="*/ 1061076 h 1924380"/>
              <a:gd name="connsiteX11" fmla="*/ 1181920 w 2363840"/>
              <a:gd name="connsiteY11" fmla="*/ 0 h 1924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63840" h="1924380">
                <a:moveTo>
                  <a:pt x="1181920" y="0"/>
                </a:moveTo>
                <a:cubicBezTo>
                  <a:pt x="1793879" y="0"/>
                  <a:pt x="2297212" y="465086"/>
                  <a:pt x="2357738" y="1061076"/>
                </a:cubicBezTo>
                <a:lnTo>
                  <a:pt x="2359527" y="1096497"/>
                </a:lnTo>
                <a:lnTo>
                  <a:pt x="2363840" y="1096497"/>
                </a:lnTo>
                <a:lnTo>
                  <a:pt x="2363840" y="1181920"/>
                </a:lnTo>
                <a:lnTo>
                  <a:pt x="2363840" y="1924380"/>
                </a:lnTo>
                <a:lnTo>
                  <a:pt x="0" y="1924380"/>
                </a:lnTo>
                <a:lnTo>
                  <a:pt x="0" y="1181920"/>
                </a:lnTo>
                <a:lnTo>
                  <a:pt x="0" y="1096497"/>
                </a:lnTo>
                <a:lnTo>
                  <a:pt x="4314" y="1096497"/>
                </a:lnTo>
                <a:lnTo>
                  <a:pt x="6102" y="1061076"/>
                </a:lnTo>
                <a:cubicBezTo>
                  <a:pt x="66628" y="465086"/>
                  <a:pt x="569961" y="0"/>
                  <a:pt x="1181920" y="0"/>
                </a:cubicBezTo>
                <a:close/>
              </a:path>
            </a:pathLst>
          </a:cu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80669DF8-473E-6464-3096-64DE8308DAA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8710" y="2441801"/>
            <a:ext cx="2521911" cy="1067979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header for this section.</a:t>
            </a:r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D443D9BD-232B-83CE-ACC1-CB2DF1A629C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390080" y="334369"/>
            <a:ext cx="2363840" cy="1924380"/>
          </a:xfrm>
          <a:custGeom>
            <a:avLst/>
            <a:gdLst>
              <a:gd name="connsiteX0" fmla="*/ 1181920 w 2363840"/>
              <a:gd name="connsiteY0" fmla="*/ 0 h 1924380"/>
              <a:gd name="connsiteX1" fmla="*/ 2357738 w 2363840"/>
              <a:gd name="connsiteY1" fmla="*/ 1061076 h 1924380"/>
              <a:gd name="connsiteX2" fmla="*/ 2359527 w 2363840"/>
              <a:gd name="connsiteY2" fmla="*/ 1096497 h 1924380"/>
              <a:gd name="connsiteX3" fmla="*/ 2363840 w 2363840"/>
              <a:gd name="connsiteY3" fmla="*/ 1096497 h 1924380"/>
              <a:gd name="connsiteX4" fmla="*/ 2363840 w 2363840"/>
              <a:gd name="connsiteY4" fmla="*/ 1181920 h 1924380"/>
              <a:gd name="connsiteX5" fmla="*/ 2363840 w 2363840"/>
              <a:gd name="connsiteY5" fmla="*/ 1924380 h 1924380"/>
              <a:gd name="connsiteX6" fmla="*/ 0 w 2363840"/>
              <a:gd name="connsiteY6" fmla="*/ 1924380 h 1924380"/>
              <a:gd name="connsiteX7" fmla="*/ 0 w 2363840"/>
              <a:gd name="connsiteY7" fmla="*/ 1181920 h 1924380"/>
              <a:gd name="connsiteX8" fmla="*/ 0 w 2363840"/>
              <a:gd name="connsiteY8" fmla="*/ 1096497 h 1924380"/>
              <a:gd name="connsiteX9" fmla="*/ 4314 w 2363840"/>
              <a:gd name="connsiteY9" fmla="*/ 1096497 h 1924380"/>
              <a:gd name="connsiteX10" fmla="*/ 6102 w 2363840"/>
              <a:gd name="connsiteY10" fmla="*/ 1061076 h 1924380"/>
              <a:gd name="connsiteX11" fmla="*/ 1181920 w 2363840"/>
              <a:gd name="connsiteY11" fmla="*/ 0 h 1924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63840" h="1924380">
                <a:moveTo>
                  <a:pt x="1181920" y="0"/>
                </a:moveTo>
                <a:cubicBezTo>
                  <a:pt x="1793879" y="0"/>
                  <a:pt x="2297212" y="465086"/>
                  <a:pt x="2357738" y="1061076"/>
                </a:cubicBezTo>
                <a:lnTo>
                  <a:pt x="2359527" y="1096497"/>
                </a:lnTo>
                <a:lnTo>
                  <a:pt x="2363840" y="1096497"/>
                </a:lnTo>
                <a:lnTo>
                  <a:pt x="2363840" y="1181920"/>
                </a:lnTo>
                <a:lnTo>
                  <a:pt x="2363840" y="1924380"/>
                </a:lnTo>
                <a:lnTo>
                  <a:pt x="0" y="1924380"/>
                </a:lnTo>
                <a:lnTo>
                  <a:pt x="0" y="1181920"/>
                </a:lnTo>
                <a:lnTo>
                  <a:pt x="0" y="1096497"/>
                </a:lnTo>
                <a:lnTo>
                  <a:pt x="4314" y="1096497"/>
                </a:lnTo>
                <a:lnTo>
                  <a:pt x="6102" y="1061076"/>
                </a:lnTo>
                <a:cubicBezTo>
                  <a:pt x="66628" y="465086"/>
                  <a:pt x="569961" y="0"/>
                  <a:pt x="1181920" y="0"/>
                </a:cubicBezTo>
                <a:close/>
              </a:path>
            </a:pathLst>
          </a:cu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</a:t>
            </a:r>
          </a:p>
        </p:txBody>
      </p:sp>
      <p:sp>
        <p:nvSpPr>
          <p:cNvPr id="42" name="Text Placeholder 38">
            <a:extLst>
              <a:ext uri="{FF2B5EF4-FFF2-40B4-BE49-F238E27FC236}">
                <a16:creationId xmlns:a16="http://schemas.microsoft.com/office/drawing/2014/main" id="{20A37678-61A7-4729-1E5E-BC5D8F3D66A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96503" y="2441801"/>
            <a:ext cx="2521911" cy="1067979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header for this section.</a:t>
            </a:r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42AFAFB6-5FF2-878B-FCE3-82157079979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337873" y="334369"/>
            <a:ext cx="2363840" cy="1924380"/>
          </a:xfrm>
          <a:custGeom>
            <a:avLst/>
            <a:gdLst>
              <a:gd name="connsiteX0" fmla="*/ 1181920 w 2363840"/>
              <a:gd name="connsiteY0" fmla="*/ 0 h 1924380"/>
              <a:gd name="connsiteX1" fmla="*/ 2357738 w 2363840"/>
              <a:gd name="connsiteY1" fmla="*/ 1061076 h 1924380"/>
              <a:gd name="connsiteX2" fmla="*/ 2359527 w 2363840"/>
              <a:gd name="connsiteY2" fmla="*/ 1096497 h 1924380"/>
              <a:gd name="connsiteX3" fmla="*/ 2363840 w 2363840"/>
              <a:gd name="connsiteY3" fmla="*/ 1096497 h 1924380"/>
              <a:gd name="connsiteX4" fmla="*/ 2363840 w 2363840"/>
              <a:gd name="connsiteY4" fmla="*/ 1181920 h 1924380"/>
              <a:gd name="connsiteX5" fmla="*/ 2363840 w 2363840"/>
              <a:gd name="connsiteY5" fmla="*/ 1924380 h 1924380"/>
              <a:gd name="connsiteX6" fmla="*/ 0 w 2363840"/>
              <a:gd name="connsiteY6" fmla="*/ 1924380 h 1924380"/>
              <a:gd name="connsiteX7" fmla="*/ 0 w 2363840"/>
              <a:gd name="connsiteY7" fmla="*/ 1181920 h 1924380"/>
              <a:gd name="connsiteX8" fmla="*/ 0 w 2363840"/>
              <a:gd name="connsiteY8" fmla="*/ 1096497 h 1924380"/>
              <a:gd name="connsiteX9" fmla="*/ 4314 w 2363840"/>
              <a:gd name="connsiteY9" fmla="*/ 1096497 h 1924380"/>
              <a:gd name="connsiteX10" fmla="*/ 6102 w 2363840"/>
              <a:gd name="connsiteY10" fmla="*/ 1061076 h 1924380"/>
              <a:gd name="connsiteX11" fmla="*/ 1181920 w 2363840"/>
              <a:gd name="connsiteY11" fmla="*/ 0 h 1924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63840" h="1924380">
                <a:moveTo>
                  <a:pt x="1181920" y="0"/>
                </a:moveTo>
                <a:cubicBezTo>
                  <a:pt x="1793879" y="0"/>
                  <a:pt x="2297212" y="465086"/>
                  <a:pt x="2357738" y="1061076"/>
                </a:cubicBezTo>
                <a:lnTo>
                  <a:pt x="2359527" y="1096497"/>
                </a:lnTo>
                <a:lnTo>
                  <a:pt x="2363840" y="1096497"/>
                </a:lnTo>
                <a:lnTo>
                  <a:pt x="2363840" y="1181920"/>
                </a:lnTo>
                <a:lnTo>
                  <a:pt x="2363840" y="1924380"/>
                </a:lnTo>
                <a:lnTo>
                  <a:pt x="0" y="1924380"/>
                </a:lnTo>
                <a:lnTo>
                  <a:pt x="0" y="1181920"/>
                </a:lnTo>
                <a:lnTo>
                  <a:pt x="0" y="1096497"/>
                </a:lnTo>
                <a:lnTo>
                  <a:pt x="4314" y="1096497"/>
                </a:lnTo>
                <a:lnTo>
                  <a:pt x="6102" y="1061076"/>
                </a:lnTo>
                <a:cubicBezTo>
                  <a:pt x="66628" y="465086"/>
                  <a:pt x="569961" y="0"/>
                  <a:pt x="1181920" y="0"/>
                </a:cubicBezTo>
                <a:close/>
              </a:path>
            </a:pathLst>
          </a:cu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</a:t>
            </a:r>
          </a:p>
        </p:txBody>
      </p:sp>
      <p:sp>
        <p:nvSpPr>
          <p:cNvPr id="45" name="Text Placeholder 38">
            <a:extLst>
              <a:ext uri="{FF2B5EF4-FFF2-40B4-BE49-F238E27FC236}">
                <a16:creationId xmlns:a16="http://schemas.microsoft.com/office/drawing/2014/main" id="{1315D7E1-FA24-448F-AEA1-3F0D13F44E0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44296" y="2441801"/>
            <a:ext cx="2521911" cy="1067979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solidFill>
                  <a:schemeClr val="bg2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header for this section.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096F733-88F2-69B2-B180-509AB5AF949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8710" y="3513409"/>
            <a:ext cx="2521911" cy="1088571"/>
          </a:xfrm>
        </p:spPr>
        <p:txBody>
          <a:bodyPr>
            <a:noAutofit/>
          </a:bodyPr>
          <a:lstStyle>
            <a:lvl1pPr marL="0" indent="0">
              <a:buNone/>
              <a:defRPr sz="1100"/>
            </a:lvl1pPr>
            <a:lvl2pPr marL="628650" indent="-171450">
              <a:buFont typeface="Arial" panose="020B0604020202020204" pitchFamily="34" charset="0"/>
              <a:buChar char="•"/>
              <a:defRPr sz="1100"/>
            </a:lvl2pPr>
            <a:lvl3pPr marL="1085850" indent="-171450">
              <a:buFont typeface="Arial" panose="020B0604020202020204" pitchFamily="34" charset="0"/>
              <a:buChar char="•"/>
              <a:defRPr sz="1100"/>
            </a:lvl3pPr>
            <a:lvl4pPr marL="1543050" indent="-171450">
              <a:buFont typeface="Arial" panose="020B0604020202020204" pitchFamily="34" charset="0"/>
              <a:buChar char="•"/>
              <a:defRPr sz="1100"/>
            </a:lvl4pPr>
            <a:lvl5pPr marL="20002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C45D6DE2-7EF4-1572-31E6-6F0EF103292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96502" y="3513409"/>
            <a:ext cx="2521911" cy="1088571"/>
          </a:xfrm>
        </p:spPr>
        <p:txBody>
          <a:bodyPr>
            <a:noAutofit/>
          </a:bodyPr>
          <a:lstStyle>
            <a:lvl1pPr marL="0" indent="0">
              <a:buNone/>
              <a:defRPr sz="1100"/>
            </a:lvl1pPr>
            <a:lvl2pPr marL="628650" indent="-171450">
              <a:buFont typeface="Arial" panose="020B0604020202020204" pitchFamily="34" charset="0"/>
              <a:buChar char="•"/>
              <a:defRPr sz="1100"/>
            </a:lvl2pPr>
            <a:lvl3pPr marL="1085850" indent="-171450">
              <a:buFont typeface="Arial" panose="020B0604020202020204" pitchFamily="34" charset="0"/>
              <a:buChar char="•"/>
              <a:defRPr sz="1100"/>
            </a:lvl3pPr>
            <a:lvl4pPr marL="1543050" indent="-171450">
              <a:buFont typeface="Arial" panose="020B0604020202020204" pitchFamily="34" charset="0"/>
              <a:buChar char="•"/>
              <a:defRPr sz="1100"/>
            </a:lvl4pPr>
            <a:lvl5pPr marL="20002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D8A7C1C8-1DBA-694D-9315-8E8D94F7ABD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44296" y="3513409"/>
            <a:ext cx="2521911" cy="1088571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1"/>
                </a:solidFill>
              </a:defRPr>
            </a:lvl1pPr>
            <a:lvl2pPr marL="628650" indent="-171450">
              <a:buFont typeface="Arial" panose="020B0604020202020204" pitchFamily="34" charset="0"/>
              <a:buChar char="•"/>
              <a:defRPr sz="1100">
                <a:solidFill>
                  <a:schemeClr val="bg1"/>
                </a:solidFill>
              </a:defRPr>
            </a:lvl2pPr>
            <a:lvl3pPr marL="1085850" indent="-171450">
              <a:buFont typeface="Arial" panose="020B0604020202020204" pitchFamily="34" charset="0"/>
              <a:buChar char="•"/>
              <a:defRPr sz="1100">
                <a:solidFill>
                  <a:schemeClr val="bg1"/>
                </a:solidFill>
              </a:defRPr>
            </a:lvl3pPr>
            <a:lvl4pPr marL="1543050" indent="-171450">
              <a:buFont typeface="Arial" panose="020B0604020202020204" pitchFamily="34" charset="0"/>
              <a:buChar char="•"/>
              <a:defRPr sz="1100">
                <a:solidFill>
                  <a:schemeClr val="bg1"/>
                </a:solidFill>
              </a:defRPr>
            </a:lvl4pPr>
            <a:lvl5pPr marL="2000250" indent="-171450">
              <a:buFont typeface="Arial" panose="020B0604020202020204" pitchFamily="34" charset="0"/>
              <a:buChar char="•"/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0337289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Statement + Images |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06623F-A9E4-6F53-E477-20211070A0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AC9E61-00CC-7CDA-3B05-820313EF8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5" name="Text Placeholder 18">
            <a:extLst>
              <a:ext uri="{FF2B5EF4-FFF2-40B4-BE49-F238E27FC236}">
                <a16:creationId xmlns:a16="http://schemas.microsoft.com/office/drawing/2014/main" id="{443DCE67-37F2-8890-2103-ADF15BC66C7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94838" y="613096"/>
            <a:ext cx="4046961" cy="1884571"/>
          </a:xfrm>
        </p:spPr>
        <p:txBody>
          <a:bodyPr anchor="t">
            <a:noAutofit/>
          </a:bodyPr>
          <a:lstStyle>
            <a:lvl1pPr marL="0" indent="0" algn="l">
              <a:buNone/>
              <a:defRPr sz="22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70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70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70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70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statement text related to chart/graph.</a:t>
            </a:r>
          </a:p>
        </p:txBody>
      </p:sp>
      <p:sp>
        <p:nvSpPr>
          <p:cNvPr id="6" name="Text Placeholder 46">
            <a:extLst>
              <a:ext uri="{FF2B5EF4-FFF2-40B4-BE49-F238E27FC236}">
                <a16:creationId xmlns:a16="http://schemas.microsoft.com/office/drawing/2014/main" id="{A73DC227-54D4-5C26-40E6-AB2F4000445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94839" y="-11945"/>
            <a:ext cx="8801100" cy="27922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tx1"/>
                </a:solidFill>
                <a:latin typeface="Trefoil Sans Medium" panose="020B0000000000000000" pitchFamily="34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Type here to enter the presentation section name.</a:t>
            </a:r>
          </a:p>
        </p:txBody>
      </p:sp>
      <p:sp>
        <p:nvSpPr>
          <p:cNvPr id="10" name="Chart Placeholder 9">
            <a:extLst>
              <a:ext uri="{FF2B5EF4-FFF2-40B4-BE49-F238E27FC236}">
                <a16:creationId xmlns:a16="http://schemas.microsoft.com/office/drawing/2014/main" id="{EDD26772-AF80-2770-4145-ABC63E193B1B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4572000" y="613096"/>
            <a:ext cx="4267199" cy="3975838"/>
          </a:xfr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chart/graph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313D07B-C16A-055D-1C93-BDAB7BED4690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194838" y="2571751"/>
            <a:ext cx="4046961" cy="2017184"/>
          </a:xfrm>
        </p:spPr>
        <p:txBody>
          <a:bodyPr/>
          <a:lstStyle>
            <a:lvl1pPr marL="0" indent="0" algn="l">
              <a:buNone/>
              <a:defRPr sz="1400" b="0" i="0">
                <a:latin typeface="Trefoil Sans Medium" panose="020B0000000000000000" pitchFamily="34" charset="0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Options to add subtitle for bullet points</a:t>
            </a:r>
          </a:p>
          <a:p>
            <a:pPr lvl="1"/>
            <a:r>
              <a:rPr lang="en-US"/>
              <a:t>Bullet point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0434092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Statement | Images w/ Caption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06623F-A9E4-6F53-E477-20211070A0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AC9E61-00CC-7CDA-3B05-820313EF8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5" name="Text Placeholder 18">
            <a:extLst>
              <a:ext uri="{FF2B5EF4-FFF2-40B4-BE49-F238E27FC236}">
                <a16:creationId xmlns:a16="http://schemas.microsoft.com/office/drawing/2014/main" id="{443DCE67-37F2-8890-2103-ADF15BC66C7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94838" y="613096"/>
            <a:ext cx="4046961" cy="1884571"/>
          </a:xfrm>
        </p:spPr>
        <p:txBody>
          <a:bodyPr anchor="t">
            <a:noAutofit/>
          </a:bodyPr>
          <a:lstStyle>
            <a:lvl1pPr marL="0" indent="0" algn="l">
              <a:buNone/>
              <a:defRPr sz="22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70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70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70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70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statement text.</a:t>
            </a:r>
          </a:p>
        </p:txBody>
      </p:sp>
      <p:sp>
        <p:nvSpPr>
          <p:cNvPr id="6" name="Text Placeholder 46">
            <a:extLst>
              <a:ext uri="{FF2B5EF4-FFF2-40B4-BE49-F238E27FC236}">
                <a16:creationId xmlns:a16="http://schemas.microsoft.com/office/drawing/2014/main" id="{A73DC227-54D4-5C26-40E6-AB2F4000445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94839" y="-11945"/>
            <a:ext cx="8801100" cy="27922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tx1"/>
                </a:solidFill>
                <a:latin typeface="Trefoil Sans Medium" panose="020B0000000000000000" pitchFamily="34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Type here to enter the presentation section name.</a:t>
            </a:r>
          </a:p>
        </p:txBody>
      </p:sp>
      <p:sp>
        <p:nvSpPr>
          <p:cNvPr id="15" name="Text Placeholder 38">
            <a:extLst>
              <a:ext uri="{FF2B5EF4-FFF2-40B4-BE49-F238E27FC236}">
                <a16:creationId xmlns:a16="http://schemas.microsoft.com/office/drawing/2014/main" id="{0163C2AE-9782-8654-8DBC-278348F592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54926" y="871432"/>
            <a:ext cx="2016376" cy="479864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accent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single/multi-line text.</a:t>
            </a:r>
          </a:p>
        </p:txBody>
      </p:sp>
      <p:sp>
        <p:nvSpPr>
          <p:cNvPr id="19" name="Text Placeholder 38">
            <a:extLst>
              <a:ext uri="{FF2B5EF4-FFF2-40B4-BE49-F238E27FC236}">
                <a16:creationId xmlns:a16="http://schemas.microsoft.com/office/drawing/2014/main" id="{4F7B3E30-1136-E430-6A53-0F68EA60D79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654926" y="2886211"/>
            <a:ext cx="2016376" cy="479864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accent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single/multi-line text.</a:t>
            </a:r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733666F0-5B6E-C03A-823F-27AF731C2179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5019675" y="871538"/>
            <a:ext cx="1500188" cy="1339850"/>
          </a:xfrm>
          <a:prstGeom prst="hexagon">
            <a:avLst/>
          </a:pr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Add Image Here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598977A0-B160-B678-C7E1-884E64375A81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019675" y="2822544"/>
            <a:ext cx="1485426" cy="1469077"/>
          </a:xfrm>
          <a:custGeom>
            <a:avLst/>
            <a:gdLst>
              <a:gd name="connsiteX0" fmla="*/ 0 w 4508501"/>
              <a:gd name="connsiteY0" fmla="*/ 0 h 4458878"/>
              <a:gd name="connsiteX1" fmla="*/ 2154743 w 4508501"/>
              <a:gd name="connsiteY1" fmla="*/ 0 h 4458878"/>
              <a:gd name="connsiteX2" fmla="*/ 2154743 w 4508501"/>
              <a:gd name="connsiteY2" fmla="*/ 6278 h 4458878"/>
              <a:gd name="connsiteX3" fmla="*/ 2279062 w 4508501"/>
              <a:gd name="connsiteY3" fmla="*/ 0 h 4458878"/>
              <a:gd name="connsiteX4" fmla="*/ 4508501 w 4508501"/>
              <a:gd name="connsiteY4" fmla="*/ 2229439 h 4458878"/>
              <a:gd name="connsiteX5" fmla="*/ 2279062 w 4508501"/>
              <a:gd name="connsiteY5" fmla="*/ 4458878 h 4458878"/>
              <a:gd name="connsiteX6" fmla="*/ 2154743 w 4508501"/>
              <a:gd name="connsiteY6" fmla="*/ 4452601 h 4458878"/>
              <a:gd name="connsiteX7" fmla="*/ 2154743 w 4508501"/>
              <a:gd name="connsiteY7" fmla="*/ 4454539 h 4458878"/>
              <a:gd name="connsiteX8" fmla="*/ 0 w 4508501"/>
              <a:gd name="connsiteY8" fmla="*/ 4454539 h 4458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08501" h="4458878">
                <a:moveTo>
                  <a:pt x="0" y="0"/>
                </a:moveTo>
                <a:lnTo>
                  <a:pt x="2154743" y="0"/>
                </a:lnTo>
                <a:lnTo>
                  <a:pt x="2154743" y="6278"/>
                </a:lnTo>
                <a:lnTo>
                  <a:pt x="2279062" y="0"/>
                </a:lnTo>
                <a:cubicBezTo>
                  <a:pt x="3510347" y="0"/>
                  <a:pt x="4508501" y="998154"/>
                  <a:pt x="4508501" y="2229439"/>
                </a:cubicBezTo>
                <a:cubicBezTo>
                  <a:pt x="4508501" y="3460724"/>
                  <a:pt x="3510347" y="4458878"/>
                  <a:pt x="2279062" y="4458878"/>
                </a:cubicBezTo>
                <a:lnTo>
                  <a:pt x="2154743" y="4452601"/>
                </a:lnTo>
                <a:lnTo>
                  <a:pt x="2154743" y="4454539"/>
                </a:lnTo>
                <a:lnTo>
                  <a:pt x="0" y="4454539"/>
                </a:lnTo>
                <a:close/>
              </a:path>
            </a:pathLst>
          </a:cu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    Add Image Here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ABA8F5E-CA95-E637-E73E-201534A0E294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654926" y="1354273"/>
            <a:ext cx="2016376" cy="1092200"/>
          </a:xfrm>
        </p:spPr>
        <p:txBody>
          <a:bodyPr>
            <a:noAutofit/>
          </a:bodyPr>
          <a:lstStyle>
            <a:lvl1pPr marL="0" indent="0">
              <a:buNone/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1A2FEAFD-6751-9F24-2646-CD456910A0D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654926" y="3366075"/>
            <a:ext cx="2016376" cy="1092200"/>
          </a:xfrm>
        </p:spPr>
        <p:txBody>
          <a:bodyPr>
            <a:noAutofit/>
          </a:bodyPr>
          <a:lstStyle>
            <a:lvl1pPr marL="0" indent="0">
              <a:buNone/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578804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Images w/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ECA6B1-9D6C-5F56-6C22-43BCA6256D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609343-1A69-436A-81AA-96323BFE9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11" name="Text Placeholder 46">
            <a:extLst>
              <a:ext uri="{FF2B5EF4-FFF2-40B4-BE49-F238E27FC236}">
                <a16:creationId xmlns:a16="http://schemas.microsoft.com/office/drawing/2014/main" id="{A260D0EC-511E-669D-ED50-6A4369915B0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94839" y="-11945"/>
            <a:ext cx="8801100" cy="27922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tx1"/>
                </a:solidFill>
                <a:latin typeface="Trefoil Sans Medium" panose="020B0000000000000000" pitchFamily="34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Type here to enter the presentation section name.</a:t>
            </a:r>
          </a:p>
        </p:txBody>
      </p:sp>
      <p:sp>
        <p:nvSpPr>
          <p:cNvPr id="15" name="Text Placeholder 38">
            <a:extLst>
              <a:ext uri="{FF2B5EF4-FFF2-40B4-BE49-F238E27FC236}">
                <a16:creationId xmlns:a16="http://schemas.microsoft.com/office/drawing/2014/main" id="{994B30C2-3273-5889-AFF6-6E2DC77A5A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42989" y="646706"/>
            <a:ext cx="2016376" cy="479864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accent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image header.</a:t>
            </a:r>
          </a:p>
        </p:txBody>
      </p:sp>
      <p:sp>
        <p:nvSpPr>
          <p:cNvPr id="18" name="Picture Placeholder 16">
            <a:extLst>
              <a:ext uri="{FF2B5EF4-FFF2-40B4-BE49-F238E27FC236}">
                <a16:creationId xmlns:a16="http://schemas.microsoft.com/office/drawing/2014/main" id="{DB573ABE-18EB-DE46-ACEF-41E7586FB0AE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271463" y="646113"/>
            <a:ext cx="1747837" cy="1360487"/>
          </a:xfrm>
          <a:prstGeom prst="roundRect">
            <a:avLst>
              <a:gd name="adj" fmla="val 8577"/>
            </a:avLst>
          </a:pr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3" name="Text Placeholder 38">
            <a:extLst>
              <a:ext uri="{FF2B5EF4-FFF2-40B4-BE49-F238E27FC236}">
                <a16:creationId xmlns:a16="http://schemas.microsoft.com/office/drawing/2014/main" id="{73ED314D-911B-4414-287C-C2354AD1EDE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655205" y="646706"/>
            <a:ext cx="2016376" cy="479864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accent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image header.</a:t>
            </a:r>
          </a:p>
        </p:txBody>
      </p:sp>
      <p:sp>
        <p:nvSpPr>
          <p:cNvPr id="24" name="Picture Placeholder 16">
            <a:extLst>
              <a:ext uri="{FF2B5EF4-FFF2-40B4-BE49-F238E27FC236}">
                <a16:creationId xmlns:a16="http://schemas.microsoft.com/office/drawing/2014/main" id="{68D66A7D-0A7D-90D5-B6BF-34CD2C8C29D4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4783679" y="646113"/>
            <a:ext cx="1747837" cy="1360487"/>
          </a:xfrm>
          <a:prstGeom prst="roundRect">
            <a:avLst>
              <a:gd name="adj" fmla="val 8577"/>
            </a:avLst>
          </a:pr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33" name="Text Placeholder 38">
            <a:extLst>
              <a:ext uri="{FF2B5EF4-FFF2-40B4-BE49-F238E27FC236}">
                <a16:creationId xmlns:a16="http://schemas.microsoft.com/office/drawing/2014/main" id="{33C72428-C074-A404-AF0D-95799FF84A35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2142989" y="2695639"/>
            <a:ext cx="2016376" cy="479864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accent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image header.</a:t>
            </a:r>
          </a:p>
        </p:txBody>
      </p:sp>
      <p:sp>
        <p:nvSpPr>
          <p:cNvPr id="34" name="Picture Placeholder 16">
            <a:extLst>
              <a:ext uri="{FF2B5EF4-FFF2-40B4-BE49-F238E27FC236}">
                <a16:creationId xmlns:a16="http://schemas.microsoft.com/office/drawing/2014/main" id="{E68050C5-6071-B19D-30E8-114E0A71C947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271463" y="2695046"/>
            <a:ext cx="1747837" cy="1360487"/>
          </a:xfrm>
          <a:prstGeom prst="roundRect">
            <a:avLst>
              <a:gd name="adj" fmla="val 8577"/>
            </a:avLst>
          </a:pr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36" name="Text Placeholder 38">
            <a:extLst>
              <a:ext uri="{FF2B5EF4-FFF2-40B4-BE49-F238E27FC236}">
                <a16:creationId xmlns:a16="http://schemas.microsoft.com/office/drawing/2014/main" id="{76D0BB10-84D6-1805-A77A-CF9F2228398B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655205" y="2695639"/>
            <a:ext cx="2016376" cy="479864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accent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image header.</a:t>
            </a:r>
          </a:p>
        </p:txBody>
      </p:sp>
      <p:sp>
        <p:nvSpPr>
          <p:cNvPr id="37" name="Picture Placeholder 16">
            <a:extLst>
              <a:ext uri="{FF2B5EF4-FFF2-40B4-BE49-F238E27FC236}">
                <a16:creationId xmlns:a16="http://schemas.microsoft.com/office/drawing/2014/main" id="{75BA434F-5113-70FE-DBB4-2306732B46A6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4783679" y="2695046"/>
            <a:ext cx="1747837" cy="1360487"/>
          </a:xfrm>
          <a:prstGeom prst="roundRect">
            <a:avLst>
              <a:gd name="adj" fmla="val 8577"/>
            </a:avLst>
          </a:pr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5DDB275-F2F2-0A8C-A076-A396166C62B0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142989" y="1125485"/>
            <a:ext cx="2016376" cy="885541"/>
          </a:xfrm>
        </p:spPr>
        <p:txBody>
          <a:bodyPr>
            <a:noAutofit/>
          </a:bodyPr>
          <a:lstStyle>
            <a:lvl1pPr marL="0" indent="0">
              <a:buNone/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68396C23-0847-ABBF-BA00-C3819E46A2BD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655205" y="1125485"/>
            <a:ext cx="2016376" cy="885541"/>
          </a:xfrm>
        </p:spPr>
        <p:txBody>
          <a:bodyPr>
            <a:noAutofit/>
          </a:bodyPr>
          <a:lstStyle>
            <a:lvl1pPr marL="0" indent="0">
              <a:buNone/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C27BEC8-1AF8-5221-223B-1129ABE0FAC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2142989" y="3174779"/>
            <a:ext cx="2016376" cy="885541"/>
          </a:xfrm>
        </p:spPr>
        <p:txBody>
          <a:bodyPr>
            <a:noAutofit/>
          </a:bodyPr>
          <a:lstStyle>
            <a:lvl1pPr marL="0" indent="0">
              <a:buNone/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7BDC6C1-B009-D535-5BD7-7BC1B3143740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6655205" y="3174779"/>
            <a:ext cx="2016376" cy="885541"/>
          </a:xfrm>
        </p:spPr>
        <p:txBody>
          <a:bodyPr>
            <a:noAutofit/>
          </a:bodyPr>
          <a:lstStyle>
            <a:lvl1pPr marL="0" indent="0">
              <a:buNone/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48508274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Images w/ Caption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589E29-234C-9C1F-599D-2CB7CAC459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AAC730-8DE6-91DD-5BB2-B0D01E084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5" name="Text Placeholder 46">
            <a:extLst>
              <a:ext uri="{FF2B5EF4-FFF2-40B4-BE49-F238E27FC236}">
                <a16:creationId xmlns:a16="http://schemas.microsoft.com/office/drawing/2014/main" id="{9467510D-3CAD-8BB5-BA20-2E6DF186DF2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94839" y="-11945"/>
            <a:ext cx="8801100" cy="27922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tx1"/>
                </a:solidFill>
                <a:latin typeface="Trefoil Sans Medium" panose="020B0000000000000000" pitchFamily="34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Type here to enter the presentation section name.</a:t>
            </a: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73CF8B4C-2E1F-6F76-48D8-67090FDC167F}"/>
              </a:ext>
            </a:extLst>
          </p:cNvPr>
          <p:cNvSpPr/>
          <p:nvPr userDrawn="1"/>
        </p:nvSpPr>
        <p:spPr>
          <a:xfrm>
            <a:off x="-135467" y="304800"/>
            <a:ext cx="4552572" cy="4347500"/>
          </a:xfrm>
          <a:custGeom>
            <a:avLst/>
            <a:gdLst>
              <a:gd name="connsiteX0" fmla="*/ 0 w 4552572"/>
              <a:gd name="connsiteY0" fmla="*/ 0 h 4347500"/>
              <a:gd name="connsiteX1" fmla="*/ 4443580 w 4552572"/>
              <a:gd name="connsiteY1" fmla="*/ 0 h 4347500"/>
              <a:gd name="connsiteX2" fmla="*/ 4552572 w 4552572"/>
              <a:gd name="connsiteY2" fmla="*/ 108992 h 4347500"/>
              <a:gd name="connsiteX3" fmla="*/ 4552572 w 4552572"/>
              <a:gd name="connsiteY3" fmla="*/ 4238508 h 4347500"/>
              <a:gd name="connsiteX4" fmla="*/ 4443580 w 4552572"/>
              <a:gd name="connsiteY4" fmla="*/ 4347500 h 4347500"/>
              <a:gd name="connsiteX5" fmla="*/ 0 w 4552572"/>
              <a:gd name="connsiteY5" fmla="*/ 4347500 h 4347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52572" h="4347500">
                <a:moveTo>
                  <a:pt x="0" y="0"/>
                </a:moveTo>
                <a:lnTo>
                  <a:pt x="4443580" y="0"/>
                </a:lnTo>
                <a:cubicBezTo>
                  <a:pt x="4503775" y="0"/>
                  <a:pt x="4552572" y="48797"/>
                  <a:pt x="4552572" y="108992"/>
                </a:cubicBezTo>
                <a:lnTo>
                  <a:pt x="4552572" y="4238508"/>
                </a:lnTo>
                <a:cubicBezTo>
                  <a:pt x="4552572" y="4298703"/>
                  <a:pt x="4503775" y="4347500"/>
                  <a:pt x="4443580" y="4347500"/>
                </a:cubicBezTo>
                <a:lnTo>
                  <a:pt x="0" y="4347500"/>
                </a:lnTo>
                <a:close/>
              </a:path>
            </a:pathLst>
          </a:custGeom>
          <a:noFill/>
          <a:ln w="15875">
            <a:solidFill>
              <a:schemeClr val="accent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200">
              <a:solidFill>
                <a:schemeClr val="tx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20" name="Picture Placeholder 18">
            <a:extLst>
              <a:ext uri="{FF2B5EF4-FFF2-40B4-BE49-F238E27FC236}">
                <a16:creationId xmlns:a16="http://schemas.microsoft.com/office/drawing/2014/main" id="{102ED8F4-7CBC-F77E-4EA3-E4FE366E7E6A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284163" y="577850"/>
            <a:ext cx="3854450" cy="2268538"/>
          </a:xfrm>
          <a:prstGeom prst="roundRect">
            <a:avLst>
              <a:gd name="adj" fmla="val 4351"/>
            </a:avLst>
          </a:pr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image</a:t>
            </a:r>
          </a:p>
        </p:txBody>
      </p:sp>
      <p:sp>
        <p:nvSpPr>
          <p:cNvPr id="23" name="Picture Placeholder 21">
            <a:extLst>
              <a:ext uri="{FF2B5EF4-FFF2-40B4-BE49-F238E27FC236}">
                <a16:creationId xmlns:a16="http://schemas.microsoft.com/office/drawing/2014/main" id="{17D3C7D8-2697-4247-FFAF-D25604F57D0E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727575" y="304800"/>
            <a:ext cx="4124325" cy="4348163"/>
          </a:xfrm>
          <a:prstGeom prst="roundRect">
            <a:avLst>
              <a:gd name="adj" fmla="val 2708"/>
            </a:avLst>
          </a:pr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image</a:t>
            </a:r>
          </a:p>
        </p:txBody>
      </p:sp>
      <p:sp>
        <p:nvSpPr>
          <p:cNvPr id="26" name="Text Placeholder 38">
            <a:extLst>
              <a:ext uri="{FF2B5EF4-FFF2-40B4-BE49-F238E27FC236}">
                <a16:creationId xmlns:a16="http://schemas.microsoft.com/office/drawing/2014/main" id="{A1264A48-1F85-A080-CDB5-410FB690C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4840" y="2958707"/>
            <a:ext cx="1707392" cy="1349883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statement text.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0A81A1D4-047B-3FC6-2FDD-7A7A36DB43D6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2138767" y="2949590"/>
            <a:ext cx="2007134" cy="1616059"/>
          </a:xfrm>
        </p:spPr>
        <p:txBody>
          <a:bodyPr>
            <a:normAutofit/>
          </a:bodyPr>
          <a:lstStyle>
            <a:lvl1pPr marL="0" indent="0" algn="l">
              <a:buNone/>
              <a:defRPr sz="1100" b="0" i="0">
                <a:latin typeface="Trefoil Sans Light" panose="020B0000000000000000" pitchFamily="34" charset="0"/>
              </a:defRPr>
            </a:lvl1pPr>
            <a:lvl2pPr algn="l">
              <a:defRPr sz="1100"/>
            </a:lvl2pPr>
            <a:lvl3pPr algn="l">
              <a:defRPr sz="1100"/>
            </a:lvl3pPr>
            <a:lvl4pPr algn="l">
              <a:defRPr sz="1100"/>
            </a:lvl4pPr>
            <a:lvl5pPr algn="l">
              <a:defRPr sz="1100"/>
            </a:lvl5pPr>
          </a:lstStyle>
          <a:p>
            <a:pPr lvl="0"/>
            <a:r>
              <a:rPr lang="en-US"/>
              <a:t>Type here to enter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06026754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Statement | Images w/ Call Ou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393450-46D4-9698-5DE6-C14F1E50BC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850E8-42BD-5FF7-C215-16ACA2745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B0C64AD-6937-446E-D85A-CE2B46AD52A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0" y="279268"/>
            <a:ext cx="4508501" cy="4458878"/>
          </a:xfrm>
          <a:custGeom>
            <a:avLst/>
            <a:gdLst>
              <a:gd name="connsiteX0" fmla="*/ 0 w 4508501"/>
              <a:gd name="connsiteY0" fmla="*/ 0 h 4458878"/>
              <a:gd name="connsiteX1" fmla="*/ 2154743 w 4508501"/>
              <a:gd name="connsiteY1" fmla="*/ 0 h 4458878"/>
              <a:gd name="connsiteX2" fmla="*/ 2154743 w 4508501"/>
              <a:gd name="connsiteY2" fmla="*/ 6278 h 4458878"/>
              <a:gd name="connsiteX3" fmla="*/ 2279062 w 4508501"/>
              <a:gd name="connsiteY3" fmla="*/ 0 h 4458878"/>
              <a:gd name="connsiteX4" fmla="*/ 4508501 w 4508501"/>
              <a:gd name="connsiteY4" fmla="*/ 2229439 h 4458878"/>
              <a:gd name="connsiteX5" fmla="*/ 2279062 w 4508501"/>
              <a:gd name="connsiteY5" fmla="*/ 4458878 h 4458878"/>
              <a:gd name="connsiteX6" fmla="*/ 2154743 w 4508501"/>
              <a:gd name="connsiteY6" fmla="*/ 4452601 h 4458878"/>
              <a:gd name="connsiteX7" fmla="*/ 2154743 w 4508501"/>
              <a:gd name="connsiteY7" fmla="*/ 4454539 h 4458878"/>
              <a:gd name="connsiteX8" fmla="*/ 0 w 4508501"/>
              <a:gd name="connsiteY8" fmla="*/ 4454539 h 4458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08501" h="4458878">
                <a:moveTo>
                  <a:pt x="0" y="0"/>
                </a:moveTo>
                <a:lnTo>
                  <a:pt x="2154743" y="0"/>
                </a:lnTo>
                <a:lnTo>
                  <a:pt x="2154743" y="6278"/>
                </a:lnTo>
                <a:lnTo>
                  <a:pt x="2279062" y="0"/>
                </a:lnTo>
                <a:cubicBezTo>
                  <a:pt x="3510347" y="0"/>
                  <a:pt x="4508501" y="998154"/>
                  <a:pt x="4508501" y="2229439"/>
                </a:cubicBezTo>
                <a:cubicBezTo>
                  <a:pt x="4508501" y="3460724"/>
                  <a:pt x="3510347" y="4458878"/>
                  <a:pt x="2279062" y="4458878"/>
                </a:cubicBezTo>
                <a:lnTo>
                  <a:pt x="2154743" y="4452601"/>
                </a:lnTo>
                <a:lnTo>
                  <a:pt x="2154743" y="4454539"/>
                </a:lnTo>
                <a:lnTo>
                  <a:pt x="0" y="4454539"/>
                </a:lnTo>
                <a:close/>
              </a:path>
            </a:pathLst>
          </a:cu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	Click icon to add image</a:t>
            </a:r>
          </a:p>
        </p:txBody>
      </p:sp>
      <p:sp>
        <p:nvSpPr>
          <p:cNvPr id="6" name="Text Placeholder 46">
            <a:extLst>
              <a:ext uri="{FF2B5EF4-FFF2-40B4-BE49-F238E27FC236}">
                <a16:creationId xmlns:a16="http://schemas.microsoft.com/office/drawing/2014/main" id="{0D8BD7A6-CEFA-4A06-94A9-3A2A33BD8E1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17485" y="139659"/>
            <a:ext cx="3655705" cy="27922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tx1"/>
                </a:solidFill>
                <a:latin typeface="Trefoil Sans Medium" panose="020B0000000000000000" pitchFamily="34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Type here to enter the presentation section name.</a:t>
            </a:r>
          </a:p>
        </p:txBody>
      </p:sp>
      <p:sp>
        <p:nvSpPr>
          <p:cNvPr id="8" name="Text Placeholder 18">
            <a:extLst>
              <a:ext uri="{FF2B5EF4-FFF2-40B4-BE49-F238E27FC236}">
                <a16:creationId xmlns:a16="http://schemas.microsoft.com/office/drawing/2014/main" id="{DBDDBB94-CADB-995A-A9DC-C91C15D277B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17485" y="687179"/>
            <a:ext cx="4048701" cy="1884571"/>
          </a:xfrm>
        </p:spPr>
        <p:txBody>
          <a:bodyPr anchor="t">
            <a:noAutofit/>
          </a:bodyPr>
          <a:lstStyle>
            <a:lvl1pPr marL="0" indent="0" algn="l">
              <a:buNone/>
              <a:defRPr sz="26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70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70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70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70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statement text.</a:t>
            </a:r>
          </a:p>
        </p:txBody>
      </p:sp>
      <p:sp>
        <p:nvSpPr>
          <p:cNvPr id="13" name="Text Placeholder 38">
            <a:extLst>
              <a:ext uri="{FF2B5EF4-FFF2-40B4-BE49-F238E27FC236}">
                <a16:creationId xmlns:a16="http://schemas.microsoft.com/office/drawing/2014/main" id="{F4FB1D49-E8B4-DA30-6A81-D33849BE504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60446" y="3793156"/>
            <a:ext cx="1316226" cy="27922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100" b="0" i="0">
                <a:solidFill>
                  <a:schemeClr val="accent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title here</a:t>
            </a:r>
          </a:p>
        </p:txBody>
      </p:sp>
      <p:sp>
        <p:nvSpPr>
          <p:cNvPr id="17" name="Text Placeholder 38">
            <a:extLst>
              <a:ext uri="{FF2B5EF4-FFF2-40B4-BE49-F238E27FC236}">
                <a16:creationId xmlns:a16="http://schemas.microsoft.com/office/drawing/2014/main" id="{5F708E09-4882-FBBB-67B6-BA558DE5FC8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49960" y="3793156"/>
            <a:ext cx="1316226" cy="27922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100" b="0" i="0">
                <a:solidFill>
                  <a:schemeClr val="accent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title here</a:t>
            </a:r>
          </a:p>
        </p:txBody>
      </p:sp>
      <p:sp>
        <p:nvSpPr>
          <p:cNvPr id="19" name="Text Placeholder 38">
            <a:extLst>
              <a:ext uri="{FF2B5EF4-FFF2-40B4-BE49-F238E27FC236}">
                <a16:creationId xmlns:a16="http://schemas.microsoft.com/office/drawing/2014/main" id="{7EC42056-3A7C-1C7D-4F4B-D2B96F7487AF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155203" y="3793156"/>
            <a:ext cx="1316226" cy="27922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100" b="0" i="0">
                <a:solidFill>
                  <a:schemeClr val="accent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title here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9125EA4-5684-13E6-827F-A434569EA69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4760446" y="4121373"/>
            <a:ext cx="1316226" cy="61677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algn="ctr">
              <a:defRPr sz="10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C1E86E9-9C6E-E354-B376-5C9B8558DBAC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6155203" y="4121373"/>
            <a:ext cx="1316226" cy="61677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algn="ctr">
              <a:defRPr sz="10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855460F0-82BB-A46A-3339-939619ECA426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7549960" y="4121373"/>
            <a:ext cx="1316226" cy="61677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algn="ctr">
              <a:defRPr sz="10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78505193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Statistics | Column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8A9E9E-4DF6-DDF1-B4B7-119BB7BB2C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37695F-185D-C362-1B10-B16FC408E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5" name="Text Placeholder 46">
            <a:extLst>
              <a:ext uri="{FF2B5EF4-FFF2-40B4-BE49-F238E27FC236}">
                <a16:creationId xmlns:a16="http://schemas.microsoft.com/office/drawing/2014/main" id="{9B744577-8549-3D99-5D5F-E16E2F217A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94839" y="-11945"/>
            <a:ext cx="8801100" cy="27922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tx1"/>
                </a:solidFill>
                <a:latin typeface="Trefoil Sans Medium" panose="020B0000000000000000" pitchFamily="34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Type here to enter the presentation section name.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B04C01B3-BA33-F748-3E72-C375115768CA}"/>
              </a:ext>
            </a:extLst>
          </p:cNvPr>
          <p:cNvSpPr txBox="1">
            <a:spLocks/>
          </p:cNvSpPr>
          <p:nvPr userDrawn="1"/>
        </p:nvSpPr>
        <p:spPr>
          <a:xfrm>
            <a:off x="8485459" y="4972051"/>
            <a:ext cx="550592" cy="18273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685800" rtl="0" eaLnBrk="1" latinLnBrk="0" hangingPunct="1">
              <a:defRPr sz="600" b="0" i="0" kern="1200">
                <a:solidFill>
                  <a:schemeClr val="tx1"/>
                </a:solidFill>
                <a:latin typeface="Girl Scout Text Book" panose="02020003000000000000" pitchFamily="18" charset="0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05FB7111-968B-A420-35FC-8F787BD426E5}"/>
              </a:ext>
            </a:extLst>
          </p:cNvPr>
          <p:cNvSpPr txBox="1">
            <a:spLocks/>
          </p:cNvSpPr>
          <p:nvPr userDrawn="1"/>
        </p:nvSpPr>
        <p:spPr>
          <a:xfrm>
            <a:off x="171449" y="4998093"/>
            <a:ext cx="5673297" cy="15457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marR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450" b="0" i="0" u="none" strike="noStrike" kern="1200" smtClean="0">
                <a:solidFill>
                  <a:schemeClr val="tx1"/>
                </a:solidFill>
                <a:effectLst/>
                <a:latin typeface="Girl Scout Text Book" panose="02020003000000000000" pitchFamily="18" charset="0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©2024 Girl Scouts of the USA. All Rights Reserved.  Not for public distribution.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2239C51-B191-70AD-BE56-AC46513B1745}"/>
              </a:ext>
            </a:extLst>
          </p:cNvPr>
          <p:cNvSpPr/>
          <p:nvPr userDrawn="1"/>
        </p:nvSpPr>
        <p:spPr>
          <a:xfrm>
            <a:off x="251401" y="452487"/>
            <a:ext cx="4167036" cy="4326903"/>
          </a:xfrm>
          <a:prstGeom prst="roundRect">
            <a:avLst>
              <a:gd name="adj" fmla="val 3715"/>
            </a:avLst>
          </a:prstGeom>
          <a:solidFill>
            <a:schemeClr val="accent3"/>
          </a:solidFill>
          <a:ln w="15875"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97EF6E5-040A-9697-314A-DC8CC51D5EB9}"/>
              </a:ext>
            </a:extLst>
          </p:cNvPr>
          <p:cNvSpPr/>
          <p:nvPr userDrawn="1"/>
        </p:nvSpPr>
        <p:spPr>
          <a:xfrm>
            <a:off x="4753756" y="466759"/>
            <a:ext cx="4167036" cy="4326903"/>
          </a:xfrm>
          <a:prstGeom prst="roundRect">
            <a:avLst>
              <a:gd name="adj" fmla="val 3715"/>
            </a:avLst>
          </a:prstGeom>
          <a:solidFill>
            <a:schemeClr val="accent1"/>
          </a:solidFill>
          <a:ln w="15875"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CCB9F12-270C-4CD1-9858-B137ADF2F14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57258" y="2160218"/>
            <a:ext cx="3955322" cy="661464"/>
          </a:xfrm>
        </p:spPr>
        <p:txBody>
          <a:bodyPr anchor="b">
            <a:noAutofit/>
          </a:bodyPr>
          <a:lstStyle>
            <a:lvl1pPr marL="0" indent="0" algn="l">
              <a:buNone/>
              <a:defRPr sz="40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70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70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70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70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Enter Statistic Here</a:t>
            </a:r>
          </a:p>
        </p:txBody>
      </p:sp>
      <p:sp>
        <p:nvSpPr>
          <p:cNvPr id="21" name="Text Placeholder 38">
            <a:extLst>
              <a:ext uri="{FF2B5EF4-FFF2-40B4-BE49-F238E27FC236}">
                <a16:creationId xmlns:a16="http://schemas.microsoft.com/office/drawing/2014/main" id="{A5C0E704-BD2C-680D-FA1D-07334DB615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2659" y="2994539"/>
            <a:ext cx="3929921" cy="510577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400" b="0" i="0">
                <a:solidFill>
                  <a:schemeClr val="accent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subtitle.</a:t>
            </a:r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C4D7A40E-D08B-AD6C-89DB-4D38AC268FA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856821" y="2160218"/>
            <a:ext cx="3955322" cy="661464"/>
          </a:xfrm>
        </p:spPr>
        <p:txBody>
          <a:bodyPr anchor="b">
            <a:noAutofit/>
          </a:bodyPr>
          <a:lstStyle>
            <a:lvl1pPr marL="0" indent="0" algn="l">
              <a:buNone/>
              <a:defRPr sz="4000" b="0" i="0">
                <a:solidFill>
                  <a:schemeClr val="accent3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70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70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70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70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Enter Statistic Here</a:t>
            </a:r>
          </a:p>
        </p:txBody>
      </p:sp>
      <p:sp>
        <p:nvSpPr>
          <p:cNvPr id="29" name="Text Placeholder 38">
            <a:extLst>
              <a:ext uri="{FF2B5EF4-FFF2-40B4-BE49-F238E27FC236}">
                <a16:creationId xmlns:a16="http://schemas.microsoft.com/office/drawing/2014/main" id="{8A5BF5B3-7208-0F39-8F29-D54CC30D1C47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882222" y="2994539"/>
            <a:ext cx="3929921" cy="510577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400" b="0" i="0">
                <a:solidFill>
                  <a:schemeClr val="accent3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subtitle.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284E3385-73AB-CFBF-AA5D-8C8E00760C50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82659" y="3512550"/>
            <a:ext cx="3929920" cy="1102101"/>
          </a:xfr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4000DD78-1A85-2E0A-38B0-4AF4BC9E8EC9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4882223" y="3512550"/>
            <a:ext cx="3929920" cy="1102101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1864372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Statistics | Column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8A9E9E-4DF6-DDF1-B4B7-119BB7BB2C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37695F-185D-C362-1B10-B16FC408E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5" name="Text Placeholder 46">
            <a:extLst>
              <a:ext uri="{FF2B5EF4-FFF2-40B4-BE49-F238E27FC236}">
                <a16:creationId xmlns:a16="http://schemas.microsoft.com/office/drawing/2014/main" id="{9B744577-8549-3D99-5D5F-E16E2F217A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94839" y="-11945"/>
            <a:ext cx="8801100" cy="27922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tx1"/>
                </a:solidFill>
                <a:latin typeface="Trefoil Sans Medium" panose="020B0000000000000000" pitchFamily="34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Type here to enter the presentation section name.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B04C01B3-BA33-F748-3E72-C375115768CA}"/>
              </a:ext>
            </a:extLst>
          </p:cNvPr>
          <p:cNvSpPr txBox="1">
            <a:spLocks/>
          </p:cNvSpPr>
          <p:nvPr userDrawn="1"/>
        </p:nvSpPr>
        <p:spPr>
          <a:xfrm>
            <a:off x="8485459" y="4972051"/>
            <a:ext cx="550592" cy="18273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685800" rtl="0" eaLnBrk="1" latinLnBrk="0" hangingPunct="1">
              <a:defRPr sz="600" b="0" i="0" kern="1200">
                <a:solidFill>
                  <a:schemeClr val="tx1"/>
                </a:solidFill>
                <a:latin typeface="Girl Scout Text Book" panose="02020003000000000000" pitchFamily="18" charset="0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05FB7111-968B-A420-35FC-8F787BD426E5}"/>
              </a:ext>
            </a:extLst>
          </p:cNvPr>
          <p:cNvSpPr txBox="1">
            <a:spLocks/>
          </p:cNvSpPr>
          <p:nvPr userDrawn="1"/>
        </p:nvSpPr>
        <p:spPr>
          <a:xfrm>
            <a:off x="171449" y="4998093"/>
            <a:ext cx="5673297" cy="15457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marR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450" b="0" i="0" u="none" strike="noStrike" kern="1200" smtClean="0">
                <a:solidFill>
                  <a:schemeClr val="tx1"/>
                </a:solidFill>
                <a:effectLst/>
                <a:latin typeface="Girl Scout Text Book" panose="02020003000000000000" pitchFamily="18" charset="0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©2024 Girl Scouts of the USA. All Rights Reserved.  Not for public distribution.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2239C51-B191-70AD-BE56-AC46513B1745}"/>
              </a:ext>
            </a:extLst>
          </p:cNvPr>
          <p:cNvSpPr/>
          <p:nvPr userDrawn="1"/>
        </p:nvSpPr>
        <p:spPr>
          <a:xfrm>
            <a:off x="4762172" y="466759"/>
            <a:ext cx="4167036" cy="4326903"/>
          </a:xfrm>
          <a:prstGeom prst="roundRect">
            <a:avLst>
              <a:gd name="adj" fmla="val 3715"/>
            </a:avLst>
          </a:prstGeom>
          <a:solidFill>
            <a:schemeClr val="accent3"/>
          </a:solidFill>
          <a:ln w="15875"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97EF6E5-040A-9697-314A-DC8CC51D5EB9}"/>
              </a:ext>
            </a:extLst>
          </p:cNvPr>
          <p:cNvSpPr/>
          <p:nvPr userDrawn="1"/>
        </p:nvSpPr>
        <p:spPr>
          <a:xfrm>
            <a:off x="261536" y="466759"/>
            <a:ext cx="4167036" cy="4326903"/>
          </a:xfrm>
          <a:prstGeom prst="roundRect">
            <a:avLst>
              <a:gd name="adj" fmla="val 3715"/>
            </a:avLst>
          </a:prstGeom>
          <a:solidFill>
            <a:schemeClr val="accent1"/>
          </a:solidFill>
          <a:ln w="15875"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CCB9F12-270C-4CD1-9858-B137ADF2F14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68029" y="2174490"/>
            <a:ext cx="3955322" cy="661464"/>
          </a:xfrm>
        </p:spPr>
        <p:txBody>
          <a:bodyPr anchor="b">
            <a:noAutofit/>
          </a:bodyPr>
          <a:lstStyle>
            <a:lvl1pPr marL="0" indent="0" algn="l">
              <a:buNone/>
              <a:defRPr sz="40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70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70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70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70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Enter Statistic Here</a:t>
            </a:r>
          </a:p>
        </p:txBody>
      </p:sp>
      <p:sp>
        <p:nvSpPr>
          <p:cNvPr id="21" name="Text Placeholder 38">
            <a:extLst>
              <a:ext uri="{FF2B5EF4-FFF2-40B4-BE49-F238E27FC236}">
                <a16:creationId xmlns:a16="http://schemas.microsoft.com/office/drawing/2014/main" id="{A5C0E704-BD2C-680D-FA1D-07334DB615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93430" y="3008811"/>
            <a:ext cx="3929921" cy="510577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400" b="0" i="0">
                <a:solidFill>
                  <a:schemeClr val="accent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subtitle.</a:t>
            </a:r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C4D7A40E-D08B-AD6C-89DB-4D38AC268FA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64601" y="2160218"/>
            <a:ext cx="3955322" cy="661464"/>
          </a:xfrm>
        </p:spPr>
        <p:txBody>
          <a:bodyPr anchor="b">
            <a:noAutofit/>
          </a:bodyPr>
          <a:lstStyle>
            <a:lvl1pPr marL="0" indent="0" algn="l">
              <a:buNone/>
              <a:defRPr sz="4000" b="0" i="0">
                <a:solidFill>
                  <a:schemeClr val="accent3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70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70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70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70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Enter Statistic Here</a:t>
            </a:r>
          </a:p>
        </p:txBody>
      </p:sp>
      <p:sp>
        <p:nvSpPr>
          <p:cNvPr id="29" name="Text Placeholder 38">
            <a:extLst>
              <a:ext uri="{FF2B5EF4-FFF2-40B4-BE49-F238E27FC236}">
                <a16:creationId xmlns:a16="http://schemas.microsoft.com/office/drawing/2014/main" id="{8A5BF5B3-7208-0F39-8F29-D54CC30D1C47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90002" y="2994539"/>
            <a:ext cx="3929921" cy="510577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400" b="0" i="0">
                <a:solidFill>
                  <a:schemeClr val="accent3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subtitle.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284E3385-73AB-CFBF-AA5D-8C8E00760C50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893430" y="3526822"/>
            <a:ext cx="3929920" cy="1102101"/>
          </a:xfr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4000DD78-1A85-2E0A-38B0-4AF4BC9E8EC9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390003" y="3512550"/>
            <a:ext cx="3929920" cy="1102101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60657484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Statistics | Column-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AFF890-A5A4-988B-DB61-693D1C0B58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27667C-2212-B51B-2C94-4D394F8C1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345B043-D379-1DC5-94C6-1A49743D6D74}"/>
              </a:ext>
            </a:extLst>
          </p:cNvPr>
          <p:cNvSpPr/>
          <p:nvPr userDrawn="1"/>
        </p:nvSpPr>
        <p:spPr>
          <a:xfrm>
            <a:off x="3247011" y="452487"/>
            <a:ext cx="2619729" cy="4326903"/>
          </a:xfrm>
          <a:prstGeom prst="roundRect">
            <a:avLst>
              <a:gd name="adj" fmla="val 3715"/>
            </a:avLst>
          </a:prstGeom>
          <a:noFill/>
          <a:ln w="15875">
            <a:solidFill>
              <a:schemeClr val="accent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9704E64-A5C5-687F-C4AE-51077C1E685A}"/>
              </a:ext>
            </a:extLst>
          </p:cNvPr>
          <p:cNvSpPr/>
          <p:nvPr userDrawn="1"/>
        </p:nvSpPr>
        <p:spPr>
          <a:xfrm>
            <a:off x="6242621" y="452487"/>
            <a:ext cx="2619729" cy="4326903"/>
          </a:xfrm>
          <a:prstGeom prst="roundRect">
            <a:avLst>
              <a:gd name="adj" fmla="val 3715"/>
            </a:avLst>
          </a:prstGeom>
          <a:noFill/>
          <a:ln w="15875">
            <a:solidFill>
              <a:schemeClr val="accent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00C2B26-48D6-423D-C220-C33F5FD28750}"/>
              </a:ext>
            </a:extLst>
          </p:cNvPr>
          <p:cNvSpPr/>
          <p:nvPr userDrawn="1"/>
        </p:nvSpPr>
        <p:spPr>
          <a:xfrm>
            <a:off x="251401" y="452487"/>
            <a:ext cx="2619729" cy="4326903"/>
          </a:xfrm>
          <a:prstGeom prst="roundRect">
            <a:avLst>
              <a:gd name="adj" fmla="val 3715"/>
            </a:avLst>
          </a:prstGeom>
          <a:noFill/>
          <a:ln w="15875">
            <a:solidFill>
              <a:schemeClr val="accent3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2D31754A-E512-2DE4-BCF0-A3840B2AFF0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6073" y="2160218"/>
            <a:ext cx="2421752" cy="661464"/>
          </a:xfrm>
        </p:spPr>
        <p:txBody>
          <a:bodyPr anchor="b">
            <a:noAutofit/>
          </a:bodyPr>
          <a:lstStyle>
            <a:lvl1pPr marL="0" indent="0" algn="l">
              <a:buNone/>
              <a:defRPr sz="40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70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70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70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70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Enter Statistic</a:t>
            </a:r>
          </a:p>
        </p:txBody>
      </p:sp>
      <p:sp>
        <p:nvSpPr>
          <p:cNvPr id="22" name="Text Placeholder 38">
            <a:extLst>
              <a:ext uri="{FF2B5EF4-FFF2-40B4-BE49-F238E27FC236}">
                <a16:creationId xmlns:a16="http://schemas.microsoft.com/office/drawing/2014/main" id="{63DB6871-A594-9C94-65A1-2FEA629E81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0867" y="2994539"/>
            <a:ext cx="2406200" cy="510577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400" b="0" i="0">
                <a:solidFill>
                  <a:schemeClr val="accent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subtitle.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F19F82FA-D244-75C6-D874-E51D21DCAF8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352657" y="2160218"/>
            <a:ext cx="2421752" cy="661464"/>
          </a:xfrm>
        </p:spPr>
        <p:txBody>
          <a:bodyPr anchor="b">
            <a:noAutofit/>
          </a:bodyPr>
          <a:lstStyle>
            <a:lvl1pPr marL="0" indent="0" algn="l">
              <a:buNone/>
              <a:defRPr sz="40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70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70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70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70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Enter Statistic</a:t>
            </a:r>
          </a:p>
        </p:txBody>
      </p:sp>
      <p:sp>
        <p:nvSpPr>
          <p:cNvPr id="25" name="Text Placeholder 38">
            <a:extLst>
              <a:ext uri="{FF2B5EF4-FFF2-40B4-BE49-F238E27FC236}">
                <a16:creationId xmlns:a16="http://schemas.microsoft.com/office/drawing/2014/main" id="{B4DC0A1A-A75C-9E33-336D-333D1187FDC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377451" y="2994539"/>
            <a:ext cx="2406200" cy="510577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400" b="0" i="0">
                <a:solidFill>
                  <a:schemeClr val="accent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subtitle.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06860703-9AFB-A2E4-B728-C3DB3FC2BA5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342139" y="2160218"/>
            <a:ext cx="2421752" cy="661464"/>
          </a:xfrm>
        </p:spPr>
        <p:txBody>
          <a:bodyPr anchor="b">
            <a:noAutofit/>
          </a:bodyPr>
          <a:lstStyle>
            <a:lvl1pPr marL="0" indent="0" algn="l">
              <a:buNone/>
              <a:defRPr sz="40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70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70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70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70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Enter Statistic</a:t>
            </a:r>
          </a:p>
        </p:txBody>
      </p:sp>
      <p:sp>
        <p:nvSpPr>
          <p:cNvPr id="28" name="Text Placeholder 38">
            <a:extLst>
              <a:ext uri="{FF2B5EF4-FFF2-40B4-BE49-F238E27FC236}">
                <a16:creationId xmlns:a16="http://schemas.microsoft.com/office/drawing/2014/main" id="{A843D680-F8C1-960B-FD77-3CD192F5E6D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66933" y="2994539"/>
            <a:ext cx="2406200" cy="510577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400" b="0" i="0">
                <a:solidFill>
                  <a:schemeClr val="accent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subtitle.</a:t>
            </a:r>
          </a:p>
        </p:txBody>
      </p:sp>
      <p:sp>
        <p:nvSpPr>
          <p:cNvPr id="33" name="Text Placeholder 46">
            <a:extLst>
              <a:ext uri="{FF2B5EF4-FFF2-40B4-BE49-F238E27FC236}">
                <a16:creationId xmlns:a16="http://schemas.microsoft.com/office/drawing/2014/main" id="{EF4611A7-5BB5-283F-6AA6-7EBFAA022D4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94839" y="-11945"/>
            <a:ext cx="8801100" cy="27922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tx1"/>
                </a:solidFill>
                <a:latin typeface="Trefoil Sans Medium" panose="020B0000000000000000" pitchFamily="34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Type here to enter the presentation section name.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E0E8A1A1-0B49-A486-6FD2-0056A2593F1D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67106" y="3512550"/>
            <a:ext cx="2409961" cy="1102101"/>
          </a:xfr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ADEFF32D-0859-62AF-E97E-C20AE3745FCE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3377451" y="3512550"/>
            <a:ext cx="2409961" cy="1102101"/>
          </a:xfr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777E6C93-5728-8468-375C-877812C7A92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6366933" y="3512550"/>
            <a:ext cx="2409961" cy="1102101"/>
          </a:xfr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8355071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Call Out w/ Icons 4-up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A2A0D4-09BF-E592-0A99-F31C9B6DF7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34465D-0AE8-EB3C-3BB8-4A518821D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6D53FA2-05CA-2EAB-CBA6-76D0EDDF3EEA}"/>
              </a:ext>
            </a:extLst>
          </p:cNvPr>
          <p:cNvSpPr/>
          <p:nvPr userDrawn="1"/>
        </p:nvSpPr>
        <p:spPr>
          <a:xfrm rot="16200000">
            <a:off x="1286753" y="-751280"/>
            <a:ext cx="2163480" cy="4190045"/>
          </a:xfrm>
          <a:prstGeom prst="roundRect">
            <a:avLst>
              <a:gd name="adj" fmla="val 50000"/>
            </a:avLst>
          </a:prstGeom>
          <a:noFill/>
          <a:ln w="15875">
            <a:solidFill>
              <a:schemeClr val="accent3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D50F932-9561-216C-64DD-F1F23D5DC758}"/>
              </a:ext>
            </a:extLst>
          </p:cNvPr>
          <p:cNvSpPr/>
          <p:nvPr userDrawn="1"/>
        </p:nvSpPr>
        <p:spPr>
          <a:xfrm rot="16200000">
            <a:off x="1286753" y="1564043"/>
            <a:ext cx="2163480" cy="4190046"/>
          </a:xfrm>
          <a:prstGeom prst="roundRect">
            <a:avLst>
              <a:gd name="adj" fmla="val 50000"/>
            </a:avLst>
          </a:prstGeom>
          <a:noFill/>
          <a:ln w="15875">
            <a:solidFill>
              <a:schemeClr val="accent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AEF3B05-A4A6-FA20-B4E8-BBCA1735B7AD}"/>
              </a:ext>
            </a:extLst>
          </p:cNvPr>
          <p:cNvSpPr/>
          <p:nvPr userDrawn="1"/>
        </p:nvSpPr>
        <p:spPr>
          <a:xfrm rot="16200000">
            <a:off x="5693767" y="-751279"/>
            <a:ext cx="2163480" cy="4190045"/>
          </a:xfrm>
          <a:prstGeom prst="roundRect">
            <a:avLst>
              <a:gd name="adj" fmla="val 50000"/>
            </a:avLst>
          </a:prstGeom>
          <a:noFill/>
          <a:ln w="15875">
            <a:solidFill>
              <a:schemeClr val="accent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27BF13D-74F8-DC76-0744-5AD5D0996C31}"/>
              </a:ext>
            </a:extLst>
          </p:cNvPr>
          <p:cNvSpPr/>
          <p:nvPr userDrawn="1"/>
        </p:nvSpPr>
        <p:spPr>
          <a:xfrm rot="16200000">
            <a:off x="5693767" y="1564044"/>
            <a:ext cx="2163480" cy="4190046"/>
          </a:xfrm>
          <a:prstGeom prst="roundRect">
            <a:avLst>
              <a:gd name="adj" fmla="val 50000"/>
            </a:avLst>
          </a:prstGeom>
          <a:noFill/>
          <a:ln w="15875">
            <a:solidFill>
              <a:schemeClr val="accent4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22" name="Text Placeholder 38">
            <a:extLst>
              <a:ext uri="{FF2B5EF4-FFF2-40B4-BE49-F238E27FC236}">
                <a16:creationId xmlns:a16="http://schemas.microsoft.com/office/drawing/2014/main" id="{DF7B4CEB-728C-CAFB-B147-F78B6B0BDC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32417" y="1537191"/>
            <a:ext cx="2671558" cy="260551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accent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title</a:t>
            </a:r>
          </a:p>
        </p:txBody>
      </p:sp>
      <p:sp>
        <p:nvSpPr>
          <p:cNvPr id="28" name="Text Placeholder 38">
            <a:extLst>
              <a:ext uri="{FF2B5EF4-FFF2-40B4-BE49-F238E27FC236}">
                <a16:creationId xmlns:a16="http://schemas.microsoft.com/office/drawing/2014/main" id="{46A136AE-9957-CB02-82C0-7240B0D087CF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440025" y="1537191"/>
            <a:ext cx="2671558" cy="260551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accent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title</a:t>
            </a:r>
          </a:p>
        </p:txBody>
      </p:sp>
      <p:sp>
        <p:nvSpPr>
          <p:cNvPr id="34" name="Text Placeholder 38">
            <a:extLst>
              <a:ext uri="{FF2B5EF4-FFF2-40B4-BE49-F238E27FC236}">
                <a16:creationId xmlns:a16="http://schemas.microsoft.com/office/drawing/2014/main" id="{4CEB67D1-2DA6-9C97-6D0A-8BD8301CC159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032417" y="3865524"/>
            <a:ext cx="2671558" cy="260551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accent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title</a:t>
            </a:r>
          </a:p>
        </p:txBody>
      </p:sp>
      <p:sp>
        <p:nvSpPr>
          <p:cNvPr id="36" name="Text Placeholder 38">
            <a:extLst>
              <a:ext uri="{FF2B5EF4-FFF2-40B4-BE49-F238E27FC236}">
                <a16:creationId xmlns:a16="http://schemas.microsoft.com/office/drawing/2014/main" id="{AA7339B4-504C-3351-68F4-9948A528D490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5440025" y="3865524"/>
            <a:ext cx="2671558" cy="260551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accent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title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9921D7B1-EF5D-C6E9-DCF7-B0276CB094AB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032416" y="1791963"/>
            <a:ext cx="2671557" cy="458286"/>
          </a:xfrm>
        </p:spPr>
        <p:txBody>
          <a:bodyPr>
            <a:noAutofit/>
          </a:bodyPr>
          <a:lstStyle>
            <a:lvl1pPr marL="0" indent="0" algn="ctr">
              <a:buNone/>
              <a:defRPr sz="1100"/>
            </a:lvl1pPr>
            <a:lvl2pPr algn="ctr"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A13A819-3ED0-368C-5FC9-C118CB7DEF16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5446530" y="1791963"/>
            <a:ext cx="2671557" cy="458286"/>
          </a:xfrm>
        </p:spPr>
        <p:txBody>
          <a:bodyPr>
            <a:noAutofit/>
          </a:bodyPr>
          <a:lstStyle>
            <a:lvl1pPr marL="0" indent="0" algn="ctr">
              <a:buNone/>
              <a:defRPr sz="1100"/>
            </a:lvl1pPr>
            <a:lvl2pPr algn="ctr"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4181EA2D-3C12-E1DA-6F6E-F4D9043BB315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032416" y="4126285"/>
            <a:ext cx="2671557" cy="458286"/>
          </a:xfrm>
        </p:spPr>
        <p:txBody>
          <a:bodyPr>
            <a:noAutofit/>
          </a:bodyPr>
          <a:lstStyle>
            <a:lvl1pPr marL="0" indent="0" algn="ctr">
              <a:buNone/>
              <a:defRPr sz="1100"/>
            </a:lvl1pPr>
            <a:lvl2pPr algn="ctr"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A38101EC-C68C-901D-D723-B5EEAD8A882C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5446530" y="4126285"/>
            <a:ext cx="2671557" cy="458286"/>
          </a:xfrm>
        </p:spPr>
        <p:txBody>
          <a:bodyPr>
            <a:noAutofit/>
          </a:bodyPr>
          <a:lstStyle>
            <a:lvl1pPr marL="0" indent="0" algn="ctr">
              <a:buNone/>
              <a:defRPr sz="1100"/>
            </a:lvl1pPr>
            <a:lvl2pPr algn="ctr"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00574820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Call Out w/ Icons 6-up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374242-51EA-84C2-9F60-87179A83F1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842D80-5576-3B76-CAC5-2B8AB5967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8C20167-8AEC-7F6D-5B2B-80BD6ED00AD5}"/>
              </a:ext>
            </a:extLst>
          </p:cNvPr>
          <p:cNvSpPr/>
          <p:nvPr userDrawn="1"/>
        </p:nvSpPr>
        <p:spPr>
          <a:xfrm>
            <a:off x="240224" y="224725"/>
            <a:ext cx="2828440" cy="2231755"/>
          </a:xfrm>
          <a:prstGeom prst="roundRect">
            <a:avLst>
              <a:gd name="adj" fmla="val 4437"/>
            </a:avLst>
          </a:prstGeom>
          <a:noFill/>
          <a:ln w="15875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69BB086-4B2E-24DE-3AC8-F616EBA832C8}"/>
              </a:ext>
            </a:extLst>
          </p:cNvPr>
          <p:cNvSpPr/>
          <p:nvPr userDrawn="1"/>
        </p:nvSpPr>
        <p:spPr>
          <a:xfrm>
            <a:off x="3157780" y="224725"/>
            <a:ext cx="2828440" cy="2231755"/>
          </a:xfrm>
          <a:prstGeom prst="roundRect">
            <a:avLst>
              <a:gd name="adj" fmla="val 4437"/>
            </a:avLst>
          </a:prstGeom>
          <a:noFill/>
          <a:ln w="158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C73C5FD-9D80-D721-2723-3C08535F2760}"/>
              </a:ext>
            </a:extLst>
          </p:cNvPr>
          <p:cNvSpPr/>
          <p:nvPr userDrawn="1"/>
        </p:nvSpPr>
        <p:spPr>
          <a:xfrm>
            <a:off x="6075338" y="224725"/>
            <a:ext cx="2828440" cy="2231755"/>
          </a:xfrm>
          <a:prstGeom prst="roundRect">
            <a:avLst>
              <a:gd name="adj" fmla="val 4437"/>
            </a:avLst>
          </a:prstGeom>
          <a:noFill/>
          <a:ln w="158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2D65EAD-5C23-D3FB-2E0F-021B08BEA1D5}"/>
              </a:ext>
            </a:extLst>
          </p:cNvPr>
          <p:cNvSpPr/>
          <p:nvPr userDrawn="1"/>
        </p:nvSpPr>
        <p:spPr>
          <a:xfrm>
            <a:off x="240224" y="2549470"/>
            <a:ext cx="2828440" cy="2231755"/>
          </a:xfrm>
          <a:prstGeom prst="roundRect">
            <a:avLst>
              <a:gd name="adj" fmla="val 4437"/>
            </a:avLst>
          </a:prstGeom>
          <a:noFill/>
          <a:ln w="158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47E8F44-5704-A89C-579F-A7BB401BD399}"/>
              </a:ext>
            </a:extLst>
          </p:cNvPr>
          <p:cNvSpPr/>
          <p:nvPr userDrawn="1"/>
        </p:nvSpPr>
        <p:spPr>
          <a:xfrm>
            <a:off x="3157780" y="2549470"/>
            <a:ext cx="2828440" cy="2231755"/>
          </a:xfrm>
          <a:prstGeom prst="roundRect">
            <a:avLst>
              <a:gd name="adj" fmla="val 4437"/>
            </a:avLst>
          </a:prstGeom>
          <a:noFill/>
          <a:ln w="15875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BC89447-FC95-9EB5-42D6-2E69D76EE9F3}"/>
              </a:ext>
            </a:extLst>
          </p:cNvPr>
          <p:cNvSpPr/>
          <p:nvPr userDrawn="1"/>
        </p:nvSpPr>
        <p:spPr>
          <a:xfrm>
            <a:off x="6075338" y="2549470"/>
            <a:ext cx="2828440" cy="2231755"/>
          </a:xfrm>
          <a:prstGeom prst="roundRect">
            <a:avLst>
              <a:gd name="adj" fmla="val 4437"/>
            </a:avLst>
          </a:prstGeom>
          <a:noFill/>
          <a:ln w="15875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38">
            <a:extLst>
              <a:ext uri="{FF2B5EF4-FFF2-40B4-BE49-F238E27FC236}">
                <a16:creationId xmlns:a16="http://schemas.microsoft.com/office/drawing/2014/main" id="{1AEEBE46-FB15-0790-5057-8B26B501D40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2043" y="1647674"/>
            <a:ext cx="2544802" cy="260551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accent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title</a:t>
            </a:r>
          </a:p>
        </p:txBody>
      </p:sp>
      <p:sp>
        <p:nvSpPr>
          <p:cNvPr id="30" name="Text Placeholder 38">
            <a:extLst>
              <a:ext uri="{FF2B5EF4-FFF2-40B4-BE49-F238E27FC236}">
                <a16:creationId xmlns:a16="http://schemas.microsoft.com/office/drawing/2014/main" id="{BC845A9E-865D-DBD4-BAFD-94EDECE8EDD0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382043" y="3984474"/>
            <a:ext cx="2544802" cy="260551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accent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title</a:t>
            </a:r>
          </a:p>
        </p:txBody>
      </p:sp>
      <p:sp>
        <p:nvSpPr>
          <p:cNvPr id="32" name="Text Placeholder 38">
            <a:extLst>
              <a:ext uri="{FF2B5EF4-FFF2-40B4-BE49-F238E27FC236}">
                <a16:creationId xmlns:a16="http://schemas.microsoft.com/office/drawing/2014/main" id="{09939DBA-08DF-0485-0B5E-03179D8D934B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3299599" y="1647674"/>
            <a:ext cx="2544802" cy="260551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accent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title</a:t>
            </a:r>
          </a:p>
        </p:txBody>
      </p:sp>
      <p:sp>
        <p:nvSpPr>
          <p:cNvPr id="34" name="Text Placeholder 38">
            <a:extLst>
              <a:ext uri="{FF2B5EF4-FFF2-40B4-BE49-F238E27FC236}">
                <a16:creationId xmlns:a16="http://schemas.microsoft.com/office/drawing/2014/main" id="{CB90C1AC-E658-CF01-FA58-7B2AC55FC07C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3299599" y="3984474"/>
            <a:ext cx="2544802" cy="260551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accent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title</a:t>
            </a:r>
          </a:p>
        </p:txBody>
      </p:sp>
      <p:sp>
        <p:nvSpPr>
          <p:cNvPr id="36" name="Text Placeholder 38">
            <a:extLst>
              <a:ext uri="{FF2B5EF4-FFF2-40B4-BE49-F238E27FC236}">
                <a16:creationId xmlns:a16="http://schemas.microsoft.com/office/drawing/2014/main" id="{A0B8B78C-1DBE-04A1-6E33-A6C76DE8B643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6217155" y="1647674"/>
            <a:ext cx="2544802" cy="260551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accent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title</a:t>
            </a:r>
          </a:p>
        </p:txBody>
      </p:sp>
      <p:sp>
        <p:nvSpPr>
          <p:cNvPr id="38" name="Text Placeholder 38">
            <a:extLst>
              <a:ext uri="{FF2B5EF4-FFF2-40B4-BE49-F238E27FC236}">
                <a16:creationId xmlns:a16="http://schemas.microsoft.com/office/drawing/2014/main" id="{1BA26C01-6F8D-7F42-FE6B-F7EC45AB376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6217155" y="3984474"/>
            <a:ext cx="2544802" cy="260551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accent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title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88F53C7-008A-3FCF-02F1-CA1B77B020B7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382044" y="1886567"/>
            <a:ext cx="2544802" cy="458286"/>
          </a:xfrm>
        </p:spPr>
        <p:txBody>
          <a:bodyPr>
            <a:noAutofit/>
          </a:bodyPr>
          <a:lstStyle>
            <a:lvl1pPr marL="0" indent="0" algn="ctr">
              <a:buNone/>
              <a:defRPr sz="1100"/>
            </a:lvl1pPr>
            <a:lvl2pPr algn="ctr"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6E21AD8C-356B-7594-92C0-DBEC1CAF122F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3299599" y="1886567"/>
            <a:ext cx="2544802" cy="458286"/>
          </a:xfrm>
        </p:spPr>
        <p:txBody>
          <a:bodyPr>
            <a:noAutofit/>
          </a:bodyPr>
          <a:lstStyle>
            <a:lvl1pPr marL="0" indent="0" algn="ctr">
              <a:buNone/>
              <a:defRPr sz="1100"/>
            </a:lvl1pPr>
            <a:lvl2pPr algn="ctr"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C3145E86-5BFD-26E1-43BB-F5E6A23A870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6215953" y="1886567"/>
            <a:ext cx="2544802" cy="458286"/>
          </a:xfrm>
        </p:spPr>
        <p:txBody>
          <a:bodyPr>
            <a:noAutofit/>
          </a:bodyPr>
          <a:lstStyle>
            <a:lvl1pPr marL="0" indent="0" algn="ctr">
              <a:buNone/>
              <a:defRPr sz="1100"/>
            </a:lvl1pPr>
            <a:lvl2pPr algn="ctr"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50DACE9-E4C1-78FC-96FA-42CC27C01940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382044" y="4235757"/>
            <a:ext cx="2544802" cy="458286"/>
          </a:xfrm>
        </p:spPr>
        <p:txBody>
          <a:bodyPr>
            <a:noAutofit/>
          </a:bodyPr>
          <a:lstStyle>
            <a:lvl1pPr marL="0" indent="0" algn="ctr">
              <a:buNone/>
              <a:defRPr sz="1100"/>
            </a:lvl1pPr>
            <a:lvl2pPr algn="ctr"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0620035C-64CD-AB2C-31AB-E75C5F32D627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3299599" y="4235757"/>
            <a:ext cx="2544802" cy="458286"/>
          </a:xfrm>
        </p:spPr>
        <p:txBody>
          <a:bodyPr>
            <a:noAutofit/>
          </a:bodyPr>
          <a:lstStyle>
            <a:lvl1pPr marL="0" indent="0" algn="ctr">
              <a:buNone/>
              <a:defRPr sz="1100"/>
            </a:lvl1pPr>
            <a:lvl2pPr algn="ctr"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22B81DAC-F472-7448-F39F-D156D5FFECD0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6215953" y="4235757"/>
            <a:ext cx="2544802" cy="458286"/>
          </a:xfrm>
        </p:spPr>
        <p:txBody>
          <a:bodyPr>
            <a:noAutofit/>
          </a:bodyPr>
          <a:lstStyle>
            <a:lvl1pPr marL="0" indent="0" algn="ctr">
              <a:buNone/>
              <a:defRPr sz="1100"/>
            </a:lvl1pPr>
            <a:lvl2pPr algn="ctr"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38199541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Call Out w/ Icons 8-up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60016ED-D7BA-0AB1-5015-BABC1A1104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662024-0431-7915-D7E1-2DE04C169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5" name="Plaque 4">
            <a:extLst>
              <a:ext uri="{FF2B5EF4-FFF2-40B4-BE49-F238E27FC236}">
                <a16:creationId xmlns:a16="http://schemas.microsoft.com/office/drawing/2014/main" id="{3101B86C-8DED-F424-6472-B869A1C3A253}"/>
              </a:ext>
            </a:extLst>
          </p:cNvPr>
          <p:cNvSpPr/>
          <p:nvPr userDrawn="1"/>
        </p:nvSpPr>
        <p:spPr>
          <a:xfrm>
            <a:off x="291434" y="2644520"/>
            <a:ext cx="1931778" cy="2083071"/>
          </a:xfrm>
          <a:prstGeom prst="plaque">
            <a:avLst>
              <a:gd name="adj" fmla="val 6641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600">
              <a:solidFill>
                <a:schemeClr val="accent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6" name="Plaque 5">
            <a:extLst>
              <a:ext uri="{FF2B5EF4-FFF2-40B4-BE49-F238E27FC236}">
                <a16:creationId xmlns:a16="http://schemas.microsoft.com/office/drawing/2014/main" id="{D5E8565F-3000-5AAA-9497-93C857C43773}"/>
              </a:ext>
            </a:extLst>
          </p:cNvPr>
          <p:cNvSpPr/>
          <p:nvPr userDrawn="1"/>
        </p:nvSpPr>
        <p:spPr>
          <a:xfrm>
            <a:off x="2502173" y="2644520"/>
            <a:ext cx="1931778" cy="2083071"/>
          </a:xfrm>
          <a:prstGeom prst="plaque">
            <a:avLst>
              <a:gd name="adj" fmla="val 6641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600">
              <a:solidFill>
                <a:schemeClr val="accent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7" name="Plaque 6">
            <a:extLst>
              <a:ext uri="{FF2B5EF4-FFF2-40B4-BE49-F238E27FC236}">
                <a16:creationId xmlns:a16="http://schemas.microsoft.com/office/drawing/2014/main" id="{8C814A84-1CFE-444E-B5EE-2A8A29AABBC9}"/>
              </a:ext>
            </a:extLst>
          </p:cNvPr>
          <p:cNvSpPr/>
          <p:nvPr userDrawn="1"/>
        </p:nvSpPr>
        <p:spPr>
          <a:xfrm>
            <a:off x="4712912" y="2644520"/>
            <a:ext cx="1931778" cy="2083071"/>
          </a:xfrm>
          <a:prstGeom prst="plaque">
            <a:avLst>
              <a:gd name="adj" fmla="val 6641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600">
              <a:solidFill>
                <a:schemeClr val="accent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8" name="Plaque 7">
            <a:extLst>
              <a:ext uri="{FF2B5EF4-FFF2-40B4-BE49-F238E27FC236}">
                <a16:creationId xmlns:a16="http://schemas.microsoft.com/office/drawing/2014/main" id="{11119090-EE55-AEF3-DB6B-8E42BBA38810}"/>
              </a:ext>
            </a:extLst>
          </p:cNvPr>
          <p:cNvSpPr/>
          <p:nvPr userDrawn="1"/>
        </p:nvSpPr>
        <p:spPr>
          <a:xfrm>
            <a:off x="6923650" y="2644520"/>
            <a:ext cx="1931778" cy="2083071"/>
          </a:xfrm>
          <a:prstGeom prst="plaque">
            <a:avLst>
              <a:gd name="adj" fmla="val 6641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600">
              <a:solidFill>
                <a:schemeClr val="accent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9" name="Plaque 8">
            <a:extLst>
              <a:ext uri="{FF2B5EF4-FFF2-40B4-BE49-F238E27FC236}">
                <a16:creationId xmlns:a16="http://schemas.microsoft.com/office/drawing/2014/main" id="{54D43185-B885-011C-28D9-33AC6649F895}"/>
              </a:ext>
            </a:extLst>
          </p:cNvPr>
          <p:cNvSpPr/>
          <p:nvPr userDrawn="1"/>
        </p:nvSpPr>
        <p:spPr>
          <a:xfrm>
            <a:off x="291434" y="300278"/>
            <a:ext cx="1931778" cy="2083071"/>
          </a:xfrm>
          <a:prstGeom prst="plaque">
            <a:avLst>
              <a:gd name="adj" fmla="val 6641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600">
              <a:solidFill>
                <a:schemeClr val="accent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10" name="Plaque 9">
            <a:extLst>
              <a:ext uri="{FF2B5EF4-FFF2-40B4-BE49-F238E27FC236}">
                <a16:creationId xmlns:a16="http://schemas.microsoft.com/office/drawing/2014/main" id="{6567E374-5C0C-6CFD-62A5-041912CB21FC}"/>
              </a:ext>
            </a:extLst>
          </p:cNvPr>
          <p:cNvSpPr/>
          <p:nvPr userDrawn="1"/>
        </p:nvSpPr>
        <p:spPr>
          <a:xfrm>
            <a:off x="2502173" y="300278"/>
            <a:ext cx="1931778" cy="2083071"/>
          </a:xfrm>
          <a:prstGeom prst="plaque">
            <a:avLst>
              <a:gd name="adj" fmla="val 6641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600">
              <a:solidFill>
                <a:schemeClr val="accent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11" name="Plaque 10">
            <a:extLst>
              <a:ext uri="{FF2B5EF4-FFF2-40B4-BE49-F238E27FC236}">
                <a16:creationId xmlns:a16="http://schemas.microsoft.com/office/drawing/2014/main" id="{22F7EA68-18C4-6187-893B-C47F5D3A4721}"/>
              </a:ext>
            </a:extLst>
          </p:cNvPr>
          <p:cNvSpPr/>
          <p:nvPr userDrawn="1"/>
        </p:nvSpPr>
        <p:spPr>
          <a:xfrm>
            <a:off x="4712912" y="300278"/>
            <a:ext cx="1931778" cy="2083071"/>
          </a:xfrm>
          <a:prstGeom prst="plaque">
            <a:avLst>
              <a:gd name="adj" fmla="val 6641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600">
              <a:solidFill>
                <a:schemeClr val="accent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12" name="Plaque 11">
            <a:extLst>
              <a:ext uri="{FF2B5EF4-FFF2-40B4-BE49-F238E27FC236}">
                <a16:creationId xmlns:a16="http://schemas.microsoft.com/office/drawing/2014/main" id="{02F3B067-AF72-4E07-9088-8D33DF345F03}"/>
              </a:ext>
            </a:extLst>
          </p:cNvPr>
          <p:cNvSpPr/>
          <p:nvPr userDrawn="1"/>
        </p:nvSpPr>
        <p:spPr>
          <a:xfrm>
            <a:off x="6923650" y="300278"/>
            <a:ext cx="1931778" cy="2083071"/>
          </a:xfrm>
          <a:prstGeom prst="plaque">
            <a:avLst>
              <a:gd name="adj" fmla="val 6641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600">
              <a:solidFill>
                <a:schemeClr val="accent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14" name="Text Placeholder 38">
            <a:extLst>
              <a:ext uri="{FF2B5EF4-FFF2-40B4-BE49-F238E27FC236}">
                <a16:creationId xmlns:a16="http://schemas.microsoft.com/office/drawing/2014/main" id="{77E30CD2-3A13-8CB7-CBC3-01C30900DA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6124" y="1582909"/>
            <a:ext cx="1722398" cy="260551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tx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Enter Title Here</a:t>
            </a:r>
          </a:p>
        </p:txBody>
      </p:sp>
      <p:sp>
        <p:nvSpPr>
          <p:cNvPr id="16" name="Text Placeholder 38">
            <a:extLst>
              <a:ext uri="{FF2B5EF4-FFF2-40B4-BE49-F238E27FC236}">
                <a16:creationId xmlns:a16="http://schemas.microsoft.com/office/drawing/2014/main" id="{F09BF16F-5661-9947-1AEB-C788545CA023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604849" y="1582909"/>
            <a:ext cx="1722398" cy="260551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tx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Enter Title Here</a:t>
            </a:r>
          </a:p>
        </p:txBody>
      </p:sp>
      <p:sp>
        <p:nvSpPr>
          <p:cNvPr id="18" name="Text Placeholder 38">
            <a:extLst>
              <a:ext uri="{FF2B5EF4-FFF2-40B4-BE49-F238E27FC236}">
                <a16:creationId xmlns:a16="http://schemas.microsoft.com/office/drawing/2014/main" id="{DD7DBAFA-1E15-A032-4EC5-033CAAE585C1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4814650" y="1582909"/>
            <a:ext cx="1722398" cy="260551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tx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Enter Title Here</a:t>
            </a:r>
          </a:p>
        </p:txBody>
      </p:sp>
      <p:sp>
        <p:nvSpPr>
          <p:cNvPr id="20" name="Text Placeholder 38">
            <a:extLst>
              <a:ext uri="{FF2B5EF4-FFF2-40B4-BE49-F238E27FC236}">
                <a16:creationId xmlns:a16="http://schemas.microsoft.com/office/drawing/2014/main" id="{6B57D940-77F3-0246-34F4-93A094F62D53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7025478" y="1582909"/>
            <a:ext cx="1722398" cy="260551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tx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Enter Title Here</a:t>
            </a:r>
          </a:p>
        </p:txBody>
      </p:sp>
      <p:sp>
        <p:nvSpPr>
          <p:cNvPr id="22" name="Text Placeholder 38">
            <a:extLst>
              <a:ext uri="{FF2B5EF4-FFF2-40B4-BE49-F238E27FC236}">
                <a16:creationId xmlns:a16="http://schemas.microsoft.com/office/drawing/2014/main" id="{B44A52CA-1AF0-1111-3EFD-8A3AA61EF973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396124" y="3936643"/>
            <a:ext cx="1722398" cy="260551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tx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Enter Title Here</a:t>
            </a:r>
          </a:p>
        </p:txBody>
      </p:sp>
      <p:sp>
        <p:nvSpPr>
          <p:cNvPr id="24" name="Text Placeholder 38">
            <a:extLst>
              <a:ext uri="{FF2B5EF4-FFF2-40B4-BE49-F238E27FC236}">
                <a16:creationId xmlns:a16="http://schemas.microsoft.com/office/drawing/2014/main" id="{EDBC0FB6-34BA-D4E8-A0A1-6C31724D574A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2604849" y="3936643"/>
            <a:ext cx="1722398" cy="260551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tx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Enter Title Here</a:t>
            </a:r>
          </a:p>
        </p:txBody>
      </p:sp>
      <p:sp>
        <p:nvSpPr>
          <p:cNvPr id="26" name="Text Placeholder 38">
            <a:extLst>
              <a:ext uri="{FF2B5EF4-FFF2-40B4-BE49-F238E27FC236}">
                <a16:creationId xmlns:a16="http://schemas.microsoft.com/office/drawing/2014/main" id="{824304D0-AB83-E57A-9004-294A2EC4B9C9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4814650" y="3936643"/>
            <a:ext cx="1722398" cy="260551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tx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Enter Title Here</a:t>
            </a:r>
          </a:p>
        </p:txBody>
      </p:sp>
      <p:sp>
        <p:nvSpPr>
          <p:cNvPr id="28" name="Text Placeholder 38">
            <a:extLst>
              <a:ext uri="{FF2B5EF4-FFF2-40B4-BE49-F238E27FC236}">
                <a16:creationId xmlns:a16="http://schemas.microsoft.com/office/drawing/2014/main" id="{17026E3A-B445-D3D9-8C2F-A612B0DD9FC1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7025478" y="3936643"/>
            <a:ext cx="1722398" cy="260551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tx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Enter Title Here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710508B-9C85-3132-0386-4A04E5E5B3C3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396124" y="1821840"/>
            <a:ext cx="1722398" cy="367472"/>
          </a:xfrm>
        </p:spPr>
        <p:txBody>
          <a:bodyPr>
            <a:noAutofit/>
          </a:bodyPr>
          <a:lstStyle>
            <a:lvl1pPr marL="0" indent="0" algn="ctr">
              <a:buNone/>
              <a:defRPr sz="1050"/>
            </a:lvl1pPr>
            <a:lvl2pPr algn="ctr">
              <a:defRPr sz="105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8D831341-30BA-BC05-CA91-2BE09446BE40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2604849" y="1821840"/>
            <a:ext cx="1722398" cy="367472"/>
          </a:xfrm>
        </p:spPr>
        <p:txBody>
          <a:bodyPr>
            <a:noAutofit/>
          </a:bodyPr>
          <a:lstStyle>
            <a:lvl1pPr marL="0" indent="0" algn="ctr">
              <a:buNone/>
              <a:defRPr sz="1050"/>
            </a:lvl1pPr>
            <a:lvl2pPr algn="ctr">
              <a:defRPr sz="105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C88B1CCE-4881-ACD6-EDCA-AC0F4BC611F0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4814650" y="1821840"/>
            <a:ext cx="1722398" cy="367472"/>
          </a:xfrm>
        </p:spPr>
        <p:txBody>
          <a:bodyPr>
            <a:noAutofit/>
          </a:bodyPr>
          <a:lstStyle>
            <a:lvl1pPr marL="0" indent="0" algn="ctr">
              <a:buNone/>
              <a:defRPr sz="1050"/>
            </a:lvl1pPr>
            <a:lvl2pPr algn="ctr">
              <a:defRPr sz="105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AF064CF1-37F5-B21D-C6FA-4446321EBFF5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7025478" y="1821840"/>
            <a:ext cx="1722398" cy="367472"/>
          </a:xfrm>
        </p:spPr>
        <p:txBody>
          <a:bodyPr>
            <a:noAutofit/>
          </a:bodyPr>
          <a:lstStyle>
            <a:lvl1pPr marL="0" indent="0" algn="ctr">
              <a:buNone/>
              <a:defRPr sz="1050"/>
            </a:lvl1pPr>
            <a:lvl2pPr algn="ctr">
              <a:defRPr sz="105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437D3929-AEA5-6E58-CDAC-92DB182A97CF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396124" y="4189760"/>
            <a:ext cx="1722398" cy="367472"/>
          </a:xfrm>
        </p:spPr>
        <p:txBody>
          <a:bodyPr>
            <a:noAutofit/>
          </a:bodyPr>
          <a:lstStyle>
            <a:lvl1pPr marL="0" indent="0" algn="ctr">
              <a:buNone/>
              <a:defRPr sz="1050"/>
            </a:lvl1pPr>
            <a:lvl2pPr algn="ctr">
              <a:defRPr sz="105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B576B6D3-3EFE-3E0E-B5D6-AD7503022234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2604849" y="4189760"/>
            <a:ext cx="1722398" cy="367472"/>
          </a:xfrm>
        </p:spPr>
        <p:txBody>
          <a:bodyPr>
            <a:noAutofit/>
          </a:bodyPr>
          <a:lstStyle>
            <a:lvl1pPr marL="0" indent="0" algn="ctr">
              <a:buNone/>
              <a:defRPr sz="1050"/>
            </a:lvl1pPr>
            <a:lvl2pPr algn="ctr">
              <a:defRPr sz="105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ADA00BE0-2078-6E20-7319-C08222A58F86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4814650" y="4189760"/>
            <a:ext cx="1722398" cy="367472"/>
          </a:xfrm>
        </p:spPr>
        <p:txBody>
          <a:bodyPr>
            <a:noAutofit/>
          </a:bodyPr>
          <a:lstStyle>
            <a:lvl1pPr marL="0" indent="0" algn="ctr">
              <a:buNone/>
              <a:defRPr sz="1050"/>
            </a:lvl1pPr>
            <a:lvl2pPr algn="ctr">
              <a:defRPr sz="105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5" name="Text Placeholder 6">
            <a:extLst>
              <a:ext uri="{FF2B5EF4-FFF2-40B4-BE49-F238E27FC236}">
                <a16:creationId xmlns:a16="http://schemas.microsoft.com/office/drawing/2014/main" id="{D856CB80-9CE0-DEDF-DE48-4A3531D449C7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7025478" y="4189760"/>
            <a:ext cx="1722398" cy="367472"/>
          </a:xfrm>
        </p:spPr>
        <p:txBody>
          <a:bodyPr>
            <a:noAutofit/>
          </a:bodyPr>
          <a:lstStyle>
            <a:lvl1pPr marL="0" indent="0" algn="ctr">
              <a:buNone/>
              <a:defRPr sz="1050"/>
            </a:lvl1pPr>
            <a:lvl2pPr algn="ctr">
              <a:defRPr sz="105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34944337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Call Out w/ Icon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1CC68DB-1C77-B88F-DD0D-81CAC88176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33ECFE-4D17-C176-EDB0-F2320CA3E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8A87F7AD-D55D-1FBC-08BA-D6481DC76AA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88381" y="664147"/>
            <a:ext cx="5328425" cy="1401719"/>
          </a:xfrm>
        </p:spPr>
        <p:txBody>
          <a:bodyPr anchor="t">
            <a:noAutofit/>
          </a:bodyPr>
          <a:lstStyle>
            <a:lvl1pPr marL="0" indent="0" algn="l">
              <a:buNone/>
              <a:defRPr sz="2800" b="0" i="0">
                <a:solidFill>
                  <a:schemeClr val="accent3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70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70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70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70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statement text.</a:t>
            </a:r>
          </a:p>
        </p:txBody>
      </p:sp>
      <p:sp>
        <p:nvSpPr>
          <p:cNvPr id="17" name="Text Placeholder 38">
            <a:extLst>
              <a:ext uri="{FF2B5EF4-FFF2-40B4-BE49-F238E27FC236}">
                <a16:creationId xmlns:a16="http://schemas.microsoft.com/office/drawing/2014/main" id="{11D14E36-3795-A04E-57FF-FEFD79AD025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915" y="3199502"/>
            <a:ext cx="2368552" cy="510577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200" b="0" i="0">
                <a:solidFill>
                  <a:schemeClr val="accent3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title</a:t>
            </a:r>
          </a:p>
        </p:txBody>
      </p:sp>
      <p:sp>
        <p:nvSpPr>
          <p:cNvPr id="21" name="Text Placeholder 38">
            <a:extLst>
              <a:ext uri="{FF2B5EF4-FFF2-40B4-BE49-F238E27FC236}">
                <a16:creationId xmlns:a16="http://schemas.microsoft.com/office/drawing/2014/main" id="{9963CFA5-4ABA-345A-9D7D-2570EEB908A2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148254" y="3199502"/>
            <a:ext cx="2368552" cy="510577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200" b="0" i="0">
                <a:solidFill>
                  <a:schemeClr val="accent3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title</a:t>
            </a:r>
          </a:p>
        </p:txBody>
      </p:sp>
      <p:sp>
        <p:nvSpPr>
          <p:cNvPr id="25" name="Text Placeholder 38">
            <a:extLst>
              <a:ext uri="{FF2B5EF4-FFF2-40B4-BE49-F238E27FC236}">
                <a16:creationId xmlns:a16="http://schemas.microsoft.com/office/drawing/2014/main" id="{59083376-3ACB-E7F5-C371-F33A944B234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125259" y="3199502"/>
            <a:ext cx="2368552" cy="510577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200" b="0" i="0">
                <a:solidFill>
                  <a:schemeClr val="accent3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title</a:t>
            </a:r>
          </a:p>
        </p:txBody>
      </p:sp>
      <p:sp>
        <p:nvSpPr>
          <p:cNvPr id="27" name="Text Placeholder 46">
            <a:extLst>
              <a:ext uri="{FF2B5EF4-FFF2-40B4-BE49-F238E27FC236}">
                <a16:creationId xmlns:a16="http://schemas.microsoft.com/office/drawing/2014/main" id="{FBA97364-B9FA-2DA6-1E71-6178160DE83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94839" y="-11945"/>
            <a:ext cx="8801100" cy="27922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Trefoil Sans Medium" panose="020B0000000000000000" pitchFamily="34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Type here to enter the presentation section name.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8B2790A-39D6-CF3E-8BEE-6E389A1EB661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79915" y="3731817"/>
            <a:ext cx="2368552" cy="941233"/>
          </a:xfrm>
        </p:spPr>
        <p:txBody>
          <a:bodyPr>
            <a:no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  <a:lvl2pPr algn="ctr">
              <a:defRPr sz="1100">
                <a:solidFill>
                  <a:schemeClr val="bg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6EFB723-B7E0-6042-C03E-2B64362B8E9E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3148254" y="3731817"/>
            <a:ext cx="2368552" cy="941233"/>
          </a:xfrm>
        </p:spPr>
        <p:txBody>
          <a:bodyPr>
            <a:no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  <a:lvl2pPr algn="ctr">
              <a:defRPr sz="1100">
                <a:solidFill>
                  <a:schemeClr val="bg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B16AB878-82C4-371F-5522-DA64534E1850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6125259" y="3731817"/>
            <a:ext cx="2368552" cy="941233"/>
          </a:xfrm>
        </p:spPr>
        <p:txBody>
          <a:bodyPr>
            <a:no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  <a:lvl2pPr algn="ctr">
              <a:defRPr sz="1100">
                <a:solidFill>
                  <a:schemeClr val="bg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3837217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Statement w/ Subhead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DA832C-4039-B3BA-D87E-86C31B6A20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8E9F58-35DE-E7FD-C682-C66007E67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15" name="Text Placeholder 18">
            <a:extLst>
              <a:ext uri="{FF2B5EF4-FFF2-40B4-BE49-F238E27FC236}">
                <a16:creationId xmlns:a16="http://schemas.microsoft.com/office/drawing/2014/main" id="{8A24E307-C434-838D-A841-42DC960CF0B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94838" y="613096"/>
            <a:ext cx="4046961" cy="1884571"/>
          </a:xfrm>
        </p:spPr>
        <p:txBody>
          <a:bodyPr anchor="t">
            <a:noAutofit/>
          </a:bodyPr>
          <a:lstStyle>
            <a:lvl1pPr marL="0" indent="0" algn="l">
              <a:buNone/>
              <a:defRPr sz="28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70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70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70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70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statement text.</a:t>
            </a:r>
          </a:p>
        </p:txBody>
      </p:sp>
      <p:sp>
        <p:nvSpPr>
          <p:cNvPr id="18" name="Text Placeholder 38">
            <a:extLst>
              <a:ext uri="{FF2B5EF4-FFF2-40B4-BE49-F238E27FC236}">
                <a16:creationId xmlns:a16="http://schemas.microsoft.com/office/drawing/2014/main" id="{3FA07CAA-AAF8-FAA2-0452-05B0FFEE001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63153" y="426451"/>
            <a:ext cx="3071026" cy="510577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200" b="0" i="0">
                <a:solidFill>
                  <a:schemeClr val="accent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title</a:t>
            </a:r>
          </a:p>
        </p:txBody>
      </p:sp>
      <p:sp>
        <p:nvSpPr>
          <p:cNvPr id="22" name="Text Placeholder 38">
            <a:extLst>
              <a:ext uri="{FF2B5EF4-FFF2-40B4-BE49-F238E27FC236}">
                <a16:creationId xmlns:a16="http://schemas.microsoft.com/office/drawing/2014/main" id="{AF648065-B9DF-515F-1494-E05DC939FFD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463153" y="1925098"/>
            <a:ext cx="3071026" cy="510577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200" b="0" i="0">
                <a:solidFill>
                  <a:schemeClr val="accent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title</a:t>
            </a:r>
          </a:p>
        </p:txBody>
      </p:sp>
      <p:sp>
        <p:nvSpPr>
          <p:cNvPr id="26" name="Text Placeholder 38">
            <a:extLst>
              <a:ext uri="{FF2B5EF4-FFF2-40B4-BE49-F238E27FC236}">
                <a16:creationId xmlns:a16="http://schemas.microsoft.com/office/drawing/2014/main" id="{CBF27F41-5306-DA2D-6699-878CE246285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463153" y="3420245"/>
            <a:ext cx="3071026" cy="510577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200" b="0" i="0">
                <a:solidFill>
                  <a:schemeClr val="accent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title</a:t>
            </a:r>
          </a:p>
        </p:txBody>
      </p:sp>
      <p:sp>
        <p:nvSpPr>
          <p:cNvPr id="28" name="Text Placeholder 46">
            <a:extLst>
              <a:ext uri="{FF2B5EF4-FFF2-40B4-BE49-F238E27FC236}">
                <a16:creationId xmlns:a16="http://schemas.microsoft.com/office/drawing/2014/main" id="{4E51C65E-0271-1CBD-1306-833068CA8D5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94839" y="-11945"/>
            <a:ext cx="8801100" cy="27922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tx1"/>
                </a:solidFill>
                <a:latin typeface="Trefoil Sans Medium" panose="020B0000000000000000" pitchFamily="34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Type here to enter the presentation section name.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9AAC6A59-9D0D-24EB-B4B2-D6077EC75B45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463153" y="966226"/>
            <a:ext cx="3071026" cy="772532"/>
          </a:xfrm>
        </p:spPr>
        <p:txBody>
          <a:bodyPr>
            <a:noAutofit/>
          </a:bodyPr>
          <a:lstStyle>
            <a:lvl1pPr marL="0" indent="0">
              <a:buNone/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32C18965-EE16-FB6E-A0F4-DD6607AA8D25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463153" y="2443427"/>
            <a:ext cx="3071026" cy="772532"/>
          </a:xfrm>
        </p:spPr>
        <p:txBody>
          <a:bodyPr>
            <a:noAutofit/>
          </a:bodyPr>
          <a:lstStyle>
            <a:lvl1pPr marL="0" indent="0">
              <a:buNone/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66ADC046-3FAE-E25C-E0EF-8163C103CABA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5463153" y="3946238"/>
            <a:ext cx="3071026" cy="772532"/>
          </a:xfrm>
        </p:spPr>
        <p:txBody>
          <a:bodyPr>
            <a:noAutofit/>
          </a:bodyPr>
          <a:lstStyle>
            <a:lvl1pPr marL="0" indent="0">
              <a:buNone/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2850449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White Text - Two Line Title | w/ Sub | 1 Co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D49959-1E81-DA4C-E9E9-ADE17ED29D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33CEBC-C3AB-B7D5-98D3-2A1B22FCC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23" name="Text Placeholder 65">
            <a:extLst>
              <a:ext uri="{FF2B5EF4-FFF2-40B4-BE49-F238E27FC236}">
                <a16:creationId xmlns:a16="http://schemas.microsoft.com/office/drawing/2014/main" id="{240AC0BA-21FC-57E7-27D9-18360681550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4839" y="2318108"/>
            <a:ext cx="8801100" cy="1912698"/>
          </a:xfrm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tx1"/>
                </a:solidFill>
                <a:latin typeface="Girl Scout Text Medium" panose="02020003000000000000" pitchFamily="18" charset="0"/>
              </a:defRPr>
            </a:lvl1pPr>
            <a:lvl2pPr>
              <a:defRPr sz="1200" b="0" i="0">
                <a:solidFill>
                  <a:schemeClr val="tx1"/>
                </a:solidFill>
                <a:latin typeface="Trefoil Sans Light" panose="020B0000000000000000" pitchFamily="34" charset="0"/>
              </a:defRPr>
            </a:lvl2pPr>
            <a:lvl3pPr>
              <a:defRPr sz="1050" b="0" i="0">
                <a:solidFill>
                  <a:schemeClr val="tx1"/>
                </a:solidFill>
                <a:latin typeface="Trefoil Sans Light" panose="020B0000000000000000" pitchFamily="34" charset="0"/>
              </a:defRPr>
            </a:lvl3pPr>
            <a:lvl4pPr>
              <a:defRPr sz="900" b="0" i="0">
                <a:solidFill>
                  <a:schemeClr val="tx1"/>
                </a:solidFill>
                <a:latin typeface="Trefoil Sans Light" panose="020B0000000000000000" pitchFamily="34" charset="0"/>
              </a:defRPr>
            </a:lvl4pPr>
            <a:lvl5pPr>
              <a:defRPr sz="900" b="0" i="0">
                <a:solidFill>
                  <a:schemeClr val="tx1"/>
                </a:solidFill>
                <a:latin typeface="Trefoil Sans Light" panose="020B0000000000000000" pitchFamily="34" charset="0"/>
              </a:defRPr>
            </a:lvl5pPr>
          </a:lstStyle>
          <a:p>
            <a:pPr lvl="0"/>
            <a:r>
              <a:rPr lang="en-US"/>
              <a:t>Paragraph </a:t>
            </a:r>
            <a:r>
              <a:rPr lang="en-US" err="1"/>
              <a:t>Subheader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46">
            <a:extLst>
              <a:ext uri="{FF2B5EF4-FFF2-40B4-BE49-F238E27FC236}">
                <a16:creationId xmlns:a16="http://schemas.microsoft.com/office/drawing/2014/main" id="{EF293EBC-4E31-C298-6AFE-93EEDF2800B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94839" y="1623894"/>
            <a:ext cx="8801100" cy="694214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accent1"/>
                </a:solidFill>
                <a:latin typeface="Trefoil Sans Medium" panose="020B0000000000000000" pitchFamily="34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Type here to enter a multi-line paragraph header.</a:t>
            </a:r>
          </a:p>
        </p:txBody>
      </p:sp>
      <p:sp>
        <p:nvSpPr>
          <p:cNvPr id="25" name="Text Placeholder 65">
            <a:extLst>
              <a:ext uri="{FF2B5EF4-FFF2-40B4-BE49-F238E27FC236}">
                <a16:creationId xmlns:a16="http://schemas.microsoft.com/office/drawing/2014/main" id="{3873AAC1-68C3-D249-7066-857FF6D70C6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94839" y="906378"/>
            <a:ext cx="8801101" cy="48437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Trefoil Sans Medium" panose="020B0000000000000000" pitchFamily="34" charset="0"/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/>
              <a:t>Type here to enter a multi-line slide subtitle. Ut </a:t>
            </a:r>
            <a:r>
              <a:rPr lang="en-US" err="1"/>
              <a:t>enim</a:t>
            </a:r>
            <a:r>
              <a:rPr lang="en-US"/>
              <a:t> ad minima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nostrum </a:t>
            </a:r>
            <a:r>
              <a:rPr lang="en-US" err="1"/>
              <a:t>exercitationem</a:t>
            </a:r>
            <a:r>
              <a:rPr lang="en-US"/>
              <a:t> </a:t>
            </a:r>
            <a:r>
              <a:rPr lang="en-US" err="1"/>
              <a:t>ullam</a:t>
            </a:r>
            <a:r>
              <a:rPr lang="en-US"/>
              <a:t> corporis </a:t>
            </a:r>
            <a:r>
              <a:rPr lang="en-US" err="1"/>
              <a:t>suscipit</a:t>
            </a:r>
            <a:r>
              <a:rPr lang="en-US"/>
              <a:t> </a:t>
            </a:r>
            <a:r>
              <a:rPr lang="en-US" err="1"/>
              <a:t>laboriosam</a:t>
            </a:r>
            <a:r>
              <a:rPr lang="en-US"/>
              <a:t>,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aliquid</a:t>
            </a:r>
            <a:r>
              <a:rPr lang="en-US"/>
              <a:t> </a:t>
            </a:r>
            <a:r>
              <a:rPr lang="en-US" err="1"/>
              <a:t>consequatur</a:t>
            </a:r>
            <a:r>
              <a:rPr lang="en-US"/>
              <a:t>.</a:t>
            </a:r>
          </a:p>
        </p:txBody>
      </p:sp>
      <p:sp>
        <p:nvSpPr>
          <p:cNvPr id="26" name="Title 5">
            <a:extLst>
              <a:ext uri="{FF2B5EF4-FFF2-40B4-BE49-F238E27FC236}">
                <a16:creationId xmlns:a16="http://schemas.microsoft.com/office/drawing/2014/main" id="{1601BEE5-EAB4-22BD-0CF6-E351584F1B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4840" y="329744"/>
            <a:ext cx="8801100" cy="575117"/>
          </a:xfrm>
        </p:spPr>
        <p:txBody>
          <a:bodyPr>
            <a:noAutofit/>
          </a:bodyPr>
          <a:lstStyle>
            <a:lvl1pPr>
              <a:defRPr sz="22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1pPr>
          </a:lstStyle>
          <a:p>
            <a:r>
              <a:rPr lang="en-US"/>
              <a:t>Type Here to Enter a Two-Line Slide Header. Sed Ut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Omnis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.</a:t>
            </a:r>
          </a:p>
        </p:txBody>
      </p:sp>
      <p:sp>
        <p:nvSpPr>
          <p:cNvPr id="27" name="Text Placeholder 46">
            <a:extLst>
              <a:ext uri="{FF2B5EF4-FFF2-40B4-BE49-F238E27FC236}">
                <a16:creationId xmlns:a16="http://schemas.microsoft.com/office/drawing/2014/main" id="{86BF5189-2397-E36A-FFF4-F4A191AE5C9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94839" y="-11945"/>
            <a:ext cx="8801100" cy="27922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tx1"/>
                </a:solidFill>
                <a:latin typeface="Trefoil Sans Medium" panose="020B0000000000000000" pitchFamily="34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Type here to enter the presentation section name.</a:t>
            </a:r>
          </a:p>
        </p:txBody>
      </p:sp>
    </p:spTree>
    <p:extLst>
      <p:ext uri="{BB962C8B-B14F-4D97-AF65-F5344CB8AC3E}">
        <p14:creationId xmlns:p14="http://schemas.microsoft.com/office/powerpoint/2010/main" val="231758085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Text Only Slide | Horizontal Spli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7011D9-501A-64E2-02F8-57E0C6AD51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A37D2A-CCDE-C516-AA49-EE71CC67C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59EE8A-5954-B0A2-ED9F-481B008C0DC4}"/>
              </a:ext>
            </a:extLst>
          </p:cNvPr>
          <p:cNvSpPr/>
          <p:nvPr userDrawn="1"/>
        </p:nvSpPr>
        <p:spPr>
          <a:xfrm>
            <a:off x="0" y="0"/>
            <a:ext cx="9144000" cy="2571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b="0" i="0">
              <a:solidFill>
                <a:schemeClr val="bg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6" name="Text Placeholder 65">
            <a:extLst>
              <a:ext uri="{FF2B5EF4-FFF2-40B4-BE49-F238E27FC236}">
                <a16:creationId xmlns:a16="http://schemas.microsoft.com/office/drawing/2014/main" id="{B4628341-4D38-C18D-ABEB-6522BFD3E5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0500" y="2665312"/>
            <a:ext cx="8763000" cy="230673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0" i="0">
                <a:solidFill>
                  <a:schemeClr val="tx1"/>
                </a:solidFill>
                <a:latin typeface="Trefoil Sans Medium" panose="020B0000000000000000" pitchFamily="34" charset="0"/>
              </a:defRPr>
            </a:lvl1pPr>
            <a:lvl2pPr algn="ctr">
              <a:defRPr sz="1400" b="0" i="0">
                <a:solidFill>
                  <a:schemeClr val="tx1"/>
                </a:solidFill>
                <a:latin typeface="Trefoil Sans Light" panose="020B0000000000000000" pitchFamily="34" charset="0"/>
              </a:defRPr>
            </a:lvl2pPr>
            <a:lvl3pPr algn="ctr">
              <a:defRPr sz="1400" b="0" i="0">
                <a:solidFill>
                  <a:schemeClr val="tx1"/>
                </a:solidFill>
                <a:latin typeface="Trefoil Sans Light" panose="020B0000000000000000" pitchFamily="34" charset="0"/>
              </a:defRPr>
            </a:lvl3pPr>
            <a:lvl4pPr algn="ctr">
              <a:defRPr sz="1400" b="0" i="0">
                <a:solidFill>
                  <a:schemeClr val="tx1"/>
                </a:solidFill>
                <a:latin typeface="Trefoil Sans Light" panose="020B0000000000000000" pitchFamily="34" charset="0"/>
              </a:defRPr>
            </a:lvl4pPr>
            <a:lvl5pPr algn="ctr">
              <a:defRPr sz="1400" b="0" i="0">
                <a:solidFill>
                  <a:schemeClr val="tx1"/>
                </a:solidFill>
                <a:latin typeface="Trefoil Sans Light" panose="020B0000000000000000" pitchFamily="34" charset="0"/>
              </a:defRPr>
            </a:lvl5pPr>
          </a:lstStyle>
          <a:p>
            <a:pPr lvl="0"/>
            <a:r>
              <a:rPr lang="en-US"/>
              <a:t>Paragraph </a:t>
            </a:r>
            <a:r>
              <a:rPr lang="en-US" err="1"/>
              <a:t>Subheader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6">
            <a:extLst>
              <a:ext uri="{FF2B5EF4-FFF2-40B4-BE49-F238E27FC236}">
                <a16:creationId xmlns:a16="http://schemas.microsoft.com/office/drawing/2014/main" id="{117EE0F7-1AAD-3B80-278A-D998884B04B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94839" y="-11945"/>
            <a:ext cx="8801100" cy="27922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Trefoil Sans Medium" panose="020B0000000000000000" pitchFamily="34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Type here to enter the presentation section name.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04D72FC9-EC91-B321-521B-B3460315231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88381" y="360837"/>
            <a:ext cx="8801099" cy="2116145"/>
          </a:xfrm>
        </p:spPr>
        <p:txBody>
          <a:bodyPr anchor="ctr">
            <a:noAutofit/>
          </a:bodyPr>
          <a:lstStyle>
            <a:lvl1pPr marL="0" indent="0" algn="ctr">
              <a:buNone/>
              <a:defRPr sz="2800" b="0" i="0">
                <a:solidFill>
                  <a:schemeClr val="accent3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70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70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70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70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a single line slide header.</a:t>
            </a:r>
          </a:p>
        </p:txBody>
      </p:sp>
    </p:spTree>
    <p:extLst>
      <p:ext uri="{BB962C8B-B14F-4D97-AF65-F5344CB8AC3E}">
        <p14:creationId xmlns:p14="http://schemas.microsoft.com/office/powerpoint/2010/main" val="6758612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Back Cover - Fram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BBD42F1-9C9F-E0F0-D82F-1261D6AD09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9458EC-2ECB-2C0F-6999-7AD0F9D06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8143C60-EDDB-5F75-2539-A54E6A4563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81033" y="419102"/>
            <a:ext cx="4305300" cy="43053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DB394D8E-C70D-EEE0-CAF4-73200581050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8995" y="464503"/>
            <a:ext cx="4259255" cy="4259255"/>
          </a:xfrm>
          <a:prstGeom prst="rect">
            <a:avLst/>
          </a:prstGeom>
        </p:spPr>
      </p:pic>
      <p:sp>
        <p:nvSpPr>
          <p:cNvPr id="7" name="Text Placeholder 46">
            <a:extLst>
              <a:ext uri="{FF2B5EF4-FFF2-40B4-BE49-F238E27FC236}">
                <a16:creationId xmlns:a16="http://schemas.microsoft.com/office/drawing/2014/main" id="{F7A1B123-0FBE-7DEF-FDE4-1100C6C1A8F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8662" y="2417335"/>
            <a:ext cx="3864284" cy="1973699"/>
          </a:xfrm>
        </p:spPr>
        <p:txBody>
          <a:bodyPr lIns="182880" rIns="182880" anchor="t">
            <a:noAutofit/>
          </a:bodyPr>
          <a:lstStyle>
            <a:lvl1pPr marL="0" marR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50" b="0" i="0" baseline="0">
                <a:solidFill>
                  <a:schemeClr val="bg1"/>
                </a:solidFill>
                <a:latin typeface="Trefoil Sans" panose="020B0000000000000000" pitchFamily="34" charset="0"/>
              </a:defRPr>
            </a:lvl1pPr>
          </a:lstStyle>
          <a:p>
            <a:r>
              <a:rPr lang="en-US"/>
              <a:t>Presenter Name:</a:t>
            </a:r>
            <a:br>
              <a:rPr lang="en-US"/>
            </a:br>
            <a:r>
              <a:rPr lang="en-US"/>
              <a:t>Presenter Title:</a:t>
            </a:r>
            <a:br>
              <a:rPr lang="en-US"/>
            </a:br>
            <a:r>
              <a:rPr lang="en-US"/>
              <a:t>Contact Info: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404A51-9E2C-1A05-4D83-0324827437A0}"/>
              </a:ext>
            </a:extLst>
          </p:cNvPr>
          <p:cNvSpPr txBox="1"/>
          <p:nvPr userDrawn="1"/>
        </p:nvSpPr>
        <p:spPr>
          <a:xfrm>
            <a:off x="420727" y="1551061"/>
            <a:ext cx="387221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0" i="0">
                <a:solidFill>
                  <a:schemeClr val="accent3"/>
                </a:solidFill>
                <a:latin typeface="Girl Scout Display Light" panose="02020003000000000000" pitchFamily="18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19590159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9_Thank You | Forest Gree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B4A0A49-BFC8-C831-910F-EAA355BD2B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80E387-7CA7-320D-F7E5-308E383A4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5DF174-3585-7C14-CEFA-3DD61359FD0A}"/>
              </a:ext>
            </a:extLst>
          </p:cNvPr>
          <p:cNvSpPr txBox="1"/>
          <p:nvPr userDrawn="1"/>
        </p:nvSpPr>
        <p:spPr>
          <a:xfrm>
            <a:off x="171448" y="139973"/>
            <a:ext cx="788669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0" b="0" i="0">
                <a:solidFill>
                  <a:schemeClr val="accent3"/>
                </a:solidFill>
                <a:latin typeface="Girl Scout Display Light" panose="02020003000000000000" pitchFamily="18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95587629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0_Ending Slide | Trefoil Forest Gree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1E1C6EFE-C7D3-E883-DF3A-866CC52CDCD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37096" y="1536848"/>
            <a:ext cx="2069806" cy="2069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73117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Slide | Servicema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662FFB-20B9-23C4-55EA-3C1C110FBD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42437C-B7BC-36E9-B4AB-B0D7AD8A4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pic>
        <p:nvPicPr>
          <p:cNvPr id="5" name="Picture 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FE1B2BD-6987-F993-5E9A-955306E721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04438" y="1714123"/>
            <a:ext cx="3844455" cy="1288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02393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 Slide | Trefoil Whi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338F879D-6055-3DEA-B3B0-966D5DF18E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37096" y="1473052"/>
            <a:ext cx="2069806" cy="2069804"/>
          </a:xfrm>
          <a:prstGeom prst="rect">
            <a:avLst/>
          </a:prstGeom>
        </p:spPr>
      </p:pic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6C6584C6-1024-1222-FD1D-D3B35F3554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35250" y="4324290"/>
            <a:ext cx="3873500" cy="48260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 b="0" i="0">
                <a:solidFill>
                  <a:schemeClr val="bg1"/>
                </a:solidFill>
                <a:latin typeface="Girl Scout Display Light" panose="02020003000000000000" pitchFamily="18" charset="0"/>
              </a:defRPr>
            </a:lvl1pPr>
            <a:lvl2pPr marL="457200" indent="0" algn="ctr">
              <a:buFont typeface="Arial" panose="020B0604020202020204" pitchFamily="34" charset="0"/>
              <a:buNone/>
              <a:defRPr sz="1400" b="0" i="0">
                <a:latin typeface="Girl Scout Display Light" panose="02020003000000000000" pitchFamily="18" charset="0"/>
              </a:defRPr>
            </a:lvl2pPr>
            <a:lvl3pPr marL="914400" indent="0" algn="ctr">
              <a:buFont typeface="Arial" panose="020B0604020202020204" pitchFamily="34" charset="0"/>
              <a:buNone/>
              <a:defRPr sz="1400" b="0" i="0">
                <a:latin typeface="Girl Scout Display Light" panose="02020003000000000000" pitchFamily="18" charset="0"/>
              </a:defRPr>
            </a:lvl3pPr>
            <a:lvl4pPr marL="1371600" indent="0" algn="ctr">
              <a:buFont typeface="Arial" panose="020B0604020202020204" pitchFamily="34" charset="0"/>
              <a:buNone/>
              <a:defRPr sz="1400" b="0" i="0">
                <a:latin typeface="Girl Scout Display Light" panose="02020003000000000000" pitchFamily="18" charset="0"/>
              </a:defRPr>
            </a:lvl4pPr>
            <a:lvl5pPr marL="1828800" indent="0" algn="ctr">
              <a:buFont typeface="Arial" panose="020B0604020202020204" pitchFamily="34" charset="0"/>
              <a:buNone/>
              <a:defRPr sz="14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72283840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over Slide | Title Cent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68506-8E5A-6DA3-B7E6-63E12F3B50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1456267"/>
            <a:ext cx="7886700" cy="2230966"/>
          </a:xfrm>
        </p:spPr>
        <p:txBody>
          <a:bodyPr>
            <a:noAutofit/>
          </a:bodyPr>
          <a:lstStyle>
            <a:lvl1pPr algn="ctr"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en-US"/>
              <a:t>2024</a:t>
            </a:r>
            <a:br>
              <a:rPr lang="en-US"/>
            </a:br>
            <a:r>
              <a:rPr lang="en-US"/>
              <a:t>Presentation Title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AEF130C-967B-FB18-F644-B4CB56E3C6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5170" y="4464344"/>
            <a:ext cx="453658" cy="453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59979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72A34FC-91B7-8DF6-D0AB-D00AF0D94E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6E0882-FD07-2313-4CBA-B32A12E17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E3D87942-57D5-7F37-597B-CA82E8C157F9}"/>
              </a:ext>
            </a:extLst>
          </p:cNvPr>
          <p:cNvSpPr/>
          <p:nvPr userDrawn="1"/>
        </p:nvSpPr>
        <p:spPr>
          <a:xfrm>
            <a:off x="-135467" y="304800"/>
            <a:ext cx="4552572" cy="4347500"/>
          </a:xfrm>
          <a:custGeom>
            <a:avLst/>
            <a:gdLst>
              <a:gd name="connsiteX0" fmla="*/ 0 w 4552572"/>
              <a:gd name="connsiteY0" fmla="*/ 0 h 4347500"/>
              <a:gd name="connsiteX1" fmla="*/ 4443580 w 4552572"/>
              <a:gd name="connsiteY1" fmla="*/ 0 h 4347500"/>
              <a:gd name="connsiteX2" fmla="*/ 4552572 w 4552572"/>
              <a:gd name="connsiteY2" fmla="*/ 108992 h 4347500"/>
              <a:gd name="connsiteX3" fmla="*/ 4552572 w 4552572"/>
              <a:gd name="connsiteY3" fmla="*/ 4238508 h 4347500"/>
              <a:gd name="connsiteX4" fmla="*/ 4443580 w 4552572"/>
              <a:gd name="connsiteY4" fmla="*/ 4347500 h 4347500"/>
              <a:gd name="connsiteX5" fmla="*/ 0 w 4552572"/>
              <a:gd name="connsiteY5" fmla="*/ 4347500 h 4347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52572" h="4347500">
                <a:moveTo>
                  <a:pt x="0" y="0"/>
                </a:moveTo>
                <a:lnTo>
                  <a:pt x="4443580" y="0"/>
                </a:lnTo>
                <a:cubicBezTo>
                  <a:pt x="4503775" y="0"/>
                  <a:pt x="4552572" y="48797"/>
                  <a:pt x="4552572" y="108992"/>
                </a:cubicBezTo>
                <a:lnTo>
                  <a:pt x="4552572" y="4238508"/>
                </a:lnTo>
                <a:cubicBezTo>
                  <a:pt x="4552572" y="4298703"/>
                  <a:pt x="4503775" y="4347500"/>
                  <a:pt x="4443580" y="4347500"/>
                </a:cubicBezTo>
                <a:lnTo>
                  <a:pt x="0" y="4347500"/>
                </a:lnTo>
                <a:close/>
              </a:path>
            </a:pathLst>
          </a:custGeom>
          <a:noFill/>
          <a:ln w="15875">
            <a:solidFill>
              <a:schemeClr val="accent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200">
              <a:solidFill>
                <a:schemeClr val="tx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6" name="Picture Placeholder 18">
            <a:extLst>
              <a:ext uri="{FF2B5EF4-FFF2-40B4-BE49-F238E27FC236}">
                <a16:creationId xmlns:a16="http://schemas.microsoft.com/office/drawing/2014/main" id="{5D9BB258-B65E-6445-BA72-D907DA560C8C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008955" y="586728"/>
            <a:ext cx="2263728" cy="2268538"/>
          </a:xfrm>
          <a:prstGeom prst="roundRect">
            <a:avLst>
              <a:gd name="adj" fmla="val 4351"/>
            </a:avLst>
          </a:pr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image</a:t>
            </a:r>
          </a:p>
        </p:txBody>
      </p:sp>
      <p:sp>
        <p:nvSpPr>
          <p:cNvPr id="7" name="Text Placeholder 38">
            <a:extLst>
              <a:ext uri="{FF2B5EF4-FFF2-40B4-BE49-F238E27FC236}">
                <a16:creationId xmlns:a16="http://schemas.microsoft.com/office/drawing/2014/main" id="{944CE24F-DAA2-29E1-5DCD-3F57AB5BED9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08954" y="3045041"/>
            <a:ext cx="2263728" cy="1263549"/>
          </a:xfrm>
        </p:spPr>
        <p:txBody>
          <a:bodyPr>
            <a:normAutofit/>
          </a:bodyPr>
          <a:lstStyle>
            <a:lvl1pPr marL="0" indent="0" algn="ctr">
              <a:buNone/>
              <a:defRPr sz="16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First &amp; Last Name</a:t>
            </a:r>
          </a:p>
          <a:p>
            <a:pPr lvl="0"/>
            <a:r>
              <a:rPr lang="en-US"/>
              <a:t>Title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2DFA676-756B-1E57-645F-2654C6571894}"/>
              </a:ext>
            </a:extLst>
          </p:cNvPr>
          <p:cNvSpPr/>
          <p:nvPr userDrawn="1"/>
        </p:nvSpPr>
        <p:spPr>
          <a:xfrm>
            <a:off x="4726897" y="304800"/>
            <a:ext cx="4186297" cy="4347500"/>
          </a:xfrm>
          <a:prstGeom prst="roundRect">
            <a:avLst>
              <a:gd name="adj" fmla="val 3715"/>
            </a:avLst>
          </a:prstGeom>
          <a:solidFill>
            <a:schemeClr val="tx2"/>
          </a:solidFill>
          <a:ln w="15875"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9" name="Text Placeholder 38">
            <a:extLst>
              <a:ext uri="{FF2B5EF4-FFF2-40B4-BE49-F238E27FC236}">
                <a16:creationId xmlns:a16="http://schemas.microsoft.com/office/drawing/2014/main" id="{79D9B024-837D-9D01-6BCA-AB7EB32C0A7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669731" y="2281562"/>
            <a:ext cx="2263728" cy="1263549"/>
          </a:xfrm>
        </p:spPr>
        <p:txBody>
          <a:bodyPr>
            <a:normAutofit/>
          </a:bodyPr>
          <a:lstStyle>
            <a:lvl1pPr marL="0" indent="0" algn="ctr">
              <a:buNone/>
              <a:defRPr sz="2800" b="0" i="0">
                <a:solidFill>
                  <a:schemeClr val="bg1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Section </a:t>
            </a:r>
          </a:p>
          <a:p>
            <a:pPr lvl="0"/>
            <a:r>
              <a:rPr lang="en-US"/>
              <a:t>Title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BCC1B1B-23D1-74EB-9771-7A8BCAF9AE0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410613" y="1180128"/>
            <a:ext cx="818864" cy="76559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0917204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ver Slide | Split | No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7D21A-F00A-F2DD-63D1-48BDE532F6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93605" y="1436643"/>
            <a:ext cx="3962528" cy="993775"/>
          </a:xfrm>
        </p:spPr>
        <p:txBody>
          <a:bodyPr anchor="b">
            <a:normAutofit/>
          </a:bodyPr>
          <a:lstStyle>
            <a:lvl1pPr algn="ctr"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Type Here to Enter a</a:t>
            </a:r>
            <a:br>
              <a:rPr lang="en-US"/>
            </a:br>
            <a:r>
              <a:rPr lang="en-US"/>
              <a:t>Multi-line Transition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990E1E-711E-0B04-086A-D35243A55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C17498-C78D-FF42-4599-E51DFD729730}"/>
              </a:ext>
            </a:extLst>
          </p:cNvPr>
          <p:cNvSpPr/>
          <p:nvPr userDrawn="1"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b="0" i="0">
              <a:solidFill>
                <a:schemeClr val="bg1"/>
              </a:solidFill>
              <a:latin typeface="Girl Scout Display Light" panose="02020003000000000000" pitchFamily="18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9355827-8871-F484-D5ED-67DAC1342F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4087" y="419102"/>
            <a:ext cx="4305300" cy="4305300"/>
          </a:xfrm>
          <a:prstGeom prst="rect">
            <a:avLst/>
          </a:prstGeom>
        </p:spPr>
      </p:pic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1108D74F-3CCB-7AF8-ABE1-963E63C9B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1449" y="4998093"/>
            <a:ext cx="5673297" cy="154578"/>
          </a:xfrm>
        </p:spPr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BB648DE1-FB38-299E-A98C-B6079A3FFF2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93605" y="2591284"/>
            <a:ext cx="3962400" cy="18988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400" b="0" i="0">
                <a:latin typeface="Trefoil Sans Light" panose="020B0000000000000000" pitchFamily="34" charset="0"/>
              </a:defRPr>
            </a:lvl1pPr>
            <a:lvl2pPr marL="742950" indent="-285750" algn="ctr">
              <a:buFont typeface="Arial" panose="020B0604020202020204" pitchFamily="34" charset="0"/>
              <a:buChar char="•"/>
              <a:defRPr sz="1400"/>
            </a:lvl2pPr>
            <a:lvl3pPr marL="1200150" indent="-285750" algn="ctr">
              <a:buFont typeface="Arial" panose="020B0604020202020204" pitchFamily="34" charset="0"/>
              <a:buChar char="•"/>
              <a:defRPr sz="1400"/>
            </a:lvl3pPr>
            <a:lvl4pPr marL="1657350" indent="-285750" algn="ctr">
              <a:buFont typeface="Arial" panose="020B0604020202020204" pitchFamily="34" charset="0"/>
              <a:buChar char="•"/>
              <a:defRPr sz="1400"/>
            </a:lvl4pPr>
            <a:lvl5pPr marL="2114550" indent="-285750" algn="ctr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668653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Agenda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05E2A21-37F6-7633-D741-6F19F155C212}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b="0" i="0">
              <a:solidFill>
                <a:schemeClr val="bg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20B0B7-D2B0-2866-918C-9633806BCD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C5F834-BF27-9600-63ED-1B539273B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©2024 Girl Scouts of the USA. All Rights Reserved. Not for public distribution.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6055397-2808-E45F-3203-629C74B12C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4013" y="1303475"/>
            <a:ext cx="4215587" cy="25365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990260D-6D7B-BD3C-14FA-F5609B80493C}"/>
              </a:ext>
            </a:extLst>
          </p:cNvPr>
          <p:cNvSpPr txBox="1"/>
          <p:nvPr userDrawn="1"/>
        </p:nvSpPr>
        <p:spPr>
          <a:xfrm>
            <a:off x="266700" y="2227844"/>
            <a:ext cx="4076700" cy="68848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marR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rl Scout Display Light" panose="02020003000000000000" pitchFamily="18" charset="0"/>
                <a:ea typeface="+mj-ea"/>
                <a:cs typeface="+mj-cs"/>
              </a:rPr>
              <a:t>Agenda</a:t>
            </a:r>
            <a:endParaRPr lang="en-US" sz="4400" b="0" i="0">
              <a:solidFill>
                <a:schemeClr val="tx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7C12F6F-1502-3BC5-9600-90DF91EF2F7D}"/>
              </a:ext>
            </a:extLst>
          </p:cNvPr>
          <p:cNvSpPr/>
          <p:nvPr userDrawn="1"/>
        </p:nvSpPr>
        <p:spPr>
          <a:xfrm>
            <a:off x="4824185" y="485320"/>
            <a:ext cx="4064000" cy="4172858"/>
          </a:xfrm>
          <a:prstGeom prst="roundRect">
            <a:avLst>
              <a:gd name="adj" fmla="val 4524"/>
            </a:avLst>
          </a:prstGeom>
          <a:noFill/>
          <a:ln w="158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A5F0AD35-125C-1BF2-9CA7-51B721058C36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226912" y="1027011"/>
            <a:ext cx="3258548" cy="30894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>
              <a:lnSpc>
                <a:spcPct val="150000"/>
              </a:lnSpc>
              <a:buFont typeface="+mj-lt"/>
              <a:buAutoNum type="arabicPeriod"/>
              <a:defRPr sz="1600" b="0" i="0">
                <a:solidFill>
                  <a:schemeClr val="accent1"/>
                </a:solidFill>
                <a:latin typeface="Trefoil Sans Light" panose="020B0000000000000000" pitchFamily="34" charset="0"/>
              </a:defRPr>
            </a:lvl1pPr>
            <a:lvl2pPr marL="800100" indent="-342900">
              <a:lnSpc>
                <a:spcPct val="150000"/>
              </a:lnSpc>
              <a:buFont typeface="+mj-lt"/>
              <a:buAutoNum type="arabicPeriod"/>
              <a:defRPr sz="1600" b="0" i="0">
                <a:solidFill>
                  <a:schemeClr val="accent1"/>
                </a:solidFill>
                <a:latin typeface="Trefoil Sans Light" panose="020B0000000000000000" pitchFamily="34" charset="0"/>
              </a:defRPr>
            </a:lvl2pPr>
            <a:lvl3pPr marL="1257300" indent="-342900">
              <a:lnSpc>
                <a:spcPct val="150000"/>
              </a:lnSpc>
              <a:buFont typeface="+mj-lt"/>
              <a:buAutoNum type="arabicPeriod"/>
              <a:defRPr sz="1600" b="0" i="0">
                <a:solidFill>
                  <a:schemeClr val="accent1"/>
                </a:solidFill>
                <a:latin typeface="Trefoil Sans Light" panose="020B0000000000000000" pitchFamily="34" charset="0"/>
              </a:defRPr>
            </a:lvl3pPr>
            <a:lvl4pPr marL="1714500" indent="-342900">
              <a:lnSpc>
                <a:spcPct val="150000"/>
              </a:lnSpc>
              <a:buFont typeface="+mj-lt"/>
              <a:buAutoNum type="arabicPeriod"/>
              <a:defRPr sz="1600" b="0" i="0">
                <a:solidFill>
                  <a:schemeClr val="accent1"/>
                </a:solidFill>
                <a:latin typeface="Trefoil Sans Light" panose="020B0000000000000000" pitchFamily="34" charset="0"/>
              </a:defRPr>
            </a:lvl4pPr>
            <a:lvl5pPr marL="2171700" indent="-342900">
              <a:lnSpc>
                <a:spcPct val="150000"/>
              </a:lnSpc>
              <a:buFont typeface="+mj-lt"/>
              <a:buAutoNum type="arabicPeriod"/>
              <a:defRPr sz="1600" b="0" i="0">
                <a:solidFill>
                  <a:schemeClr val="accent1"/>
                </a:solidFill>
                <a:latin typeface="Trefoil Sans Light" panose="020B0000000000000000" pitchFamily="34" charset="0"/>
              </a:defRPr>
            </a:lvl5pPr>
          </a:lstStyle>
          <a:p>
            <a:pPr lvl="0"/>
            <a:r>
              <a:rPr lang="en-US"/>
              <a:t>Type agenda item here.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0612717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able of Contents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587238-0E66-5483-3E75-027008F21F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DC1AB8-2720-8DB4-6E33-94C371167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7" name="Text Placeholder 46">
            <a:extLst>
              <a:ext uri="{FF2B5EF4-FFF2-40B4-BE49-F238E27FC236}">
                <a16:creationId xmlns:a16="http://schemas.microsoft.com/office/drawing/2014/main" id="{E2AC4945-2B6F-405B-38B9-9C01D4163C0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96738" y="1393469"/>
            <a:ext cx="2535910" cy="41409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tx1"/>
                </a:solidFill>
                <a:latin typeface="Girl Scout Text Book" panose="02020003000000000000" pitchFamily="18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Short Section Title</a:t>
            </a:r>
          </a:p>
        </p:txBody>
      </p:sp>
      <p:sp>
        <p:nvSpPr>
          <p:cNvPr id="8" name="Text Placeholder 46">
            <a:extLst>
              <a:ext uri="{FF2B5EF4-FFF2-40B4-BE49-F238E27FC236}">
                <a16:creationId xmlns:a16="http://schemas.microsoft.com/office/drawing/2014/main" id="{585EE3CA-DBE5-D41E-8103-0F4CCD32AC7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94839" y="1393469"/>
            <a:ext cx="444839" cy="333447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tx1"/>
                </a:solidFill>
                <a:latin typeface="Girl Scout Text Book" panose="02020003000000000000" pitchFamily="18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  <a:p>
            <a:pPr lvl="0"/>
            <a:r>
              <a:rPr lang="en-US"/>
              <a:t>02</a:t>
            </a:r>
          </a:p>
          <a:p>
            <a:pPr lvl="0"/>
            <a:endParaRPr lang="en-US"/>
          </a:p>
          <a:p>
            <a:pPr lvl="0"/>
            <a:br>
              <a:rPr lang="en-US"/>
            </a:br>
            <a:br>
              <a:rPr lang="en-US"/>
            </a:br>
            <a:r>
              <a:rPr lang="en-US"/>
              <a:t>04</a:t>
            </a:r>
          </a:p>
          <a:p>
            <a:pPr lvl="0"/>
            <a:r>
              <a:rPr lang="en-US"/>
              <a:t>05</a:t>
            </a:r>
          </a:p>
          <a:p>
            <a:pPr lvl="0"/>
            <a:r>
              <a:rPr lang="en-US"/>
              <a:t>06</a:t>
            </a:r>
          </a:p>
          <a:p>
            <a:pPr lvl="0"/>
            <a:r>
              <a:rPr lang="en-US"/>
              <a:t>07</a:t>
            </a:r>
          </a:p>
        </p:txBody>
      </p:sp>
      <p:sp>
        <p:nvSpPr>
          <p:cNvPr id="9" name="Text Placeholder 46">
            <a:extLst>
              <a:ext uri="{FF2B5EF4-FFF2-40B4-BE49-F238E27FC236}">
                <a16:creationId xmlns:a16="http://schemas.microsoft.com/office/drawing/2014/main" id="{B0FE1C62-AE35-C616-6E07-C30C6C61FBC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96738" y="1631412"/>
            <a:ext cx="2535910" cy="41409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accent1"/>
                </a:solidFill>
                <a:latin typeface="Trefoil Sans Light" panose="020B0000000000000000" pitchFamily="34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Sub-Section Title</a:t>
            </a:r>
          </a:p>
        </p:txBody>
      </p:sp>
      <p:sp>
        <p:nvSpPr>
          <p:cNvPr id="10" name="Text Placeholder 46">
            <a:extLst>
              <a:ext uri="{FF2B5EF4-FFF2-40B4-BE49-F238E27FC236}">
                <a16:creationId xmlns:a16="http://schemas.microsoft.com/office/drawing/2014/main" id="{A47CC996-D12E-56A8-1945-2765E4E1759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6738" y="2075242"/>
            <a:ext cx="2535910" cy="52683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tx1"/>
                </a:solidFill>
                <a:latin typeface="Girl Scout Text Book" panose="02020003000000000000" pitchFamily="18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Medium Section Title on Two Lines</a:t>
            </a:r>
          </a:p>
        </p:txBody>
      </p:sp>
      <p:sp>
        <p:nvSpPr>
          <p:cNvPr id="11" name="Text Placeholder 46">
            <a:extLst>
              <a:ext uri="{FF2B5EF4-FFF2-40B4-BE49-F238E27FC236}">
                <a16:creationId xmlns:a16="http://schemas.microsoft.com/office/drawing/2014/main" id="{F2F5AF45-EB77-77DA-D68B-A228AF1DFA8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96738" y="2608803"/>
            <a:ext cx="2535910" cy="57258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50000"/>
              </a:lnSpc>
              <a:buNone/>
              <a:defRPr sz="1400" b="0" i="0">
                <a:solidFill>
                  <a:schemeClr val="accent1"/>
                </a:solidFill>
                <a:latin typeface="Trefoil Sans Light" panose="020B0000000000000000" pitchFamily="34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Sub-Section Title</a:t>
            </a:r>
          </a:p>
          <a:p>
            <a:pPr lvl="0"/>
            <a:r>
              <a:rPr lang="en-US"/>
              <a:t>Sub-Section Title</a:t>
            </a:r>
          </a:p>
        </p:txBody>
      </p:sp>
      <p:sp>
        <p:nvSpPr>
          <p:cNvPr id="12" name="Text Placeholder 46">
            <a:extLst>
              <a:ext uri="{FF2B5EF4-FFF2-40B4-BE49-F238E27FC236}">
                <a16:creationId xmlns:a16="http://schemas.microsoft.com/office/drawing/2014/main" id="{F088FFFD-A4DD-1FA3-C032-1A2F557C954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96736" y="3188109"/>
            <a:ext cx="3548435" cy="157204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tx1"/>
                </a:solidFill>
                <a:latin typeface="Girl Scout Text Book" panose="02020003000000000000" pitchFamily="18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Short Section Title</a:t>
            </a:r>
          </a:p>
          <a:p>
            <a:pPr lvl="0"/>
            <a:r>
              <a:rPr lang="en-US"/>
              <a:t>Short Section Title with </a:t>
            </a:r>
            <a:r>
              <a:rPr lang="en-US" err="1"/>
              <a:t>Verylongwords</a:t>
            </a:r>
            <a:endParaRPr lang="en-US"/>
          </a:p>
          <a:p>
            <a:pPr lvl="0"/>
            <a:r>
              <a:rPr lang="en-US"/>
              <a:t>Section Title</a:t>
            </a:r>
          </a:p>
          <a:p>
            <a:pPr lvl="0"/>
            <a:r>
              <a:rPr lang="en-US"/>
              <a:t>Section Title with </a:t>
            </a:r>
            <a:r>
              <a:rPr lang="en-US" err="1"/>
              <a:t>Verylongwords</a:t>
            </a:r>
            <a:endParaRPr lang="en-US"/>
          </a:p>
        </p:txBody>
      </p:sp>
      <p:sp>
        <p:nvSpPr>
          <p:cNvPr id="13" name="Text Placeholder 46">
            <a:extLst>
              <a:ext uri="{FF2B5EF4-FFF2-40B4-BE49-F238E27FC236}">
                <a16:creationId xmlns:a16="http://schemas.microsoft.com/office/drawing/2014/main" id="{7F736F3A-C6B8-4469-333B-6E4AF20D21C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45947" y="1393469"/>
            <a:ext cx="2535910" cy="41409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tx1"/>
                </a:solidFill>
                <a:latin typeface="Girl Scout Text Book" panose="02020003000000000000" pitchFamily="18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Short Section Title</a:t>
            </a:r>
          </a:p>
        </p:txBody>
      </p:sp>
      <p:sp>
        <p:nvSpPr>
          <p:cNvPr id="14" name="Text Placeholder 46">
            <a:extLst>
              <a:ext uri="{FF2B5EF4-FFF2-40B4-BE49-F238E27FC236}">
                <a16:creationId xmlns:a16="http://schemas.microsoft.com/office/drawing/2014/main" id="{C23468F3-42BF-ECEB-78D0-7CFD2C9B5FB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944048" y="1393469"/>
            <a:ext cx="444839" cy="333447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tx1"/>
                </a:solidFill>
                <a:latin typeface="Girl Scout Text Book" panose="02020003000000000000" pitchFamily="18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08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r>
              <a:rPr lang="en-US"/>
              <a:t>09</a:t>
            </a:r>
          </a:p>
          <a:p>
            <a:pPr lvl="0"/>
            <a:r>
              <a:rPr lang="en-US"/>
              <a:t>10</a:t>
            </a:r>
          </a:p>
          <a:p>
            <a:pPr lvl="0"/>
            <a:r>
              <a:rPr lang="en-US"/>
              <a:t>11</a:t>
            </a:r>
          </a:p>
        </p:txBody>
      </p:sp>
      <p:sp>
        <p:nvSpPr>
          <p:cNvPr id="15" name="Text Placeholder 46">
            <a:extLst>
              <a:ext uri="{FF2B5EF4-FFF2-40B4-BE49-F238E27FC236}">
                <a16:creationId xmlns:a16="http://schemas.microsoft.com/office/drawing/2014/main" id="{0779C7E8-AD04-680F-E04A-458F5F297D0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545947" y="1631411"/>
            <a:ext cx="2251853" cy="215394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accent1"/>
                </a:solidFill>
                <a:latin typeface="Trefoil Sans Light" panose="020B0000000000000000" pitchFamily="34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Sub-Section Title</a:t>
            </a:r>
          </a:p>
          <a:p>
            <a:pPr lvl="0"/>
            <a:r>
              <a:rPr lang="en-US"/>
              <a:t>Sub-Section Title that is on two lines</a:t>
            </a:r>
          </a:p>
          <a:p>
            <a:pPr lvl="0"/>
            <a:r>
              <a:rPr lang="en-US"/>
              <a:t>Very Long Sub-Section Title that is on three long lines like this</a:t>
            </a:r>
          </a:p>
          <a:p>
            <a:pPr lvl="0"/>
            <a:r>
              <a:rPr lang="en-US"/>
              <a:t>Sub Section Title</a:t>
            </a:r>
          </a:p>
          <a:p>
            <a:pPr lvl="0"/>
            <a:r>
              <a:rPr lang="en-US"/>
              <a:t>Sub-Section Title</a:t>
            </a:r>
          </a:p>
        </p:txBody>
      </p:sp>
      <p:sp>
        <p:nvSpPr>
          <p:cNvPr id="16" name="Text Placeholder 46">
            <a:extLst>
              <a:ext uri="{FF2B5EF4-FFF2-40B4-BE49-F238E27FC236}">
                <a16:creationId xmlns:a16="http://schemas.microsoft.com/office/drawing/2014/main" id="{B7C9F0EB-5FA0-6293-2E32-5918FA5F885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545947" y="3785355"/>
            <a:ext cx="3548435" cy="93245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tx1"/>
                </a:solidFill>
                <a:latin typeface="Girl Scout Text Book" panose="02020003000000000000" pitchFamily="18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Section Title</a:t>
            </a:r>
          </a:p>
          <a:p>
            <a:pPr lvl="0"/>
            <a:r>
              <a:rPr lang="en-US"/>
              <a:t>Section Title</a:t>
            </a:r>
          </a:p>
          <a:p>
            <a:pPr lvl="0"/>
            <a:r>
              <a:rPr lang="en-US"/>
              <a:t>Section Title</a:t>
            </a:r>
          </a:p>
        </p:txBody>
      </p:sp>
      <p:sp>
        <p:nvSpPr>
          <p:cNvPr id="17" name="Text Placeholder 46">
            <a:extLst>
              <a:ext uri="{FF2B5EF4-FFF2-40B4-BE49-F238E27FC236}">
                <a16:creationId xmlns:a16="http://schemas.microsoft.com/office/drawing/2014/main" id="{FAF80888-2CAD-66F9-04B0-92A294D9184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94839" y="-11945"/>
            <a:ext cx="8801100" cy="279220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tx1"/>
                </a:solidFill>
                <a:latin typeface="Trefoil Sans Medium" panose="020B0000000000000000" pitchFamily="34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Type here to enter the presentation section name.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40CB4363-9E1C-AAB2-469B-D8284C6E0E3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94839" y="660277"/>
            <a:ext cx="7886700" cy="62153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8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28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28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28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28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87279896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le of Contents-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D73FE4-73F4-E3B9-ADCD-D01453D4AB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5177C1-CA80-3A37-D57B-094DB987B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6" name="Delay 5">
            <a:extLst>
              <a:ext uri="{FF2B5EF4-FFF2-40B4-BE49-F238E27FC236}">
                <a16:creationId xmlns:a16="http://schemas.microsoft.com/office/drawing/2014/main" id="{A02F7A34-1C07-8D9E-0935-1DBEF963A0C1}"/>
              </a:ext>
            </a:extLst>
          </p:cNvPr>
          <p:cNvSpPr/>
          <p:nvPr userDrawn="1"/>
        </p:nvSpPr>
        <p:spPr>
          <a:xfrm rot="16200000">
            <a:off x="4484786" y="1059087"/>
            <a:ext cx="629732" cy="625581"/>
          </a:xfrm>
          <a:prstGeom prst="flowChartDelay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5"/>
              </a:solidFill>
            </a:endParaRPr>
          </a:p>
        </p:txBody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3123B02D-E019-3D0B-6F5F-B97289749179}"/>
              </a:ext>
            </a:extLst>
          </p:cNvPr>
          <p:cNvSpPr/>
          <p:nvPr userDrawn="1"/>
        </p:nvSpPr>
        <p:spPr>
          <a:xfrm>
            <a:off x="4421604" y="1775682"/>
            <a:ext cx="756096" cy="651807"/>
          </a:xfrm>
          <a:prstGeom prst="hexagon">
            <a:avLst>
              <a:gd name="adj" fmla="val 28448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B3B0546-7B01-214E-A1E5-6DABFA87007B}"/>
              </a:ext>
            </a:extLst>
          </p:cNvPr>
          <p:cNvSpPr/>
          <p:nvPr userDrawn="1"/>
        </p:nvSpPr>
        <p:spPr>
          <a:xfrm>
            <a:off x="4473749" y="2526990"/>
            <a:ext cx="651806" cy="651807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D7D95DE-1B9E-7EE8-1071-5B61CFD3F616}"/>
              </a:ext>
            </a:extLst>
          </p:cNvPr>
          <p:cNvSpPr/>
          <p:nvPr userDrawn="1"/>
        </p:nvSpPr>
        <p:spPr>
          <a:xfrm>
            <a:off x="4516278" y="3989567"/>
            <a:ext cx="566749" cy="65809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Octagon 9">
            <a:extLst>
              <a:ext uri="{FF2B5EF4-FFF2-40B4-BE49-F238E27FC236}">
                <a16:creationId xmlns:a16="http://schemas.microsoft.com/office/drawing/2014/main" id="{B2F436AC-9BAE-8DEB-4C48-E49A4F7D9B41}"/>
              </a:ext>
            </a:extLst>
          </p:cNvPr>
          <p:cNvSpPr/>
          <p:nvPr userDrawn="1"/>
        </p:nvSpPr>
        <p:spPr>
          <a:xfrm>
            <a:off x="4486086" y="3273496"/>
            <a:ext cx="627133" cy="627133"/>
          </a:xfrm>
          <a:prstGeom prst="oct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A647192-E07B-CC16-47AB-AB1083EAFDC8}"/>
              </a:ext>
            </a:extLst>
          </p:cNvPr>
          <p:cNvSpPr/>
          <p:nvPr userDrawn="1"/>
        </p:nvSpPr>
        <p:spPr>
          <a:xfrm>
            <a:off x="5273750" y="1039178"/>
            <a:ext cx="3675412" cy="629733"/>
          </a:xfrm>
          <a:prstGeom prst="roundRect">
            <a:avLst>
              <a:gd name="adj" fmla="val 11039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6159974-9051-C859-A5B0-8764873E4050}"/>
              </a:ext>
            </a:extLst>
          </p:cNvPr>
          <p:cNvSpPr/>
          <p:nvPr userDrawn="1"/>
        </p:nvSpPr>
        <p:spPr>
          <a:xfrm>
            <a:off x="5273750" y="1783084"/>
            <a:ext cx="3675412" cy="629733"/>
          </a:xfrm>
          <a:prstGeom prst="roundRect">
            <a:avLst>
              <a:gd name="adj" fmla="val 11039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36B4DDF-DBCC-40A4-003C-FC8F3A6A803C}"/>
              </a:ext>
            </a:extLst>
          </p:cNvPr>
          <p:cNvSpPr/>
          <p:nvPr userDrawn="1"/>
        </p:nvSpPr>
        <p:spPr>
          <a:xfrm>
            <a:off x="5273750" y="2526990"/>
            <a:ext cx="3675412" cy="629733"/>
          </a:xfrm>
          <a:prstGeom prst="roundRect">
            <a:avLst>
              <a:gd name="adj" fmla="val 11039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DFA3E5E-1786-71F6-21C9-1205DBA389D4}"/>
              </a:ext>
            </a:extLst>
          </p:cNvPr>
          <p:cNvSpPr/>
          <p:nvPr userDrawn="1"/>
        </p:nvSpPr>
        <p:spPr>
          <a:xfrm>
            <a:off x="5273750" y="3270896"/>
            <a:ext cx="3675412" cy="629733"/>
          </a:xfrm>
          <a:prstGeom prst="roundRect">
            <a:avLst>
              <a:gd name="adj" fmla="val 11039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BFAFBC5-CFD4-C696-DE9D-37914CC597DB}"/>
              </a:ext>
            </a:extLst>
          </p:cNvPr>
          <p:cNvSpPr/>
          <p:nvPr userDrawn="1"/>
        </p:nvSpPr>
        <p:spPr>
          <a:xfrm>
            <a:off x="5273750" y="4017931"/>
            <a:ext cx="3675412" cy="629733"/>
          </a:xfrm>
          <a:prstGeom prst="roundRect">
            <a:avLst>
              <a:gd name="adj" fmla="val 11039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46">
            <a:extLst>
              <a:ext uri="{FF2B5EF4-FFF2-40B4-BE49-F238E27FC236}">
                <a16:creationId xmlns:a16="http://schemas.microsoft.com/office/drawing/2014/main" id="{A5E6540E-1B00-9F69-4697-3855E129DC1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418355" y="1044600"/>
            <a:ext cx="3399580" cy="62118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000" b="0" i="0">
                <a:solidFill>
                  <a:schemeClr val="tx1"/>
                </a:solidFill>
                <a:latin typeface="Girl Scout Text Book" panose="02020003000000000000" pitchFamily="18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Section 1 Title</a:t>
            </a:r>
          </a:p>
        </p:txBody>
      </p:sp>
      <p:sp>
        <p:nvSpPr>
          <p:cNvPr id="17" name="Text Placeholder 46">
            <a:extLst>
              <a:ext uri="{FF2B5EF4-FFF2-40B4-BE49-F238E27FC236}">
                <a16:creationId xmlns:a16="http://schemas.microsoft.com/office/drawing/2014/main" id="{9C3ABEE9-7002-279E-9BE9-83E1520158B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418355" y="1788879"/>
            <a:ext cx="3399580" cy="62080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000" b="0" i="0">
                <a:solidFill>
                  <a:schemeClr val="tx1"/>
                </a:solidFill>
                <a:latin typeface="Girl Scout Text Book" panose="02020003000000000000" pitchFamily="18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Section 2 Title</a:t>
            </a:r>
          </a:p>
        </p:txBody>
      </p:sp>
      <p:sp>
        <p:nvSpPr>
          <p:cNvPr id="18" name="Text Placeholder 46">
            <a:extLst>
              <a:ext uri="{FF2B5EF4-FFF2-40B4-BE49-F238E27FC236}">
                <a16:creationId xmlns:a16="http://schemas.microsoft.com/office/drawing/2014/main" id="{45E5D917-9461-658E-36B5-83357A56D4B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18355" y="2526097"/>
            <a:ext cx="3399580" cy="62080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000" b="0" i="0">
                <a:solidFill>
                  <a:schemeClr val="tx1"/>
                </a:solidFill>
                <a:latin typeface="Girl Scout Text Book" panose="02020003000000000000" pitchFamily="18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Section 3 Title</a:t>
            </a:r>
          </a:p>
        </p:txBody>
      </p:sp>
      <p:sp>
        <p:nvSpPr>
          <p:cNvPr id="19" name="Text Placeholder 46">
            <a:extLst>
              <a:ext uri="{FF2B5EF4-FFF2-40B4-BE49-F238E27FC236}">
                <a16:creationId xmlns:a16="http://schemas.microsoft.com/office/drawing/2014/main" id="{5D3A2EF0-8925-4C32-7FB7-4917D53EB52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418355" y="3270896"/>
            <a:ext cx="3399580" cy="62080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000" b="0" i="0">
                <a:solidFill>
                  <a:schemeClr val="tx1"/>
                </a:solidFill>
                <a:latin typeface="Girl Scout Text Book" panose="02020003000000000000" pitchFamily="18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Section 4 Title</a:t>
            </a:r>
          </a:p>
        </p:txBody>
      </p:sp>
      <p:sp>
        <p:nvSpPr>
          <p:cNvPr id="20" name="Text Placeholder 46">
            <a:extLst>
              <a:ext uri="{FF2B5EF4-FFF2-40B4-BE49-F238E27FC236}">
                <a16:creationId xmlns:a16="http://schemas.microsoft.com/office/drawing/2014/main" id="{3608F797-E7D5-AC3F-43DE-DEE2C5363E8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418355" y="4026855"/>
            <a:ext cx="3399580" cy="62080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000" b="0" i="0">
                <a:solidFill>
                  <a:schemeClr val="tx1"/>
                </a:solidFill>
                <a:latin typeface="Girl Scout Text Book" panose="02020003000000000000" pitchFamily="18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Section 5 Title</a:t>
            </a:r>
          </a:p>
        </p:txBody>
      </p:sp>
      <p:sp>
        <p:nvSpPr>
          <p:cNvPr id="21" name="Text Placeholder 46">
            <a:extLst>
              <a:ext uri="{FF2B5EF4-FFF2-40B4-BE49-F238E27FC236}">
                <a16:creationId xmlns:a16="http://schemas.microsoft.com/office/drawing/2014/main" id="{C8F09761-9B93-39E8-273B-4E5D864F8FA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86085" y="1053577"/>
            <a:ext cx="625582" cy="62973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0" i="0">
                <a:solidFill>
                  <a:schemeClr val="tx1"/>
                </a:solidFill>
                <a:latin typeface="Girl Scout Text Book" panose="02020003000000000000" pitchFamily="18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22" name="Text Placeholder 46">
            <a:extLst>
              <a:ext uri="{FF2B5EF4-FFF2-40B4-BE49-F238E27FC236}">
                <a16:creationId xmlns:a16="http://schemas.microsoft.com/office/drawing/2014/main" id="{55A4E490-5E53-0B6B-327A-6B7477751DC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86085" y="1783680"/>
            <a:ext cx="625582" cy="64380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0" i="0">
                <a:solidFill>
                  <a:schemeClr val="tx1"/>
                </a:solidFill>
                <a:latin typeface="Girl Scout Text Book" panose="02020003000000000000" pitchFamily="18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2</a:t>
            </a:r>
          </a:p>
        </p:txBody>
      </p:sp>
      <p:sp>
        <p:nvSpPr>
          <p:cNvPr id="23" name="Text Placeholder 46">
            <a:extLst>
              <a:ext uri="{FF2B5EF4-FFF2-40B4-BE49-F238E27FC236}">
                <a16:creationId xmlns:a16="http://schemas.microsoft.com/office/drawing/2014/main" id="{2109A760-F3AC-1279-BE5B-7FBD2D21A26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86085" y="2535047"/>
            <a:ext cx="625582" cy="64380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0" i="0">
                <a:solidFill>
                  <a:schemeClr val="tx1"/>
                </a:solidFill>
                <a:latin typeface="Girl Scout Text Book" panose="02020003000000000000" pitchFamily="18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3</a:t>
            </a:r>
          </a:p>
        </p:txBody>
      </p:sp>
      <p:sp>
        <p:nvSpPr>
          <p:cNvPr id="24" name="Text Placeholder 46">
            <a:extLst>
              <a:ext uri="{FF2B5EF4-FFF2-40B4-BE49-F238E27FC236}">
                <a16:creationId xmlns:a16="http://schemas.microsoft.com/office/drawing/2014/main" id="{8DC9EB12-BCA8-6531-93D9-EBB3357287F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86085" y="3286416"/>
            <a:ext cx="625582" cy="60529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0" i="0">
                <a:solidFill>
                  <a:schemeClr val="tx1"/>
                </a:solidFill>
                <a:latin typeface="Girl Scout Text Book" panose="02020003000000000000" pitchFamily="18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4</a:t>
            </a:r>
          </a:p>
        </p:txBody>
      </p:sp>
      <p:sp>
        <p:nvSpPr>
          <p:cNvPr id="25" name="Text Placeholder 46">
            <a:extLst>
              <a:ext uri="{FF2B5EF4-FFF2-40B4-BE49-F238E27FC236}">
                <a16:creationId xmlns:a16="http://schemas.microsoft.com/office/drawing/2014/main" id="{061CC797-71BB-3D89-7FD4-54D5298E54E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86085" y="3995252"/>
            <a:ext cx="625582" cy="652411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0" i="0">
                <a:solidFill>
                  <a:schemeClr val="bg1"/>
                </a:solidFill>
                <a:latin typeface="Girl Scout Text Book" panose="02020003000000000000" pitchFamily="18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5</a:t>
            </a:r>
          </a:p>
        </p:txBody>
      </p:sp>
      <p:sp>
        <p:nvSpPr>
          <p:cNvPr id="27" name="Text Placeholder 46">
            <a:extLst>
              <a:ext uri="{FF2B5EF4-FFF2-40B4-BE49-F238E27FC236}">
                <a16:creationId xmlns:a16="http://schemas.microsoft.com/office/drawing/2014/main" id="{64135BB8-56D4-A68E-4F7F-13622EE7B3C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94839" y="-11945"/>
            <a:ext cx="8801100" cy="279220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tx1"/>
                </a:solidFill>
                <a:latin typeface="Trefoil Sans Medium" panose="020B0000000000000000" pitchFamily="34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Type here to enter the presentation section name.</a:t>
            </a:r>
          </a:p>
        </p:txBody>
      </p:sp>
      <p:sp>
        <p:nvSpPr>
          <p:cNvPr id="29" name="Text Placeholder 19">
            <a:extLst>
              <a:ext uri="{FF2B5EF4-FFF2-40B4-BE49-F238E27FC236}">
                <a16:creationId xmlns:a16="http://schemas.microsoft.com/office/drawing/2014/main" id="{B1A0DC14-6A1F-14DA-F376-CDF974DA4DC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94839" y="608611"/>
            <a:ext cx="7886700" cy="62153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8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28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28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28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28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219718209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Section Slide - Rectang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9B66E87-A9B3-430E-2936-14B1FE9DD931}"/>
              </a:ext>
            </a:extLst>
          </p:cNvPr>
          <p:cNvSpPr/>
          <p:nvPr userDrawn="1"/>
        </p:nvSpPr>
        <p:spPr>
          <a:xfrm>
            <a:off x="244893" y="240185"/>
            <a:ext cx="8654213" cy="4606567"/>
          </a:xfrm>
          <a:prstGeom prst="roundRect">
            <a:avLst>
              <a:gd name="adj" fmla="val 582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02E96F3-C9DC-23F3-1F8D-D06FAB0535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85459" y="4972051"/>
            <a:ext cx="550592" cy="18273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600" b="0" i="0">
                <a:solidFill>
                  <a:schemeClr val="tx1"/>
                </a:solidFill>
                <a:latin typeface="Girl Scout Text Book" panose="02020003000000000000" pitchFamily="18" charset="0"/>
              </a:defRPr>
            </a:lvl1pPr>
          </a:lstStyle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0ADEA62C-69C6-D9E4-D176-13A9385FDF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1449" y="4998093"/>
            <a:ext cx="5673297" cy="15457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0" marR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450" b="0" i="0" u="none" strike="noStrike" smtClean="0">
                <a:effectLst/>
                <a:latin typeface="Girl Scout Text Book" panose="02020003000000000000" pitchFamily="18" charset="0"/>
              </a:defRPr>
            </a:lvl1pPr>
          </a:lstStyle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D7F59519-B477-27D0-CEAA-C809C5FAF4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541" y="609600"/>
            <a:ext cx="7826918" cy="3924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7000" b="0" i="0">
                <a:solidFill>
                  <a:schemeClr val="bg1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70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70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70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70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Edit Section Title/#</a:t>
            </a:r>
          </a:p>
        </p:txBody>
      </p:sp>
    </p:spTree>
    <p:extLst>
      <p:ext uri="{BB962C8B-B14F-4D97-AF65-F5344CB8AC3E}">
        <p14:creationId xmlns:p14="http://schemas.microsoft.com/office/powerpoint/2010/main" val="93371644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Section Slide - Capsu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1390F0-A767-3F9A-2880-AF539C30A1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AD6C58-22AB-B6CC-D535-40422DC0E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BAE5CC1-CC28-6E75-A6D1-453DA747621C}"/>
              </a:ext>
            </a:extLst>
          </p:cNvPr>
          <p:cNvSpPr/>
          <p:nvPr userDrawn="1"/>
        </p:nvSpPr>
        <p:spPr>
          <a:xfrm rot="16200000">
            <a:off x="2589667" y="-1699851"/>
            <a:ext cx="3964666" cy="8437937"/>
          </a:xfrm>
          <a:prstGeom prst="roundRect">
            <a:avLst>
              <a:gd name="adj" fmla="val 50000"/>
            </a:avLst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endParaRPr lang="en-US" sz="9600">
              <a:solidFill>
                <a:srgbClr val="CCB2FA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8" name="Text Placeholder 18">
            <a:extLst>
              <a:ext uri="{FF2B5EF4-FFF2-40B4-BE49-F238E27FC236}">
                <a16:creationId xmlns:a16="http://schemas.microsoft.com/office/drawing/2014/main" id="{8E2EDD88-0B72-A6F1-E6E5-9ADCE4E149B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541" y="712608"/>
            <a:ext cx="7826918" cy="37182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70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70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70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70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70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Edit Section Title/#</a:t>
            </a:r>
          </a:p>
        </p:txBody>
      </p:sp>
    </p:spTree>
    <p:extLst>
      <p:ext uri="{BB962C8B-B14F-4D97-AF65-F5344CB8AC3E}">
        <p14:creationId xmlns:p14="http://schemas.microsoft.com/office/powerpoint/2010/main" val="357969000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Blank Slide |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A734A4EB-5C34-F9E2-46C7-DB737EE51762}"/>
              </a:ext>
            </a:extLst>
          </p:cNvPr>
          <p:cNvGrpSpPr/>
          <p:nvPr userDrawn="1"/>
        </p:nvGrpSpPr>
        <p:grpSpPr>
          <a:xfrm>
            <a:off x="-20163" y="4972051"/>
            <a:ext cx="9164163" cy="193572"/>
            <a:chOff x="-20163" y="4972051"/>
            <a:chExt cx="9164163" cy="19357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FCF7CCB-F1E4-EA15-54A1-996572EB8C7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291462" y="4972051"/>
              <a:ext cx="191143" cy="19114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 b="0" i="0">
                <a:solidFill>
                  <a:schemeClr val="bg1"/>
                </a:solidFill>
                <a:latin typeface="Girl Scout Display Light" panose="02020003000000000000" pitchFamily="18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A975486-3371-8431-638C-AA06E1F3656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82604" y="4972051"/>
              <a:ext cx="191143" cy="19114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 b="0" i="0">
                <a:solidFill>
                  <a:schemeClr val="bg1"/>
                </a:solidFill>
                <a:latin typeface="Girl Scout Display Light" panose="02020003000000000000" pitchFamily="18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2F60166-F3B4-E74A-6453-4871A91D03E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73746" y="4972051"/>
              <a:ext cx="470254" cy="191143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 b="0" i="0">
                <a:solidFill>
                  <a:schemeClr val="bg1"/>
                </a:solidFill>
                <a:latin typeface="Girl Scout Display Light" panose="02020003000000000000" pitchFamily="18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EC90754-537A-43D1-AA74-18E43DAFB12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20163" y="4974480"/>
              <a:ext cx="8119809" cy="191143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 b="0" i="0">
                <a:solidFill>
                  <a:schemeClr val="bg1"/>
                </a:solidFill>
                <a:latin typeface="Girl Scout Display Light" panose="02020003000000000000" pitchFamily="18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A0C2229-5110-B90E-53FC-6D7FF06F323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01073" y="4972051"/>
              <a:ext cx="191143" cy="19114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 b="0" i="0">
                <a:solidFill>
                  <a:schemeClr val="bg1"/>
                </a:solidFill>
                <a:latin typeface="Girl Scout Display Light" panose="02020003000000000000" pitchFamily="18" charset="0"/>
              </a:endParaRPr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C4C21FD5-6695-4CDD-7667-35E9508D004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503637" y="4996900"/>
              <a:ext cx="146304" cy="146304"/>
            </a:xfrm>
            <a:prstGeom prst="rect">
              <a:avLst/>
            </a:prstGeom>
          </p:spPr>
        </p:pic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D7085DD7-DBBB-1A3F-33B2-3EC578C1D5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317203" y="4998338"/>
              <a:ext cx="137160" cy="137160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E0F2D166-BA62-79D8-95BF-1CDC9AADEBC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148515" y="4999042"/>
              <a:ext cx="100871" cy="137160"/>
            </a:xfrm>
            <a:prstGeom prst="rect">
              <a:avLst/>
            </a:prstGeom>
          </p:spPr>
        </p:pic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194D26-0CEC-F9B4-9417-A58E2380E8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EC401D-E804-B35D-6E4B-4F5422767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23" name="Text Placeholder 46">
            <a:extLst>
              <a:ext uri="{FF2B5EF4-FFF2-40B4-BE49-F238E27FC236}">
                <a16:creationId xmlns:a16="http://schemas.microsoft.com/office/drawing/2014/main" id="{CA5BE4F5-53C5-4DDD-1E51-EE6C82B0E84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94839" y="-11945"/>
            <a:ext cx="8801100" cy="279220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tx1"/>
                </a:solidFill>
                <a:latin typeface="Trefoil Sans Medium" panose="020B0000000000000000" pitchFamily="34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Type here to enter the presentation section name.</a:t>
            </a:r>
          </a:p>
        </p:txBody>
      </p:sp>
    </p:spTree>
    <p:extLst>
      <p:ext uri="{BB962C8B-B14F-4D97-AF65-F5344CB8AC3E}">
        <p14:creationId xmlns:p14="http://schemas.microsoft.com/office/powerpoint/2010/main" val="100783601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Statement Slide | XL Tex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D7393D5-A1E6-0C20-8234-B0BE8476A5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93DE9F-3295-EF29-E327-800C5036E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B66F5CFB-1190-4016-255A-5BAC26B1D6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92488" y="274638"/>
            <a:ext cx="8843562" cy="439049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defRPr sz="6000" b="0" i="0">
                <a:solidFill>
                  <a:schemeClr val="accent4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70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70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70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70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a large multi-line statement text.</a:t>
            </a:r>
          </a:p>
        </p:txBody>
      </p:sp>
    </p:spTree>
    <p:extLst>
      <p:ext uri="{BB962C8B-B14F-4D97-AF65-F5344CB8AC3E}">
        <p14:creationId xmlns:p14="http://schemas.microsoft.com/office/powerpoint/2010/main" val="418662715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Statement Slide | S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D7393D5-A1E6-0C20-8234-B0BE8476A5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93DE9F-3295-EF29-E327-800C5036E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5" name="Text Placeholder 18">
            <a:extLst>
              <a:ext uri="{FF2B5EF4-FFF2-40B4-BE49-F238E27FC236}">
                <a16:creationId xmlns:a16="http://schemas.microsoft.com/office/drawing/2014/main" id="{B41F3119-42F1-B5D7-C700-42EB509404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92488" y="274638"/>
            <a:ext cx="8843562" cy="439049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defRPr sz="4000" b="0" i="0">
                <a:solidFill>
                  <a:schemeClr val="accent3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70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70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70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70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a small multi-line statement text.</a:t>
            </a:r>
          </a:p>
        </p:txBody>
      </p:sp>
    </p:spTree>
    <p:extLst>
      <p:ext uri="{BB962C8B-B14F-4D97-AF65-F5344CB8AC3E}">
        <p14:creationId xmlns:p14="http://schemas.microsoft.com/office/powerpoint/2010/main" val="317797781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3_Statement Slide - Capsule Shap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1390F0-A767-3F9A-2880-AF539C30A1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AD6C58-22AB-B6CC-D535-40422DC0E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2" name="Text Placeholder 46">
            <a:extLst>
              <a:ext uri="{FF2B5EF4-FFF2-40B4-BE49-F238E27FC236}">
                <a16:creationId xmlns:a16="http://schemas.microsoft.com/office/drawing/2014/main" id="{05242535-DC30-4081-7735-B987D5408FF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94839" y="-11945"/>
            <a:ext cx="8801100" cy="279220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Trefoil Sans Medium" panose="020B0000000000000000" pitchFamily="34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Type here to enter the presentation section name.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7716EDA-9342-27C5-B7D9-E58A8B08365B}"/>
              </a:ext>
            </a:extLst>
          </p:cNvPr>
          <p:cNvSpPr/>
          <p:nvPr userDrawn="1"/>
        </p:nvSpPr>
        <p:spPr>
          <a:xfrm rot="16200000">
            <a:off x="2646795" y="-1458058"/>
            <a:ext cx="3850410" cy="819365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11" name="Text Placeholder 18">
            <a:extLst>
              <a:ext uri="{FF2B5EF4-FFF2-40B4-BE49-F238E27FC236}">
                <a16:creationId xmlns:a16="http://schemas.microsoft.com/office/drawing/2014/main" id="{5E790FC0-FDFA-5C73-7CDD-76BCEC55101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34067" y="1140113"/>
            <a:ext cx="5875866" cy="29591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4500" b="0" i="0">
                <a:solidFill>
                  <a:schemeClr val="tx1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70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70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70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70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Slide Header</a:t>
            </a:r>
          </a:p>
        </p:txBody>
      </p:sp>
    </p:spTree>
    <p:extLst>
      <p:ext uri="{BB962C8B-B14F-4D97-AF65-F5344CB8AC3E}">
        <p14:creationId xmlns:p14="http://schemas.microsoft.com/office/powerpoint/2010/main" val="215829867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4_Statement Slide - Semi-Circle Shap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E1E49928-F0FA-F03C-8DBE-2F68D733FB82}"/>
              </a:ext>
            </a:extLst>
          </p:cNvPr>
          <p:cNvSpPr/>
          <p:nvPr userDrawn="1"/>
        </p:nvSpPr>
        <p:spPr>
          <a:xfrm>
            <a:off x="766599" y="713564"/>
            <a:ext cx="7657579" cy="3850411"/>
          </a:xfrm>
          <a:custGeom>
            <a:avLst/>
            <a:gdLst>
              <a:gd name="connsiteX0" fmla="*/ 570975 w 1141950"/>
              <a:gd name="connsiteY0" fmla="*/ 0 h 574390"/>
              <a:gd name="connsiteX1" fmla="*/ 1141950 w 1141950"/>
              <a:gd name="connsiteY1" fmla="*/ 570975 h 574390"/>
              <a:gd name="connsiteX2" fmla="*/ 1141606 w 1141950"/>
              <a:gd name="connsiteY2" fmla="*/ 574390 h 574390"/>
              <a:gd name="connsiteX3" fmla="*/ 345 w 1141950"/>
              <a:gd name="connsiteY3" fmla="*/ 574390 h 574390"/>
              <a:gd name="connsiteX4" fmla="*/ 0 w 1141950"/>
              <a:gd name="connsiteY4" fmla="*/ 570975 h 574390"/>
              <a:gd name="connsiteX5" fmla="*/ 570975 w 1141950"/>
              <a:gd name="connsiteY5" fmla="*/ 0 h 574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41950" h="574390">
                <a:moveTo>
                  <a:pt x="570975" y="0"/>
                </a:moveTo>
                <a:cubicBezTo>
                  <a:pt x="886316" y="0"/>
                  <a:pt x="1141950" y="255634"/>
                  <a:pt x="1141950" y="570975"/>
                </a:cubicBezTo>
                <a:lnTo>
                  <a:pt x="1141606" y="574390"/>
                </a:lnTo>
                <a:lnTo>
                  <a:pt x="345" y="574390"/>
                </a:lnTo>
                <a:lnTo>
                  <a:pt x="0" y="570975"/>
                </a:lnTo>
                <a:cubicBezTo>
                  <a:pt x="0" y="255634"/>
                  <a:pt x="255634" y="0"/>
                  <a:pt x="570975" y="0"/>
                </a:cubicBezTo>
                <a:close/>
              </a:path>
            </a:pathLst>
          </a:cu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1390F0-A767-3F9A-2880-AF539C30A1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AD6C58-22AB-B6CC-D535-40422DC0E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2" name="Text Placeholder 46">
            <a:extLst>
              <a:ext uri="{FF2B5EF4-FFF2-40B4-BE49-F238E27FC236}">
                <a16:creationId xmlns:a16="http://schemas.microsoft.com/office/drawing/2014/main" id="{05242535-DC30-4081-7735-B987D5408FF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94839" y="-11945"/>
            <a:ext cx="8801100" cy="279220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tx1"/>
                </a:solidFill>
                <a:latin typeface="Trefoil Sans Medium" panose="020B0000000000000000" pitchFamily="34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Type here to enter the presentation section name.</a:t>
            </a:r>
          </a:p>
        </p:txBody>
      </p:sp>
      <p:sp>
        <p:nvSpPr>
          <p:cNvPr id="9" name="Text Placeholder 18">
            <a:extLst>
              <a:ext uri="{FF2B5EF4-FFF2-40B4-BE49-F238E27FC236}">
                <a16:creationId xmlns:a16="http://schemas.microsoft.com/office/drawing/2014/main" id="{EC2560ED-3F0B-CE1E-18CE-BD6155524D1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34067" y="1604875"/>
            <a:ext cx="5875866" cy="29591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45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70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70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70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70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Slide Header</a:t>
            </a:r>
          </a:p>
        </p:txBody>
      </p:sp>
    </p:spTree>
    <p:extLst>
      <p:ext uri="{BB962C8B-B14F-4D97-AF65-F5344CB8AC3E}">
        <p14:creationId xmlns:p14="http://schemas.microsoft.com/office/powerpoint/2010/main" val="171591369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Statement Slide | Frame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4DCF8CC6-0488-98FA-7921-E0837D9B48CE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>
              <a:gd name="connsiteX0" fmla="*/ 636268 w 9143999"/>
              <a:gd name="connsiteY0" fmla="*/ 617032 h 5143500"/>
              <a:gd name="connsiteX1" fmla="*/ 636268 w 9143999"/>
              <a:gd name="connsiteY1" fmla="*/ 4526468 h 5143500"/>
              <a:gd name="connsiteX2" fmla="*/ 8507730 w 9143999"/>
              <a:gd name="connsiteY2" fmla="*/ 4526468 h 5143500"/>
              <a:gd name="connsiteX3" fmla="*/ 8507730 w 9143999"/>
              <a:gd name="connsiteY3" fmla="*/ 617032 h 5143500"/>
              <a:gd name="connsiteX4" fmla="*/ 0 w 9143999"/>
              <a:gd name="connsiteY4" fmla="*/ 0 h 5143500"/>
              <a:gd name="connsiteX5" fmla="*/ 9143999 w 9143999"/>
              <a:gd name="connsiteY5" fmla="*/ 0 h 5143500"/>
              <a:gd name="connsiteX6" fmla="*/ 9143999 w 9143999"/>
              <a:gd name="connsiteY6" fmla="*/ 5143500 h 5143500"/>
              <a:gd name="connsiteX7" fmla="*/ 0 w 9143999"/>
              <a:gd name="connsiteY7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3999" h="5143500">
                <a:moveTo>
                  <a:pt x="636268" y="617032"/>
                </a:moveTo>
                <a:lnTo>
                  <a:pt x="636268" y="4526468"/>
                </a:lnTo>
                <a:lnTo>
                  <a:pt x="8507730" y="4526468"/>
                </a:lnTo>
                <a:lnTo>
                  <a:pt x="8507730" y="617032"/>
                </a:lnTo>
                <a:close/>
                <a:moveTo>
                  <a:pt x="0" y="0"/>
                </a:moveTo>
                <a:lnTo>
                  <a:pt x="9143999" y="0"/>
                </a:lnTo>
                <a:lnTo>
                  <a:pt x="9143999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CD129EEF-6CD7-632C-104A-365C8CF0BED8}"/>
              </a:ext>
            </a:extLst>
          </p:cNvPr>
          <p:cNvSpPr/>
          <p:nvPr userDrawn="1"/>
        </p:nvSpPr>
        <p:spPr>
          <a:xfrm flipV="1">
            <a:off x="133320" y="124885"/>
            <a:ext cx="8877359" cy="4893730"/>
          </a:xfrm>
          <a:custGeom>
            <a:avLst/>
            <a:gdLst>
              <a:gd name="connsiteX0" fmla="*/ 8339566 w 8877359"/>
              <a:gd name="connsiteY0" fmla="*/ 220099 h 4893730"/>
              <a:gd name="connsiteX1" fmla="*/ 8378642 w 8877359"/>
              <a:gd name="connsiteY1" fmla="*/ 181023 h 4893730"/>
              <a:gd name="connsiteX2" fmla="*/ 8339566 w 8877359"/>
              <a:gd name="connsiteY2" fmla="*/ 141947 h 4893730"/>
              <a:gd name="connsiteX3" fmla="*/ 8300490 w 8877359"/>
              <a:gd name="connsiteY3" fmla="*/ 181023 h 4893730"/>
              <a:gd name="connsiteX4" fmla="*/ 8339566 w 8877359"/>
              <a:gd name="connsiteY4" fmla="*/ 220099 h 4893730"/>
              <a:gd name="connsiteX5" fmla="*/ 7630314 w 8877359"/>
              <a:gd name="connsiteY5" fmla="*/ 220099 h 4893730"/>
              <a:gd name="connsiteX6" fmla="*/ 7669390 w 8877359"/>
              <a:gd name="connsiteY6" fmla="*/ 181023 h 4893730"/>
              <a:gd name="connsiteX7" fmla="*/ 7630314 w 8877359"/>
              <a:gd name="connsiteY7" fmla="*/ 141947 h 4893730"/>
              <a:gd name="connsiteX8" fmla="*/ 7591238 w 8877359"/>
              <a:gd name="connsiteY8" fmla="*/ 181023 h 4893730"/>
              <a:gd name="connsiteX9" fmla="*/ 7630314 w 8877359"/>
              <a:gd name="connsiteY9" fmla="*/ 220099 h 4893730"/>
              <a:gd name="connsiteX10" fmla="*/ 6921062 w 8877359"/>
              <a:gd name="connsiteY10" fmla="*/ 220099 h 4893730"/>
              <a:gd name="connsiteX11" fmla="*/ 6960138 w 8877359"/>
              <a:gd name="connsiteY11" fmla="*/ 181023 h 4893730"/>
              <a:gd name="connsiteX12" fmla="*/ 6921062 w 8877359"/>
              <a:gd name="connsiteY12" fmla="*/ 141947 h 4893730"/>
              <a:gd name="connsiteX13" fmla="*/ 6881986 w 8877359"/>
              <a:gd name="connsiteY13" fmla="*/ 181023 h 4893730"/>
              <a:gd name="connsiteX14" fmla="*/ 6921062 w 8877359"/>
              <a:gd name="connsiteY14" fmla="*/ 220099 h 4893730"/>
              <a:gd name="connsiteX15" fmla="*/ 6211810 w 8877359"/>
              <a:gd name="connsiteY15" fmla="*/ 220099 h 4893730"/>
              <a:gd name="connsiteX16" fmla="*/ 6250886 w 8877359"/>
              <a:gd name="connsiteY16" fmla="*/ 181023 h 4893730"/>
              <a:gd name="connsiteX17" fmla="*/ 6211810 w 8877359"/>
              <a:gd name="connsiteY17" fmla="*/ 141947 h 4893730"/>
              <a:gd name="connsiteX18" fmla="*/ 6172734 w 8877359"/>
              <a:gd name="connsiteY18" fmla="*/ 181023 h 4893730"/>
              <a:gd name="connsiteX19" fmla="*/ 6211810 w 8877359"/>
              <a:gd name="connsiteY19" fmla="*/ 220099 h 4893730"/>
              <a:gd name="connsiteX20" fmla="*/ 5502558 w 8877359"/>
              <a:gd name="connsiteY20" fmla="*/ 220099 h 4893730"/>
              <a:gd name="connsiteX21" fmla="*/ 5541634 w 8877359"/>
              <a:gd name="connsiteY21" fmla="*/ 181023 h 4893730"/>
              <a:gd name="connsiteX22" fmla="*/ 5502558 w 8877359"/>
              <a:gd name="connsiteY22" fmla="*/ 141947 h 4893730"/>
              <a:gd name="connsiteX23" fmla="*/ 5463482 w 8877359"/>
              <a:gd name="connsiteY23" fmla="*/ 181023 h 4893730"/>
              <a:gd name="connsiteX24" fmla="*/ 5502558 w 8877359"/>
              <a:gd name="connsiteY24" fmla="*/ 220099 h 4893730"/>
              <a:gd name="connsiteX25" fmla="*/ 4793306 w 8877359"/>
              <a:gd name="connsiteY25" fmla="*/ 220099 h 4893730"/>
              <a:gd name="connsiteX26" fmla="*/ 4832382 w 8877359"/>
              <a:gd name="connsiteY26" fmla="*/ 181023 h 4893730"/>
              <a:gd name="connsiteX27" fmla="*/ 4793306 w 8877359"/>
              <a:gd name="connsiteY27" fmla="*/ 141947 h 4893730"/>
              <a:gd name="connsiteX28" fmla="*/ 4754230 w 8877359"/>
              <a:gd name="connsiteY28" fmla="*/ 181023 h 4893730"/>
              <a:gd name="connsiteX29" fmla="*/ 4793306 w 8877359"/>
              <a:gd name="connsiteY29" fmla="*/ 220099 h 4893730"/>
              <a:gd name="connsiteX30" fmla="*/ 4084054 w 8877359"/>
              <a:gd name="connsiteY30" fmla="*/ 220099 h 4893730"/>
              <a:gd name="connsiteX31" fmla="*/ 4123130 w 8877359"/>
              <a:gd name="connsiteY31" fmla="*/ 181023 h 4893730"/>
              <a:gd name="connsiteX32" fmla="*/ 4084054 w 8877359"/>
              <a:gd name="connsiteY32" fmla="*/ 141947 h 4893730"/>
              <a:gd name="connsiteX33" fmla="*/ 4044984 w 8877359"/>
              <a:gd name="connsiteY33" fmla="*/ 181023 h 4893730"/>
              <a:gd name="connsiteX34" fmla="*/ 4084054 w 8877359"/>
              <a:gd name="connsiteY34" fmla="*/ 220099 h 4893730"/>
              <a:gd name="connsiteX35" fmla="*/ 3374807 w 8877359"/>
              <a:gd name="connsiteY35" fmla="*/ 220099 h 4893730"/>
              <a:gd name="connsiteX36" fmla="*/ 3413884 w 8877359"/>
              <a:gd name="connsiteY36" fmla="*/ 181023 h 4893730"/>
              <a:gd name="connsiteX37" fmla="*/ 3374807 w 8877359"/>
              <a:gd name="connsiteY37" fmla="*/ 141947 h 4893730"/>
              <a:gd name="connsiteX38" fmla="*/ 3335731 w 8877359"/>
              <a:gd name="connsiteY38" fmla="*/ 181023 h 4893730"/>
              <a:gd name="connsiteX39" fmla="*/ 3374807 w 8877359"/>
              <a:gd name="connsiteY39" fmla="*/ 220099 h 4893730"/>
              <a:gd name="connsiteX40" fmla="*/ 2665556 w 8877359"/>
              <a:gd name="connsiteY40" fmla="*/ 220099 h 4893730"/>
              <a:gd name="connsiteX41" fmla="*/ 2704632 w 8877359"/>
              <a:gd name="connsiteY41" fmla="*/ 181023 h 4893730"/>
              <a:gd name="connsiteX42" fmla="*/ 2665556 w 8877359"/>
              <a:gd name="connsiteY42" fmla="*/ 141947 h 4893730"/>
              <a:gd name="connsiteX43" fmla="*/ 2626479 w 8877359"/>
              <a:gd name="connsiteY43" fmla="*/ 181023 h 4893730"/>
              <a:gd name="connsiteX44" fmla="*/ 2665556 w 8877359"/>
              <a:gd name="connsiteY44" fmla="*/ 220099 h 4893730"/>
              <a:gd name="connsiteX45" fmla="*/ 1956304 w 8877359"/>
              <a:gd name="connsiteY45" fmla="*/ 220099 h 4893730"/>
              <a:gd name="connsiteX46" fmla="*/ 1995381 w 8877359"/>
              <a:gd name="connsiteY46" fmla="*/ 181023 h 4893730"/>
              <a:gd name="connsiteX47" fmla="*/ 1956304 w 8877359"/>
              <a:gd name="connsiteY47" fmla="*/ 141947 h 4893730"/>
              <a:gd name="connsiteX48" fmla="*/ 1917228 w 8877359"/>
              <a:gd name="connsiteY48" fmla="*/ 181023 h 4893730"/>
              <a:gd name="connsiteX49" fmla="*/ 1956304 w 8877359"/>
              <a:gd name="connsiteY49" fmla="*/ 220099 h 4893730"/>
              <a:gd name="connsiteX50" fmla="*/ 1247052 w 8877359"/>
              <a:gd name="connsiteY50" fmla="*/ 220099 h 4893730"/>
              <a:gd name="connsiteX51" fmla="*/ 1286129 w 8877359"/>
              <a:gd name="connsiteY51" fmla="*/ 181023 h 4893730"/>
              <a:gd name="connsiteX52" fmla="*/ 1247052 w 8877359"/>
              <a:gd name="connsiteY52" fmla="*/ 141947 h 4893730"/>
              <a:gd name="connsiteX53" fmla="*/ 1207977 w 8877359"/>
              <a:gd name="connsiteY53" fmla="*/ 181023 h 4893730"/>
              <a:gd name="connsiteX54" fmla="*/ 1247052 w 8877359"/>
              <a:gd name="connsiteY54" fmla="*/ 220099 h 4893730"/>
              <a:gd name="connsiteX55" fmla="*/ 537800 w 8877359"/>
              <a:gd name="connsiteY55" fmla="*/ 220099 h 4893730"/>
              <a:gd name="connsiteX56" fmla="*/ 576876 w 8877359"/>
              <a:gd name="connsiteY56" fmla="*/ 181023 h 4893730"/>
              <a:gd name="connsiteX57" fmla="*/ 537800 w 8877359"/>
              <a:gd name="connsiteY57" fmla="*/ 141947 h 4893730"/>
              <a:gd name="connsiteX58" fmla="*/ 498724 w 8877359"/>
              <a:gd name="connsiteY58" fmla="*/ 181023 h 4893730"/>
              <a:gd name="connsiteX59" fmla="*/ 537800 w 8877359"/>
              <a:gd name="connsiteY59" fmla="*/ 220099 h 4893730"/>
              <a:gd name="connsiteX60" fmla="*/ 8653655 w 8877359"/>
              <a:gd name="connsiteY60" fmla="*/ 354073 h 4893730"/>
              <a:gd name="connsiteX61" fmla="*/ 8688538 w 8877359"/>
              <a:gd name="connsiteY61" fmla="*/ 339624 h 4893730"/>
              <a:gd name="connsiteX62" fmla="*/ 8694185 w 8877359"/>
              <a:gd name="connsiteY62" fmla="*/ 332780 h 4893730"/>
              <a:gd name="connsiteX63" fmla="*/ 8699832 w 8877359"/>
              <a:gd name="connsiteY63" fmla="*/ 339624 h 4893730"/>
              <a:gd name="connsiteX64" fmla="*/ 8734715 w 8877359"/>
              <a:gd name="connsiteY64" fmla="*/ 354073 h 4893730"/>
              <a:gd name="connsiteX65" fmla="*/ 8784046 w 8877359"/>
              <a:gd name="connsiteY65" fmla="*/ 304741 h 4893730"/>
              <a:gd name="connsiteX66" fmla="*/ 8783698 w 8877359"/>
              <a:gd name="connsiteY66" fmla="*/ 301284 h 4893730"/>
              <a:gd name="connsiteX67" fmla="*/ 8792636 w 8877359"/>
              <a:gd name="connsiteY67" fmla="*/ 304058 h 4893730"/>
              <a:gd name="connsiteX68" fmla="*/ 8802578 w 8877359"/>
              <a:gd name="connsiteY68" fmla="*/ 305060 h 4893730"/>
              <a:gd name="connsiteX69" fmla="*/ 8851910 w 8877359"/>
              <a:gd name="connsiteY69" fmla="*/ 255729 h 4893730"/>
              <a:gd name="connsiteX70" fmla="*/ 8843485 w 8877359"/>
              <a:gd name="connsiteY70" fmla="*/ 228147 h 4893730"/>
              <a:gd name="connsiteX71" fmla="*/ 8840217 w 8877359"/>
              <a:gd name="connsiteY71" fmla="*/ 224187 h 4893730"/>
              <a:gd name="connsiteX72" fmla="*/ 8847229 w 8877359"/>
              <a:gd name="connsiteY72" fmla="*/ 222010 h 4893730"/>
              <a:gd name="connsiteX73" fmla="*/ 8877359 w 8877359"/>
              <a:gd name="connsiteY73" fmla="*/ 176555 h 4893730"/>
              <a:gd name="connsiteX74" fmla="*/ 8847229 w 8877359"/>
              <a:gd name="connsiteY74" fmla="*/ 131100 h 4893730"/>
              <a:gd name="connsiteX75" fmla="*/ 8840850 w 8877359"/>
              <a:gd name="connsiteY75" fmla="*/ 129120 h 4893730"/>
              <a:gd name="connsiteX76" fmla="*/ 8843485 w 8877359"/>
              <a:gd name="connsiteY76" fmla="*/ 125926 h 4893730"/>
              <a:gd name="connsiteX77" fmla="*/ 8851910 w 8877359"/>
              <a:gd name="connsiteY77" fmla="*/ 98344 h 4893730"/>
              <a:gd name="connsiteX78" fmla="*/ 8802578 w 8877359"/>
              <a:gd name="connsiteY78" fmla="*/ 49012 h 4893730"/>
              <a:gd name="connsiteX79" fmla="*/ 8787908 w 8877359"/>
              <a:gd name="connsiteY79" fmla="*/ 51230 h 4893730"/>
              <a:gd name="connsiteX80" fmla="*/ 8783649 w 8877359"/>
              <a:gd name="connsiteY80" fmla="*/ 53278 h 4893730"/>
              <a:gd name="connsiteX81" fmla="*/ 8784047 w 8877359"/>
              <a:gd name="connsiteY81" fmla="*/ 49331 h 4893730"/>
              <a:gd name="connsiteX82" fmla="*/ 8734715 w 8877359"/>
              <a:gd name="connsiteY82" fmla="*/ 0 h 4893730"/>
              <a:gd name="connsiteX83" fmla="*/ 8699832 w 8877359"/>
              <a:gd name="connsiteY83" fmla="*/ 14449 h 4893730"/>
              <a:gd name="connsiteX84" fmla="*/ 8694185 w 8877359"/>
              <a:gd name="connsiteY84" fmla="*/ 21293 h 4893730"/>
              <a:gd name="connsiteX85" fmla="*/ 8688538 w 8877359"/>
              <a:gd name="connsiteY85" fmla="*/ 14449 h 4893730"/>
              <a:gd name="connsiteX86" fmla="*/ 8653655 w 8877359"/>
              <a:gd name="connsiteY86" fmla="*/ 0 h 4893730"/>
              <a:gd name="connsiteX87" fmla="*/ 8604324 w 8877359"/>
              <a:gd name="connsiteY87" fmla="*/ 49331 h 4893730"/>
              <a:gd name="connsiteX88" fmla="*/ 8604672 w 8877359"/>
              <a:gd name="connsiteY88" fmla="*/ 52789 h 4893730"/>
              <a:gd name="connsiteX89" fmla="*/ 8595734 w 8877359"/>
              <a:gd name="connsiteY89" fmla="*/ 50014 h 4893730"/>
              <a:gd name="connsiteX90" fmla="*/ 8585792 w 8877359"/>
              <a:gd name="connsiteY90" fmla="*/ 49012 h 4893730"/>
              <a:gd name="connsiteX91" fmla="*/ 8536460 w 8877359"/>
              <a:gd name="connsiteY91" fmla="*/ 98344 h 4893730"/>
              <a:gd name="connsiteX92" fmla="*/ 8544885 w 8877359"/>
              <a:gd name="connsiteY92" fmla="*/ 125926 h 4893730"/>
              <a:gd name="connsiteX93" fmla="*/ 8547520 w 8877359"/>
              <a:gd name="connsiteY93" fmla="*/ 129120 h 4893730"/>
              <a:gd name="connsiteX94" fmla="*/ 8541141 w 8877359"/>
              <a:gd name="connsiteY94" fmla="*/ 131100 h 4893730"/>
              <a:gd name="connsiteX95" fmla="*/ 8511011 w 8877359"/>
              <a:gd name="connsiteY95" fmla="*/ 176555 h 4893730"/>
              <a:gd name="connsiteX96" fmla="*/ 8541141 w 8877359"/>
              <a:gd name="connsiteY96" fmla="*/ 222010 h 4893730"/>
              <a:gd name="connsiteX97" fmla="*/ 8548153 w 8877359"/>
              <a:gd name="connsiteY97" fmla="*/ 224187 h 4893730"/>
              <a:gd name="connsiteX98" fmla="*/ 8544885 w 8877359"/>
              <a:gd name="connsiteY98" fmla="*/ 228147 h 4893730"/>
              <a:gd name="connsiteX99" fmla="*/ 8536460 w 8877359"/>
              <a:gd name="connsiteY99" fmla="*/ 255729 h 4893730"/>
              <a:gd name="connsiteX100" fmla="*/ 8585792 w 8877359"/>
              <a:gd name="connsiteY100" fmla="*/ 305060 h 4893730"/>
              <a:gd name="connsiteX101" fmla="*/ 8595734 w 8877359"/>
              <a:gd name="connsiteY101" fmla="*/ 304058 h 4893730"/>
              <a:gd name="connsiteX102" fmla="*/ 8604672 w 8877359"/>
              <a:gd name="connsiteY102" fmla="*/ 301284 h 4893730"/>
              <a:gd name="connsiteX103" fmla="*/ 8604323 w 8877359"/>
              <a:gd name="connsiteY103" fmla="*/ 304741 h 4893730"/>
              <a:gd name="connsiteX104" fmla="*/ 8653655 w 8877359"/>
              <a:gd name="connsiteY104" fmla="*/ 354073 h 4893730"/>
              <a:gd name="connsiteX105" fmla="*/ 7944411 w 8877359"/>
              <a:gd name="connsiteY105" fmla="*/ 354073 h 4893730"/>
              <a:gd name="connsiteX106" fmla="*/ 7979293 w 8877359"/>
              <a:gd name="connsiteY106" fmla="*/ 339624 h 4893730"/>
              <a:gd name="connsiteX107" fmla="*/ 7984940 w 8877359"/>
              <a:gd name="connsiteY107" fmla="*/ 332780 h 4893730"/>
              <a:gd name="connsiteX108" fmla="*/ 7990587 w 8877359"/>
              <a:gd name="connsiteY108" fmla="*/ 339624 h 4893730"/>
              <a:gd name="connsiteX109" fmla="*/ 8025470 w 8877359"/>
              <a:gd name="connsiteY109" fmla="*/ 354073 h 4893730"/>
              <a:gd name="connsiteX110" fmla="*/ 8074802 w 8877359"/>
              <a:gd name="connsiteY110" fmla="*/ 304741 h 4893730"/>
              <a:gd name="connsiteX111" fmla="*/ 8074453 w 8877359"/>
              <a:gd name="connsiteY111" fmla="*/ 301284 h 4893730"/>
              <a:gd name="connsiteX112" fmla="*/ 8083391 w 8877359"/>
              <a:gd name="connsiteY112" fmla="*/ 304058 h 4893730"/>
              <a:gd name="connsiteX113" fmla="*/ 8093333 w 8877359"/>
              <a:gd name="connsiteY113" fmla="*/ 305060 h 4893730"/>
              <a:gd name="connsiteX114" fmla="*/ 8142665 w 8877359"/>
              <a:gd name="connsiteY114" fmla="*/ 255729 h 4893730"/>
              <a:gd name="connsiteX115" fmla="*/ 8134240 w 8877359"/>
              <a:gd name="connsiteY115" fmla="*/ 228147 h 4893730"/>
              <a:gd name="connsiteX116" fmla="*/ 8130973 w 8877359"/>
              <a:gd name="connsiteY116" fmla="*/ 224187 h 4893730"/>
              <a:gd name="connsiteX117" fmla="*/ 8137985 w 8877359"/>
              <a:gd name="connsiteY117" fmla="*/ 222010 h 4893730"/>
              <a:gd name="connsiteX118" fmla="*/ 8168114 w 8877359"/>
              <a:gd name="connsiteY118" fmla="*/ 176555 h 4893730"/>
              <a:gd name="connsiteX119" fmla="*/ 8137985 w 8877359"/>
              <a:gd name="connsiteY119" fmla="*/ 131100 h 4893730"/>
              <a:gd name="connsiteX120" fmla="*/ 8131605 w 8877359"/>
              <a:gd name="connsiteY120" fmla="*/ 129120 h 4893730"/>
              <a:gd name="connsiteX121" fmla="*/ 8134240 w 8877359"/>
              <a:gd name="connsiteY121" fmla="*/ 125926 h 4893730"/>
              <a:gd name="connsiteX122" fmla="*/ 8142665 w 8877359"/>
              <a:gd name="connsiteY122" fmla="*/ 98344 h 4893730"/>
              <a:gd name="connsiteX123" fmla="*/ 8093333 w 8877359"/>
              <a:gd name="connsiteY123" fmla="*/ 49012 h 4893730"/>
              <a:gd name="connsiteX124" fmla="*/ 8078664 w 8877359"/>
              <a:gd name="connsiteY124" fmla="*/ 51230 h 4893730"/>
              <a:gd name="connsiteX125" fmla="*/ 8074404 w 8877359"/>
              <a:gd name="connsiteY125" fmla="*/ 53278 h 4893730"/>
              <a:gd name="connsiteX126" fmla="*/ 8074802 w 8877359"/>
              <a:gd name="connsiteY126" fmla="*/ 49331 h 4893730"/>
              <a:gd name="connsiteX127" fmla="*/ 8025470 w 8877359"/>
              <a:gd name="connsiteY127" fmla="*/ 0 h 4893730"/>
              <a:gd name="connsiteX128" fmla="*/ 7990587 w 8877359"/>
              <a:gd name="connsiteY128" fmla="*/ 14449 h 4893730"/>
              <a:gd name="connsiteX129" fmla="*/ 7984940 w 8877359"/>
              <a:gd name="connsiteY129" fmla="*/ 21293 h 4893730"/>
              <a:gd name="connsiteX130" fmla="*/ 7979294 w 8877359"/>
              <a:gd name="connsiteY130" fmla="*/ 14449 h 4893730"/>
              <a:gd name="connsiteX131" fmla="*/ 7944411 w 8877359"/>
              <a:gd name="connsiteY131" fmla="*/ 0 h 4893730"/>
              <a:gd name="connsiteX132" fmla="*/ 7895079 w 8877359"/>
              <a:gd name="connsiteY132" fmla="*/ 49331 h 4893730"/>
              <a:gd name="connsiteX133" fmla="*/ 7895427 w 8877359"/>
              <a:gd name="connsiteY133" fmla="*/ 52789 h 4893730"/>
              <a:gd name="connsiteX134" fmla="*/ 7886489 w 8877359"/>
              <a:gd name="connsiteY134" fmla="*/ 50014 h 4893730"/>
              <a:gd name="connsiteX135" fmla="*/ 7876547 w 8877359"/>
              <a:gd name="connsiteY135" fmla="*/ 49012 h 4893730"/>
              <a:gd name="connsiteX136" fmla="*/ 7827215 w 8877359"/>
              <a:gd name="connsiteY136" fmla="*/ 98344 h 4893730"/>
              <a:gd name="connsiteX137" fmla="*/ 7835640 w 8877359"/>
              <a:gd name="connsiteY137" fmla="*/ 125926 h 4893730"/>
              <a:gd name="connsiteX138" fmla="*/ 7838276 w 8877359"/>
              <a:gd name="connsiteY138" fmla="*/ 129120 h 4893730"/>
              <a:gd name="connsiteX139" fmla="*/ 7831896 w 8877359"/>
              <a:gd name="connsiteY139" fmla="*/ 131100 h 4893730"/>
              <a:gd name="connsiteX140" fmla="*/ 7801766 w 8877359"/>
              <a:gd name="connsiteY140" fmla="*/ 176555 h 4893730"/>
              <a:gd name="connsiteX141" fmla="*/ 7831896 w 8877359"/>
              <a:gd name="connsiteY141" fmla="*/ 222010 h 4893730"/>
              <a:gd name="connsiteX142" fmla="*/ 7838908 w 8877359"/>
              <a:gd name="connsiteY142" fmla="*/ 224187 h 4893730"/>
              <a:gd name="connsiteX143" fmla="*/ 7835640 w 8877359"/>
              <a:gd name="connsiteY143" fmla="*/ 228147 h 4893730"/>
              <a:gd name="connsiteX144" fmla="*/ 7827215 w 8877359"/>
              <a:gd name="connsiteY144" fmla="*/ 255729 h 4893730"/>
              <a:gd name="connsiteX145" fmla="*/ 7876547 w 8877359"/>
              <a:gd name="connsiteY145" fmla="*/ 305060 h 4893730"/>
              <a:gd name="connsiteX146" fmla="*/ 7886489 w 8877359"/>
              <a:gd name="connsiteY146" fmla="*/ 304058 h 4893730"/>
              <a:gd name="connsiteX147" fmla="*/ 7895427 w 8877359"/>
              <a:gd name="connsiteY147" fmla="*/ 301284 h 4893730"/>
              <a:gd name="connsiteX148" fmla="*/ 7895079 w 8877359"/>
              <a:gd name="connsiteY148" fmla="*/ 304741 h 4893730"/>
              <a:gd name="connsiteX149" fmla="*/ 7944411 w 8877359"/>
              <a:gd name="connsiteY149" fmla="*/ 354073 h 4893730"/>
              <a:gd name="connsiteX150" fmla="*/ 7235159 w 8877359"/>
              <a:gd name="connsiteY150" fmla="*/ 354073 h 4893730"/>
              <a:gd name="connsiteX151" fmla="*/ 7270041 w 8877359"/>
              <a:gd name="connsiteY151" fmla="*/ 339624 h 4893730"/>
              <a:gd name="connsiteX152" fmla="*/ 7275688 w 8877359"/>
              <a:gd name="connsiteY152" fmla="*/ 332780 h 4893730"/>
              <a:gd name="connsiteX153" fmla="*/ 7281335 w 8877359"/>
              <a:gd name="connsiteY153" fmla="*/ 339624 h 4893730"/>
              <a:gd name="connsiteX154" fmla="*/ 7316218 w 8877359"/>
              <a:gd name="connsiteY154" fmla="*/ 354073 h 4893730"/>
              <a:gd name="connsiteX155" fmla="*/ 7365550 w 8877359"/>
              <a:gd name="connsiteY155" fmla="*/ 304741 h 4893730"/>
              <a:gd name="connsiteX156" fmla="*/ 7365201 w 8877359"/>
              <a:gd name="connsiteY156" fmla="*/ 301284 h 4893730"/>
              <a:gd name="connsiteX157" fmla="*/ 7374139 w 8877359"/>
              <a:gd name="connsiteY157" fmla="*/ 304058 h 4893730"/>
              <a:gd name="connsiteX158" fmla="*/ 7384081 w 8877359"/>
              <a:gd name="connsiteY158" fmla="*/ 305060 h 4893730"/>
              <a:gd name="connsiteX159" fmla="*/ 7433413 w 8877359"/>
              <a:gd name="connsiteY159" fmla="*/ 255729 h 4893730"/>
              <a:gd name="connsiteX160" fmla="*/ 7424988 w 8877359"/>
              <a:gd name="connsiteY160" fmla="*/ 228147 h 4893730"/>
              <a:gd name="connsiteX161" fmla="*/ 7421721 w 8877359"/>
              <a:gd name="connsiteY161" fmla="*/ 224187 h 4893730"/>
              <a:gd name="connsiteX162" fmla="*/ 7428733 w 8877359"/>
              <a:gd name="connsiteY162" fmla="*/ 222010 h 4893730"/>
              <a:gd name="connsiteX163" fmla="*/ 7458862 w 8877359"/>
              <a:gd name="connsiteY163" fmla="*/ 176555 h 4893730"/>
              <a:gd name="connsiteX164" fmla="*/ 7428733 w 8877359"/>
              <a:gd name="connsiteY164" fmla="*/ 131100 h 4893730"/>
              <a:gd name="connsiteX165" fmla="*/ 7422353 w 8877359"/>
              <a:gd name="connsiteY165" fmla="*/ 129120 h 4893730"/>
              <a:gd name="connsiteX166" fmla="*/ 7424988 w 8877359"/>
              <a:gd name="connsiteY166" fmla="*/ 125926 h 4893730"/>
              <a:gd name="connsiteX167" fmla="*/ 7433413 w 8877359"/>
              <a:gd name="connsiteY167" fmla="*/ 98344 h 4893730"/>
              <a:gd name="connsiteX168" fmla="*/ 7384081 w 8877359"/>
              <a:gd name="connsiteY168" fmla="*/ 49012 h 4893730"/>
              <a:gd name="connsiteX169" fmla="*/ 7369412 w 8877359"/>
              <a:gd name="connsiteY169" fmla="*/ 51230 h 4893730"/>
              <a:gd name="connsiteX170" fmla="*/ 7365152 w 8877359"/>
              <a:gd name="connsiteY170" fmla="*/ 53278 h 4893730"/>
              <a:gd name="connsiteX171" fmla="*/ 7365550 w 8877359"/>
              <a:gd name="connsiteY171" fmla="*/ 49331 h 4893730"/>
              <a:gd name="connsiteX172" fmla="*/ 7316218 w 8877359"/>
              <a:gd name="connsiteY172" fmla="*/ 0 h 4893730"/>
              <a:gd name="connsiteX173" fmla="*/ 7281335 w 8877359"/>
              <a:gd name="connsiteY173" fmla="*/ 14449 h 4893730"/>
              <a:gd name="connsiteX174" fmla="*/ 7275688 w 8877359"/>
              <a:gd name="connsiteY174" fmla="*/ 21293 h 4893730"/>
              <a:gd name="connsiteX175" fmla="*/ 7270042 w 8877359"/>
              <a:gd name="connsiteY175" fmla="*/ 14449 h 4893730"/>
              <a:gd name="connsiteX176" fmla="*/ 7235159 w 8877359"/>
              <a:gd name="connsiteY176" fmla="*/ 0 h 4893730"/>
              <a:gd name="connsiteX177" fmla="*/ 7185827 w 8877359"/>
              <a:gd name="connsiteY177" fmla="*/ 49331 h 4893730"/>
              <a:gd name="connsiteX178" fmla="*/ 7186175 w 8877359"/>
              <a:gd name="connsiteY178" fmla="*/ 52789 h 4893730"/>
              <a:gd name="connsiteX179" fmla="*/ 7177237 w 8877359"/>
              <a:gd name="connsiteY179" fmla="*/ 50014 h 4893730"/>
              <a:gd name="connsiteX180" fmla="*/ 7167295 w 8877359"/>
              <a:gd name="connsiteY180" fmla="*/ 49012 h 4893730"/>
              <a:gd name="connsiteX181" fmla="*/ 7117963 w 8877359"/>
              <a:gd name="connsiteY181" fmla="*/ 98344 h 4893730"/>
              <a:gd name="connsiteX182" fmla="*/ 7126388 w 8877359"/>
              <a:gd name="connsiteY182" fmla="*/ 125926 h 4893730"/>
              <a:gd name="connsiteX183" fmla="*/ 7129024 w 8877359"/>
              <a:gd name="connsiteY183" fmla="*/ 129120 h 4893730"/>
              <a:gd name="connsiteX184" fmla="*/ 7122644 w 8877359"/>
              <a:gd name="connsiteY184" fmla="*/ 131100 h 4893730"/>
              <a:gd name="connsiteX185" fmla="*/ 7092514 w 8877359"/>
              <a:gd name="connsiteY185" fmla="*/ 176555 h 4893730"/>
              <a:gd name="connsiteX186" fmla="*/ 7122644 w 8877359"/>
              <a:gd name="connsiteY186" fmla="*/ 222010 h 4893730"/>
              <a:gd name="connsiteX187" fmla="*/ 7129656 w 8877359"/>
              <a:gd name="connsiteY187" fmla="*/ 224187 h 4893730"/>
              <a:gd name="connsiteX188" fmla="*/ 7126388 w 8877359"/>
              <a:gd name="connsiteY188" fmla="*/ 228147 h 4893730"/>
              <a:gd name="connsiteX189" fmla="*/ 7117963 w 8877359"/>
              <a:gd name="connsiteY189" fmla="*/ 255729 h 4893730"/>
              <a:gd name="connsiteX190" fmla="*/ 7167295 w 8877359"/>
              <a:gd name="connsiteY190" fmla="*/ 305060 h 4893730"/>
              <a:gd name="connsiteX191" fmla="*/ 7177237 w 8877359"/>
              <a:gd name="connsiteY191" fmla="*/ 304058 h 4893730"/>
              <a:gd name="connsiteX192" fmla="*/ 7186175 w 8877359"/>
              <a:gd name="connsiteY192" fmla="*/ 301284 h 4893730"/>
              <a:gd name="connsiteX193" fmla="*/ 7185827 w 8877359"/>
              <a:gd name="connsiteY193" fmla="*/ 304741 h 4893730"/>
              <a:gd name="connsiteX194" fmla="*/ 7235159 w 8877359"/>
              <a:gd name="connsiteY194" fmla="*/ 354073 h 4893730"/>
              <a:gd name="connsiteX195" fmla="*/ 6525907 w 8877359"/>
              <a:gd name="connsiteY195" fmla="*/ 354073 h 4893730"/>
              <a:gd name="connsiteX196" fmla="*/ 6560789 w 8877359"/>
              <a:gd name="connsiteY196" fmla="*/ 339624 h 4893730"/>
              <a:gd name="connsiteX197" fmla="*/ 6566436 w 8877359"/>
              <a:gd name="connsiteY197" fmla="*/ 332780 h 4893730"/>
              <a:gd name="connsiteX198" fmla="*/ 6572083 w 8877359"/>
              <a:gd name="connsiteY198" fmla="*/ 339624 h 4893730"/>
              <a:gd name="connsiteX199" fmla="*/ 6606966 w 8877359"/>
              <a:gd name="connsiteY199" fmla="*/ 354073 h 4893730"/>
              <a:gd name="connsiteX200" fmla="*/ 6656298 w 8877359"/>
              <a:gd name="connsiteY200" fmla="*/ 304741 h 4893730"/>
              <a:gd name="connsiteX201" fmla="*/ 6655949 w 8877359"/>
              <a:gd name="connsiteY201" fmla="*/ 301284 h 4893730"/>
              <a:gd name="connsiteX202" fmla="*/ 6664887 w 8877359"/>
              <a:gd name="connsiteY202" fmla="*/ 304058 h 4893730"/>
              <a:gd name="connsiteX203" fmla="*/ 6674829 w 8877359"/>
              <a:gd name="connsiteY203" fmla="*/ 305060 h 4893730"/>
              <a:gd name="connsiteX204" fmla="*/ 6724161 w 8877359"/>
              <a:gd name="connsiteY204" fmla="*/ 255729 h 4893730"/>
              <a:gd name="connsiteX205" fmla="*/ 6715736 w 8877359"/>
              <a:gd name="connsiteY205" fmla="*/ 228147 h 4893730"/>
              <a:gd name="connsiteX206" fmla="*/ 6712469 w 8877359"/>
              <a:gd name="connsiteY206" fmla="*/ 224187 h 4893730"/>
              <a:gd name="connsiteX207" fmla="*/ 6719481 w 8877359"/>
              <a:gd name="connsiteY207" fmla="*/ 222010 h 4893730"/>
              <a:gd name="connsiteX208" fmla="*/ 6749610 w 8877359"/>
              <a:gd name="connsiteY208" fmla="*/ 176555 h 4893730"/>
              <a:gd name="connsiteX209" fmla="*/ 6719481 w 8877359"/>
              <a:gd name="connsiteY209" fmla="*/ 131100 h 4893730"/>
              <a:gd name="connsiteX210" fmla="*/ 6713101 w 8877359"/>
              <a:gd name="connsiteY210" fmla="*/ 129120 h 4893730"/>
              <a:gd name="connsiteX211" fmla="*/ 6715736 w 8877359"/>
              <a:gd name="connsiteY211" fmla="*/ 125926 h 4893730"/>
              <a:gd name="connsiteX212" fmla="*/ 6724161 w 8877359"/>
              <a:gd name="connsiteY212" fmla="*/ 98344 h 4893730"/>
              <a:gd name="connsiteX213" fmla="*/ 6674829 w 8877359"/>
              <a:gd name="connsiteY213" fmla="*/ 49012 h 4893730"/>
              <a:gd name="connsiteX214" fmla="*/ 6660160 w 8877359"/>
              <a:gd name="connsiteY214" fmla="*/ 51230 h 4893730"/>
              <a:gd name="connsiteX215" fmla="*/ 6655900 w 8877359"/>
              <a:gd name="connsiteY215" fmla="*/ 53278 h 4893730"/>
              <a:gd name="connsiteX216" fmla="*/ 6656298 w 8877359"/>
              <a:gd name="connsiteY216" fmla="*/ 49331 h 4893730"/>
              <a:gd name="connsiteX217" fmla="*/ 6606966 w 8877359"/>
              <a:gd name="connsiteY217" fmla="*/ 0 h 4893730"/>
              <a:gd name="connsiteX218" fmla="*/ 6572083 w 8877359"/>
              <a:gd name="connsiteY218" fmla="*/ 14449 h 4893730"/>
              <a:gd name="connsiteX219" fmla="*/ 6566436 w 8877359"/>
              <a:gd name="connsiteY219" fmla="*/ 21293 h 4893730"/>
              <a:gd name="connsiteX220" fmla="*/ 6560790 w 8877359"/>
              <a:gd name="connsiteY220" fmla="*/ 14449 h 4893730"/>
              <a:gd name="connsiteX221" fmla="*/ 6525907 w 8877359"/>
              <a:gd name="connsiteY221" fmla="*/ 0 h 4893730"/>
              <a:gd name="connsiteX222" fmla="*/ 6476575 w 8877359"/>
              <a:gd name="connsiteY222" fmla="*/ 49331 h 4893730"/>
              <a:gd name="connsiteX223" fmla="*/ 6476923 w 8877359"/>
              <a:gd name="connsiteY223" fmla="*/ 52789 h 4893730"/>
              <a:gd name="connsiteX224" fmla="*/ 6467985 w 8877359"/>
              <a:gd name="connsiteY224" fmla="*/ 50014 h 4893730"/>
              <a:gd name="connsiteX225" fmla="*/ 6458043 w 8877359"/>
              <a:gd name="connsiteY225" fmla="*/ 49012 h 4893730"/>
              <a:gd name="connsiteX226" fmla="*/ 6408711 w 8877359"/>
              <a:gd name="connsiteY226" fmla="*/ 98344 h 4893730"/>
              <a:gd name="connsiteX227" fmla="*/ 6417136 w 8877359"/>
              <a:gd name="connsiteY227" fmla="*/ 125926 h 4893730"/>
              <a:gd name="connsiteX228" fmla="*/ 6419772 w 8877359"/>
              <a:gd name="connsiteY228" fmla="*/ 129120 h 4893730"/>
              <a:gd name="connsiteX229" fmla="*/ 6413392 w 8877359"/>
              <a:gd name="connsiteY229" fmla="*/ 131100 h 4893730"/>
              <a:gd name="connsiteX230" fmla="*/ 6383262 w 8877359"/>
              <a:gd name="connsiteY230" fmla="*/ 176555 h 4893730"/>
              <a:gd name="connsiteX231" fmla="*/ 6413392 w 8877359"/>
              <a:gd name="connsiteY231" fmla="*/ 222010 h 4893730"/>
              <a:gd name="connsiteX232" fmla="*/ 6420404 w 8877359"/>
              <a:gd name="connsiteY232" fmla="*/ 224187 h 4893730"/>
              <a:gd name="connsiteX233" fmla="*/ 6417136 w 8877359"/>
              <a:gd name="connsiteY233" fmla="*/ 228147 h 4893730"/>
              <a:gd name="connsiteX234" fmla="*/ 6408711 w 8877359"/>
              <a:gd name="connsiteY234" fmla="*/ 255729 h 4893730"/>
              <a:gd name="connsiteX235" fmla="*/ 6458043 w 8877359"/>
              <a:gd name="connsiteY235" fmla="*/ 305060 h 4893730"/>
              <a:gd name="connsiteX236" fmla="*/ 6467985 w 8877359"/>
              <a:gd name="connsiteY236" fmla="*/ 304058 h 4893730"/>
              <a:gd name="connsiteX237" fmla="*/ 6476923 w 8877359"/>
              <a:gd name="connsiteY237" fmla="*/ 301284 h 4893730"/>
              <a:gd name="connsiteX238" fmla="*/ 6476575 w 8877359"/>
              <a:gd name="connsiteY238" fmla="*/ 304741 h 4893730"/>
              <a:gd name="connsiteX239" fmla="*/ 6525907 w 8877359"/>
              <a:gd name="connsiteY239" fmla="*/ 354073 h 4893730"/>
              <a:gd name="connsiteX240" fmla="*/ 5816655 w 8877359"/>
              <a:gd name="connsiteY240" fmla="*/ 354073 h 4893730"/>
              <a:gd name="connsiteX241" fmla="*/ 5851537 w 8877359"/>
              <a:gd name="connsiteY241" fmla="*/ 339624 h 4893730"/>
              <a:gd name="connsiteX242" fmla="*/ 5857184 w 8877359"/>
              <a:gd name="connsiteY242" fmla="*/ 332780 h 4893730"/>
              <a:gd name="connsiteX243" fmla="*/ 5862831 w 8877359"/>
              <a:gd name="connsiteY243" fmla="*/ 339624 h 4893730"/>
              <a:gd name="connsiteX244" fmla="*/ 5897714 w 8877359"/>
              <a:gd name="connsiteY244" fmla="*/ 354073 h 4893730"/>
              <a:gd name="connsiteX245" fmla="*/ 5947046 w 8877359"/>
              <a:gd name="connsiteY245" fmla="*/ 304741 h 4893730"/>
              <a:gd name="connsiteX246" fmla="*/ 5946697 w 8877359"/>
              <a:gd name="connsiteY246" fmla="*/ 301284 h 4893730"/>
              <a:gd name="connsiteX247" fmla="*/ 5955635 w 8877359"/>
              <a:gd name="connsiteY247" fmla="*/ 304058 h 4893730"/>
              <a:gd name="connsiteX248" fmla="*/ 5965577 w 8877359"/>
              <a:gd name="connsiteY248" fmla="*/ 305060 h 4893730"/>
              <a:gd name="connsiteX249" fmla="*/ 6014909 w 8877359"/>
              <a:gd name="connsiteY249" fmla="*/ 255729 h 4893730"/>
              <a:gd name="connsiteX250" fmla="*/ 6006484 w 8877359"/>
              <a:gd name="connsiteY250" fmla="*/ 228147 h 4893730"/>
              <a:gd name="connsiteX251" fmla="*/ 6003217 w 8877359"/>
              <a:gd name="connsiteY251" fmla="*/ 224187 h 4893730"/>
              <a:gd name="connsiteX252" fmla="*/ 6010229 w 8877359"/>
              <a:gd name="connsiteY252" fmla="*/ 222010 h 4893730"/>
              <a:gd name="connsiteX253" fmla="*/ 6040358 w 8877359"/>
              <a:gd name="connsiteY253" fmla="*/ 176555 h 4893730"/>
              <a:gd name="connsiteX254" fmla="*/ 6010229 w 8877359"/>
              <a:gd name="connsiteY254" fmla="*/ 131100 h 4893730"/>
              <a:gd name="connsiteX255" fmla="*/ 6003849 w 8877359"/>
              <a:gd name="connsiteY255" fmla="*/ 129120 h 4893730"/>
              <a:gd name="connsiteX256" fmla="*/ 6006484 w 8877359"/>
              <a:gd name="connsiteY256" fmla="*/ 125926 h 4893730"/>
              <a:gd name="connsiteX257" fmla="*/ 6014909 w 8877359"/>
              <a:gd name="connsiteY257" fmla="*/ 98344 h 4893730"/>
              <a:gd name="connsiteX258" fmla="*/ 5965577 w 8877359"/>
              <a:gd name="connsiteY258" fmla="*/ 49012 h 4893730"/>
              <a:gd name="connsiteX259" fmla="*/ 5950908 w 8877359"/>
              <a:gd name="connsiteY259" fmla="*/ 51230 h 4893730"/>
              <a:gd name="connsiteX260" fmla="*/ 5946648 w 8877359"/>
              <a:gd name="connsiteY260" fmla="*/ 53278 h 4893730"/>
              <a:gd name="connsiteX261" fmla="*/ 5947046 w 8877359"/>
              <a:gd name="connsiteY261" fmla="*/ 49331 h 4893730"/>
              <a:gd name="connsiteX262" fmla="*/ 5897714 w 8877359"/>
              <a:gd name="connsiteY262" fmla="*/ 0 h 4893730"/>
              <a:gd name="connsiteX263" fmla="*/ 5862831 w 8877359"/>
              <a:gd name="connsiteY263" fmla="*/ 14449 h 4893730"/>
              <a:gd name="connsiteX264" fmla="*/ 5857184 w 8877359"/>
              <a:gd name="connsiteY264" fmla="*/ 21293 h 4893730"/>
              <a:gd name="connsiteX265" fmla="*/ 5851538 w 8877359"/>
              <a:gd name="connsiteY265" fmla="*/ 14449 h 4893730"/>
              <a:gd name="connsiteX266" fmla="*/ 5816655 w 8877359"/>
              <a:gd name="connsiteY266" fmla="*/ 0 h 4893730"/>
              <a:gd name="connsiteX267" fmla="*/ 5767323 w 8877359"/>
              <a:gd name="connsiteY267" fmla="*/ 49331 h 4893730"/>
              <a:gd name="connsiteX268" fmla="*/ 5767671 w 8877359"/>
              <a:gd name="connsiteY268" fmla="*/ 52789 h 4893730"/>
              <a:gd name="connsiteX269" fmla="*/ 5758733 w 8877359"/>
              <a:gd name="connsiteY269" fmla="*/ 50014 h 4893730"/>
              <a:gd name="connsiteX270" fmla="*/ 5748791 w 8877359"/>
              <a:gd name="connsiteY270" fmla="*/ 49012 h 4893730"/>
              <a:gd name="connsiteX271" fmla="*/ 5699459 w 8877359"/>
              <a:gd name="connsiteY271" fmla="*/ 98344 h 4893730"/>
              <a:gd name="connsiteX272" fmla="*/ 5707884 w 8877359"/>
              <a:gd name="connsiteY272" fmla="*/ 125926 h 4893730"/>
              <a:gd name="connsiteX273" fmla="*/ 5710520 w 8877359"/>
              <a:gd name="connsiteY273" fmla="*/ 129120 h 4893730"/>
              <a:gd name="connsiteX274" fmla="*/ 5704140 w 8877359"/>
              <a:gd name="connsiteY274" fmla="*/ 131100 h 4893730"/>
              <a:gd name="connsiteX275" fmla="*/ 5674010 w 8877359"/>
              <a:gd name="connsiteY275" fmla="*/ 176555 h 4893730"/>
              <a:gd name="connsiteX276" fmla="*/ 5704140 w 8877359"/>
              <a:gd name="connsiteY276" fmla="*/ 222010 h 4893730"/>
              <a:gd name="connsiteX277" fmla="*/ 5711152 w 8877359"/>
              <a:gd name="connsiteY277" fmla="*/ 224187 h 4893730"/>
              <a:gd name="connsiteX278" fmla="*/ 5707884 w 8877359"/>
              <a:gd name="connsiteY278" fmla="*/ 228147 h 4893730"/>
              <a:gd name="connsiteX279" fmla="*/ 5699459 w 8877359"/>
              <a:gd name="connsiteY279" fmla="*/ 255729 h 4893730"/>
              <a:gd name="connsiteX280" fmla="*/ 5748791 w 8877359"/>
              <a:gd name="connsiteY280" fmla="*/ 305060 h 4893730"/>
              <a:gd name="connsiteX281" fmla="*/ 5758733 w 8877359"/>
              <a:gd name="connsiteY281" fmla="*/ 304058 h 4893730"/>
              <a:gd name="connsiteX282" fmla="*/ 5767671 w 8877359"/>
              <a:gd name="connsiteY282" fmla="*/ 301284 h 4893730"/>
              <a:gd name="connsiteX283" fmla="*/ 5767323 w 8877359"/>
              <a:gd name="connsiteY283" fmla="*/ 304741 h 4893730"/>
              <a:gd name="connsiteX284" fmla="*/ 5816655 w 8877359"/>
              <a:gd name="connsiteY284" fmla="*/ 354073 h 4893730"/>
              <a:gd name="connsiteX285" fmla="*/ 5107403 w 8877359"/>
              <a:gd name="connsiteY285" fmla="*/ 354073 h 4893730"/>
              <a:gd name="connsiteX286" fmla="*/ 5142285 w 8877359"/>
              <a:gd name="connsiteY286" fmla="*/ 339624 h 4893730"/>
              <a:gd name="connsiteX287" fmla="*/ 5147932 w 8877359"/>
              <a:gd name="connsiteY287" fmla="*/ 332780 h 4893730"/>
              <a:gd name="connsiteX288" fmla="*/ 5153579 w 8877359"/>
              <a:gd name="connsiteY288" fmla="*/ 339624 h 4893730"/>
              <a:gd name="connsiteX289" fmla="*/ 5188462 w 8877359"/>
              <a:gd name="connsiteY289" fmla="*/ 354073 h 4893730"/>
              <a:gd name="connsiteX290" fmla="*/ 5237794 w 8877359"/>
              <a:gd name="connsiteY290" fmla="*/ 304741 h 4893730"/>
              <a:gd name="connsiteX291" fmla="*/ 5237445 w 8877359"/>
              <a:gd name="connsiteY291" fmla="*/ 301284 h 4893730"/>
              <a:gd name="connsiteX292" fmla="*/ 5246383 w 8877359"/>
              <a:gd name="connsiteY292" fmla="*/ 304058 h 4893730"/>
              <a:gd name="connsiteX293" fmla="*/ 5256325 w 8877359"/>
              <a:gd name="connsiteY293" fmla="*/ 305060 h 4893730"/>
              <a:gd name="connsiteX294" fmla="*/ 5305657 w 8877359"/>
              <a:gd name="connsiteY294" fmla="*/ 255729 h 4893730"/>
              <a:gd name="connsiteX295" fmla="*/ 5297232 w 8877359"/>
              <a:gd name="connsiteY295" fmla="*/ 228147 h 4893730"/>
              <a:gd name="connsiteX296" fmla="*/ 5293965 w 8877359"/>
              <a:gd name="connsiteY296" fmla="*/ 224187 h 4893730"/>
              <a:gd name="connsiteX297" fmla="*/ 5300977 w 8877359"/>
              <a:gd name="connsiteY297" fmla="*/ 222010 h 4893730"/>
              <a:gd name="connsiteX298" fmla="*/ 5331106 w 8877359"/>
              <a:gd name="connsiteY298" fmla="*/ 176555 h 4893730"/>
              <a:gd name="connsiteX299" fmla="*/ 5300977 w 8877359"/>
              <a:gd name="connsiteY299" fmla="*/ 131100 h 4893730"/>
              <a:gd name="connsiteX300" fmla="*/ 5294597 w 8877359"/>
              <a:gd name="connsiteY300" fmla="*/ 129120 h 4893730"/>
              <a:gd name="connsiteX301" fmla="*/ 5297232 w 8877359"/>
              <a:gd name="connsiteY301" fmla="*/ 125926 h 4893730"/>
              <a:gd name="connsiteX302" fmla="*/ 5305657 w 8877359"/>
              <a:gd name="connsiteY302" fmla="*/ 98344 h 4893730"/>
              <a:gd name="connsiteX303" fmla="*/ 5256325 w 8877359"/>
              <a:gd name="connsiteY303" fmla="*/ 49012 h 4893730"/>
              <a:gd name="connsiteX304" fmla="*/ 5241656 w 8877359"/>
              <a:gd name="connsiteY304" fmla="*/ 51230 h 4893730"/>
              <a:gd name="connsiteX305" fmla="*/ 5237396 w 8877359"/>
              <a:gd name="connsiteY305" fmla="*/ 53278 h 4893730"/>
              <a:gd name="connsiteX306" fmla="*/ 5237794 w 8877359"/>
              <a:gd name="connsiteY306" fmla="*/ 49331 h 4893730"/>
              <a:gd name="connsiteX307" fmla="*/ 5188462 w 8877359"/>
              <a:gd name="connsiteY307" fmla="*/ 0 h 4893730"/>
              <a:gd name="connsiteX308" fmla="*/ 5153579 w 8877359"/>
              <a:gd name="connsiteY308" fmla="*/ 14449 h 4893730"/>
              <a:gd name="connsiteX309" fmla="*/ 5147932 w 8877359"/>
              <a:gd name="connsiteY309" fmla="*/ 21293 h 4893730"/>
              <a:gd name="connsiteX310" fmla="*/ 5142286 w 8877359"/>
              <a:gd name="connsiteY310" fmla="*/ 14449 h 4893730"/>
              <a:gd name="connsiteX311" fmla="*/ 5107403 w 8877359"/>
              <a:gd name="connsiteY311" fmla="*/ 0 h 4893730"/>
              <a:gd name="connsiteX312" fmla="*/ 5058071 w 8877359"/>
              <a:gd name="connsiteY312" fmla="*/ 49331 h 4893730"/>
              <a:gd name="connsiteX313" fmla="*/ 5058419 w 8877359"/>
              <a:gd name="connsiteY313" fmla="*/ 52789 h 4893730"/>
              <a:gd name="connsiteX314" fmla="*/ 5049481 w 8877359"/>
              <a:gd name="connsiteY314" fmla="*/ 50014 h 4893730"/>
              <a:gd name="connsiteX315" fmla="*/ 5039539 w 8877359"/>
              <a:gd name="connsiteY315" fmla="*/ 49012 h 4893730"/>
              <a:gd name="connsiteX316" fmla="*/ 4990207 w 8877359"/>
              <a:gd name="connsiteY316" fmla="*/ 98344 h 4893730"/>
              <a:gd name="connsiteX317" fmla="*/ 4998632 w 8877359"/>
              <a:gd name="connsiteY317" fmla="*/ 125926 h 4893730"/>
              <a:gd name="connsiteX318" fmla="*/ 5001268 w 8877359"/>
              <a:gd name="connsiteY318" fmla="*/ 129120 h 4893730"/>
              <a:gd name="connsiteX319" fmla="*/ 4994888 w 8877359"/>
              <a:gd name="connsiteY319" fmla="*/ 131100 h 4893730"/>
              <a:gd name="connsiteX320" fmla="*/ 4964758 w 8877359"/>
              <a:gd name="connsiteY320" fmla="*/ 176555 h 4893730"/>
              <a:gd name="connsiteX321" fmla="*/ 4994888 w 8877359"/>
              <a:gd name="connsiteY321" fmla="*/ 222010 h 4893730"/>
              <a:gd name="connsiteX322" fmla="*/ 5001900 w 8877359"/>
              <a:gd name="connsiteY322" fmla="*/ 224187 h 4893730"/>
              <a:gd name="connsiteX323" fmla="*/ 4998632 w 8877359"/>
              <a:gd name="connsiteY323" fmla="*/ 228147 h 4893730"/>
              <a:gd name="connsiteX324" fmla="*/ 4990207 w 8877359"/>
              <a:gd name="connsiteY324" fmla="*/ 255729 h 4893730"/>
              <a:gd name="connsiteX325" fmla="*/ 5039539 w 8877359"/>
              <a:gd name="connsiteY325" fmla="*/ 305060 h 4893730"/>
              <a:gd name="connsiteX326" fmla="*/ 5049481 w 8877359"/>
              <a:gd name="connsiteY326" fmla="*/ 304058 h 4893730"/>
              <a:gd name="connsiteX327" fmla="*/ 5058419 w 8877359"/>
              <a:gd name="connsiteY327" fmla="*/ 301284 h 4893730"/>
              <a:gd name="connsiteX328" fmla="*/ 5058071 w 8877359"/>
              <a:gd name="connsiteY328" fmla="*/ 304741 h 4893730"/>
              <a:gd name="connsiteX329" fmla="*/ 5107403 w 8877359"/>
              <a:gd name="connsiteY329" fmla="*/ 354073 h 4893730"/>
              <a:gd name="connsiteX330" fmla="*/ 4398151 w 8877359"/>
              <a:gd name="connsiteY330" fmla="*/ 354073 h 4893730"/>
              <a:gd name="connsiteX331" fmla="*/ 4433033 w 8877359"/>
              <a:gd name="connsiteY331" fmla="*/ 339624 h 4893730"/>
              <a:gd name="connsiteX332" fmla="*/ 4438680 w 8877359"/>
              <a:gd name="connsiteY332" fmla="*/ 332780 h 4893730"/>
              <a:gd name="connsiteX333" fmla="*/ 4444327 w 8877359"/>
              <a:gd name="connsiteY333" fmla="*/ 339624 h 4893730"/>
              <a:gd name="connsiteX334" fmla="*/ 4479210 w 8877359"/>
              <a:gd name="connsiteY334" fmla="*/ 354073 h 4893730"/>
              <a:gd name="connsiteX335" fmla="*/ 4528542 w 8877359"/>
              <a:gd name="connsiteY335" fmla="*/ 304741 h 4893730"/>
              <a:gd name="connsiteX336" fmla="*/ 4528193 w 8877359"/>
              <a:gd name="connsiteY336" fmla="*/ 301284 h 4893730"/>
              <a:gd name="connsiteX337" fmla="*/ 4537131 w 8877359"/>
              <a:gd name="connsiteY337" fmla="*/ 304058 h 4893730"/>
              <a:gd name="connsiteX338" fmla="*/ 4547073 w 8877359"/>
              <a:gd name="connsiteY338" fmla="*/ 305060 h 4893730"/>
              <a:gd name="connsiteX339" fmla="*/ 4596405 w 8877359"/>
              <a:gd name="connsiteY339" fmla="*/ 255729 h 4893730"/>
              <a:gd name="connsiteX340" fmla="*/ 4587980 w 8877359"/>
              <a:gd name="connsiteY340" fmla="*/ 228147 h 4893730"/>
              <a:gd name="connsiteX341" fmla="*/ 4584713 w 8877359"/>
              <a:gd name="connsiteY341" fmla="*/ 224187 h 4893730"/>
              <a:gd name="connsiteX342" fmla="*/ 4591725 w 8877359"/>
              <a:gd name="connsiteY342" fmla="*/ 222010 h 4893730"/>
              <a:gd name="connsiteX343" fmla="*/ 4621854 w 8877359"/>
              <a:gd name="connsiteY343" fmla="*/ 176555 h 4893730"/>
              <a:gd name="connsiteX344" fmla="*/ 4591725 w 8877359"/>
              <a:gd name="connsiteY344" fmla="*/ 131100 h 4893730"/>
              <a:gd name="connsiteX345" fmla="*/ 4585345 w 8877359"/>
              <a:gd name="connsiteY345" fmla="*/ 129120 h 4893730"/>
              <a:gd name="connsiteX346" fmla="*/ 4587980 w 8877359"/>
              <a:gd name="connsiteY346" fmla="*/ 125926 h 4893730"/>
              <a:gd name="connsiteX347" fmla="*/ 4596405 w 8877359"/>
              <a:gd name="connsiteY347" fmla="*/ 98344 h 4893730"/>
              <a:gd name="connsiteX348" fmla="*/ 4547073 w 8877359"/>
              <a:gd name="connsiteY348" fmla="*/ 49012 h 4893730"/>
              <a:gd name="connsiteX349" fmla="*/ 4532404 w 8877359"/>
              <a:gd name="connsiteY349" fmla="*/ 51230 h 4893730"/>
              <a:gd name="connsiteX350" fmla="*/ 4528144 w 8877359"/>
              <a:gd name="connsiteY350" fmla="*/ 53278 h 4893730"/>
              <a:gd name="connsiteX351" fmla="*/ 4528542 w 8877359"/>
              <a:gd name="connsiteY351" fmla="*/ 49331 h 4893730"/>
              <a:gd name="connsiteX352" fmla="*/ 4479210 w 8877359"/>
              <a:gd name="connsiteY352" fmla="*/ 0 h 4893730"/>
              <a:gd name="connsiteX353" fmla="*/ 4444327 w 8877359"/>
              <a:gd name="connsiteY353" fmla="*/ 14449 h 4893730"/>
              <a:gd name="connsiteX354" fmla="*/ 4438680 w 8877359"/>
              <a:gd name="connsiteY354" fmla="*/ 21293 h 4893730"/>
              <a:gd name="connsiteX355" fmla="*/ 4433034 w 8877359"/>
              <a:gd name="connsiteY355" fmla="*/ 14449 h 4893730"/>
              <a:gd name="connsiteX356" fmla="*/ 4398151 w 8877359"/>
              <a:gd name="connsiteY356" fmla="*/ 0 h 4893730"/>
              <a:gd name="connsiteX357" fmla="*/ 4348819 w 8877359"/>
              <a:gd name="connsiteY357" fmla="*/ 49331 h 4893730"/>
              <a:gd name="connsiteX358" fmla="*/ 4349167 w 8877359"/>
              <a:gd name="connsiteY358" fmla="*/ 52789 h 4893730"/>
              <a:gd name="connsiteX359" fmla="*/ 4340229 w 8877359"/>
              <a:gd name="connsiteY359" fmla="*/ 50014 h 4893730"/>
              <a:gd name="connsiteX360" fmla="*/ 4330287 w 8877359"/>
              <a:gd name="connsiteY360" fmla="*/ 49012 h 4893730"/>
              <a:gd name="connsiteX361" fmla="*/ 4280955 w 8877359"/>
              <a:gd name="connsiteY361" fmla="*/ 98344 h 4893730"/>
              <a:gd name="connsiteX362" fmla="*/ 4289380 w 8877359"/>
              <a:gd name="connsiteY362" fmla="*/ 125926 h 4893730"/>
              <a:gd name="connsiteX363" fmla="*/ 4292016 w 8877359"/>
              <a:gd name="connsiteY363" fmla="*/ 129120 h 4893730"/>
              <a:gd name="connsiteX364" fmla="*/ 4285636 w 8877359"/>
              <a:gd name="connsiteY364" fmla="*/ 131100 h 4893730"/>
              <a:gd name="connsiteX365" fmla="*/ 4255506 w 8877359"/>
              <a:gd name="connsiteY365" fmla="*/ 176555 h 4893730"/>
              <a:gd name="connsiteX366" fmla="*/ 4285636 w 8877359"/>
              <a:gd name="connsiteY366" fmla="*/ 222010 h 4893730"/>
              <a:gd name="connsiteX367" fmla="*/ 4292648 w 8877359"/>
              <a:gd name="connsiteY367" fmla="*/ 224187 h 4893730"/>
              <a:gd name="connsiteX368" fmla="*/ 4289380 w 8877359"/>
              <a:gd name="connsiteY368" fmla="*/ 228147 h 4893730"/>
              <a:gd name="connsiteX369" fmla="*/ 4280955 w 8877359"/>
              <a:gd name="connsiteY369" fmla="*/ 255729 h 4893730"/>
              <a:gd name="connsiteX370" fmla="*/ 4330287 w 8877359"/>
              <a:gd name="connsiteY370" fmla="*/ 305060 h 4893730"/>
              <a:gd name="connsiteX371" fmla="*/ 4340229 w 8877359"/>
              <a:gd name="connsiteY371" fmla="*/ 304058 h 4893730"/>
              <a:gd name="connsiteX372" fmla="*/ 4349167 w 8877359"/>
              <a:gd name="connsiteY372" fmla="*/ 301284 h 4893730"/>
              <a:gd name="connsiteX373" fmla="*/ 4348819 w 8877359"/>
              <a:gd name="connsiteY373" fmla="*/ 304741 h 4893730"/>
              <a:gd name="connsiteX374" fmla="*/ 4398151 w 8877359"/>
              <a:gd name="connsiteY374" fmla="*/ 354073 h 4893730"/>
              <a:gd name="connsiteX375" fmla="*/ 3688904 w 8877359"/>
              <a:gd name="connsiteY375" fmla="*/ 354073 h 4893730"/>
              <a:gd name="connsiteX376" fmla="*/ 3723787 w 8877359"/>
              <a:gd name="connsiteY376" fmla="*/ 339624 h 4893730"/>
              <a:gd name="connsiteX377" fmla="*/ 3729434 w 8877359"/>
              <a:gd name="connsiteY377" fmla="*/ 332780 h 4893730"/>
              <a:gd name="connsiteX378" fmla="*/ 3735080 w 8877359"/>
              <a:gd name="connsiteY378" fmla="*/ 339624 h 4893730"/>
              <a:gd name="connsiteX379" fmla="*/ 3769963 w 8877359"/>
              <a:gd name="connsiteY379" fmla="*/ 354073 h 4893730"/>
              <a:gd name="connsiteX380" fmla="*/ 3819295 w 8877359"/>
              <a:gd name="connsiteY380" fmla="*/ 304741 h 4893730"/>
              <a:gd name="connsiteX381" fmla="*/ 3818947 w 8877359"/>
              <a:gd name="connsiteY381" fmla="*/ 301284 h 4893730"/>
              <a:gd name="connsiteX382" fmla="*/ 3827885 w 8877359"/>
              <a:gd name="connsiteY382" fmla="*/ 304058 h 4893730"/>
              <a:gd name="connsiteX383" fmla="*/ 3837827 w 8877359"/>
              <a:gd name="connsiteY383" fmla="*/ 305060 h 4893730"/>
              <a:gd name="connsiteX384" fmla="*/ 3887158 w 8877359"/>
              <a:gd name="connsiteY384" fmla="*/ 255729 h 4893730"/>
              <a:gd name="connsiteX385" fmla="*/ 3878733 w 8877359"/>
              <a:gd name="connsiteY385" fmla="*/ 228147 h 4893730"/>
              <a:gd name="connsiteX386" fmla="*/ 3875466 w 8877359"/>
              <a:gd name="connsiteY386" fmla="*/ 224187 h 4893730"/>
              <a:gd name="connsiteX387" fmla="*/ 3882478 w 8877359"/>
              <a:gd name="connsiteY387" fmla="*/ 222010 h 4893730"/>
              <a:gd name="connsiteX388" fmla="*/ 3912607 w 8877359"/>
              <a:gd name="connsiteY388" fmla="*/ 176555 h 4893730"/>
              <a:gd name="connsiteX389" fmla="*/ 3882478 w 8877359"/>
              <a:gd name="connsiteY389" fmla="*/ 131100 h 4893730"/>
              <a:gd name="connsiteX390" fmla="*/ 3876098 w 8877359"/>
              <a:gd name="connsiteY390" fmla="*/ 129120 h 4893730"/>
              <a:gd name="connsiteX391" fmla="*/ 3878733 w 8877359"/>
              <a:gd name="connsiteY391" fmla="*/ 125926 h 4893730"/>
              <a:gd name="connsiteX392" fmla="*/ 3887158 w 8877359"/>
              <a:gd name="connsiteY392" fmla="*/ 98344 h 4893730"/>
              <a:gd name="connsiteX393" fmla="*/ 3837827 w 8877359"/>
              <a:gd name="connsiteY393" fmla="*/ 49012 h 4893730"/>
              <a:gd name="connsiteX394" fmla="*/ 3823157 w 8877359"/>
              <a:gd name="connsiteY394" fmla="*/ 51230 h 4893730"/>
              <a:gd name="connsiteX395" fmla="*/ 3818898 w 8877359"/>
              <a:gd name="connsiteY395" fmla="*/ 53278 h 4893730"/>
              <a:gd name="connsiteX396" fmla="*/ 3819295 w 8877359"/>
              <a:gd name="connsiteY396" fmla="*/ 49331 h 4893730"/>
              <a:gd name="connsiteX397" fmla="*/ 3769963 w 8877359"/>
              <a:gd name="connsiteY397" fmla="*/ 0 h 4893730"/>
              <a:gd name="connsiteX398" fmla="*/ 3735080 w 8877359"/>
              <a:gd name="connsiteY398" fmla="*/ 14449 h 4893730"/>
              <a:gd name="connsiteX399" fmla="*/ 3729434 w 8877359"/>
              <a:gd name="connsiteY399" fmla="*/ 21293 h 4893730"/>
              <a:gd name="connsiteX400" fmla="*/ 3723787 w 8877359"/>
              <a:gd name="connsiteY400" fmla="*/ 14449 h 4893730"/>
              <a:gd name="connsiteX401" fmla="*/ 3688904 w 8877359"/>
              <a:gd name="connsiteY401" fmla="*/ 0 h 4893730"/>
              <a:gd name="connsiteX402" fmla="*/ 3639572 w 8877359"/>
              <a:gd name="connsiteY402" fmla="*/ 49331 h 4893730"/>
              <a:gd name="connsiteX403" fmla="*/ 3639921 w 8877359"/>
              <a:gd name="connsiteY403" fmla="*/ 52789 h 4893730"/>
              <a:gd name="connsiteX404" fmla="*/ 3630983 w 8877359"/>
              <a:gd name="connsiteY404" fmla="*/ 50014 h 4893730"/>
              <a:gd name="connsiteX405" fmla="*/ 3621040 w 8877359"/>
              <a:gd name="connsiteY405" fmla="*/ 49012 h 4893730"/>
              <a:gd name="connsiteX406" fmla="*/ 3571709 w 8877359"/>
              <a:gd name="connsiteY406" fmla="*/ 98344 h 4893730"/>
              <a:gd name="connsiteX407" fmla="*/ 3580134 w 8877359"/>
              <a:gd name="connsiteY407" fmla="*/ 125926 h 4893730"/>
              <a:gd name="connsiteX408" fmla="*/ 3582769 w 8877359"/>
              <a:gd name="connsiteY408" fmla="*/ 129120 h 4893730"/>
              <a:gd name="connsiteX409" fmla="*/ 3576390 w 8877359"/>
              <a:gd name="connsiteY409" fmla="*/ 131100 h 4893730"/>
              <a:gd name="connsiteX410" fmla="*/ 3546260 w 8877359"/>
              <a:gd name="connsiteY410" fmla="*/ 176555 h 4893730"/>
              <a:gd name="connsiteX411" fmla="*/ 3576390 w 8877359"/>
              <a:gd name="connsiteY411" fmla="*/ 222010 h 4893730"/>
              <a:gd name="connsiteX412" fmla="*/ 3583402 w 8877359"/>
              <a:gd name="connsiteY412" fmla="*/ 224187 h 4893730"/>
              <a:gd name="connsiteX413" fmla="*/ 3580134 w 8877359"/>
              <a:gd name="connsiteY413" fmla="*/ 228147 h 4893730"/>
              <a:gd name="connsiteX414" fmla="*/ 3571709 w 8877359"/>
              <a:gd name="connsiteY414" fmla="*/ 255729 h 4893730"/>
              <a:gd name="connsiteX415" fmla="*/ 3621040 w 8877359"/>
              <a:gd name="connsiteY415" fmla="*/ 305060 h 4893730"/>
              <a:gd name="connsiteX416" fmla="*/ 3630983 w 8877359"/>
              <a:gd name="connsiteY416" fmla="*/ 304058 h 4893730"/>
              <a:gd name="connsiteX417" fmla="*/ 3639921 w 8877359"/>
              <a:gd name="connsiteY417" fmla="*/ 301284 h 4893730"/>
              <a:gd name="connsiteX418" fmla="*/ 3639572 w 8877359"/>
              <a:gd name="connsiteY418" fmla="*/ 304741 h 4893730"/>
              <a:gd name="connsiteX419" fmla="*/ 3688904 w 8877359"/>
              <a:gd name="connsiteY419" fmla="*/ 354073 h 4893730"/>
              <a:gd name="connsiteX420" fmla="*/ 2979652 w 8877359"/>
              <a:gd name="connsiteY420" fmla="*/ 354073 h 4893730"/>
              <a:gd name="connsiteX421" fmla="*/ 3014535 w 8877359"/>
              <a:gd name="connsiteY421" fmla="*/ 339624 h 4893730"/>
              <a:gd name="connsiteX422" fmla="*/ 3020182 w 8877359"/>
              <a:gd name="connsiteY422" fmla="*/ 332780 h 4893730"/>
              <a:gd name="connsiteX423" fmla="*/ 3025828 w 8877359"/>
              <a:gd name="connsiteY423" fmla="*/ 339624 h 4893730"/>
              <a:gd name="connsiteX424" fmla="*/ 3060710 w 8877359"/>
              <a:gd name="connsiteY424" fmla="*/ 354073 h 4893730"/>
              <a:gd name="connsiteX425" fmla="*/ 3110042 w 8877359"/>
              <a:gd name="connsiteY425" fmla="*/ 304741 h 4893730"/>
              <a:gd name="connsiteX426" fmla="*/ 3109694 w 8877359"/>
              <a:gd name="connsiteY426" fmla="*/ 301284 h 4893730"/>
              <a:gd name="connsiteX427" fmla="*/ 3118633 w 8877359"/>
              <a:gd name="connsiteY427" fmla="*/ 304058 h 4893730"/>
              <a:gd name="connsiteX428" fmla="*/ 3128575 w 8877359"/>
              <a:gd name="connsiteY428" fmla="*/ 305060 h 4893730"/>
              <a:gd name="connsiteX429" fmla="*/ 3177907 w 8877359"/>
              <a:gd name="connsiteY429" fmla="*/ 255729 h 4893730"/>
              <a:gd name="connsiteX430" fmla="*/ 3169481 w 8877359"/>
              <a:gd name="connsiteY430" fmla="*/ 228147 h 4893730"/>
              <a:gd name="connsiteX431" fmla="*/ 3166213 w 8877359"/>
              <a:gd name="connsiteY431" fmla="*/ 224187 h 4893730"/>
              <a:gd name="connsiteX432" fmla="*/ 3173226 w 8877359"/>
              <a:gd name="connsiteY432" fmla="*/ 222010 h 4893730"/>
              <a:gd name="connsiteX433" fmla="*/ 3203353 w 8877359"/>
              <a:gd name="connsiteY433" fmla="*/ 176555 h 4893730"/>
              <a:gd name="connsiteX434" fmla="*/ 3173226 w 8877359"/>
              <a:gd name="connsiteY434" fmla="*/ 131100 h 4893730"/>
              <a:gd name="connsiteX435" fmla="*/ 3166845 w 8877359"/>
              <a:gd name="connsiteY435" fmla="*/ 129120 h 4893730"/>
              <a:gd name="connsiteX436" fmla="*/ 3169481 w 8877359"/>
              <a:gd name="connsiteY436" fmla="*/ 125926 h 4893730"/>
              <a:gd name="connsiteX437" fmla="*/ 3177907 w 8877359"/>
              <a:gd name="connsiteY437" fmla="*/ 98344 h 4893730"/>
              <a:gd name="connsiteX438" fmla="*/ 3128575 w 8877359"/>
              <a:gd name="connsiteY438" fmla="*/ 49012 h 4893730"/>
              <a:gd name="connsiteX439" fmla="*/ 3113904 w 8877359"/>
              <a:gd name="connsiteY439" fmla="*/ 51230 h 4893730"/>
              <a:gd name="connsiteX440" fmla="*/ 3109645 w 8877359"/>
              <a:gd name="connsiteY440" fmla="*/ 53278 h 4893730"/>
              <a:gd name="connsiteX441" fmla="*/ 3110042 w 8877359"/>
              <a:gd name="connsiteY441" fmla="*/ 49331 h 4893730"/>
              <a:gd name="connsiteX442" fmla="*/ 3060712 w 8877359"/>
              <a:gd name="connsiteY442" fmla="*/ 0 h 4893730"/>
              <a:gd name="connsiteX443" fmla="*/ 3025828 w 8877359"/>
              <a:gd name="connsiteY443" fmla="*/ 14449 h 4893730"/>
              <a:gd name="connsiteX444" fmla="*/ 3020182 w 8877359"/>
              <a:gd name="connsiteY444" fmla="*/ 21293 h 4893730"/>
              <a:gd name="connsiteX445" fmla="*/ 3014535 w 8877359"/>
              <a:gd name="connsiteY445" fmla="*/ 14449 h 4893730"/>
              <a:gd name="connsiteX446" fmla="*/ 2979652 w 8877359"/>
              <a:gd name="connsiteY446" fmla="*/ 0 h 4893730"/>
              <a:gd name="connsiteX447" fmla="*/ 2930320 w 8877359"/>
              <a:gd name="connsiteY447" fmla="*/ 49331 h 4893730"/>
              <a:gd name="connsiteX448" fmla="*/ 2930670 w 8877359"/>
              <a:gd name="connsiteY448" fmla="*/ 52789 h 4893730"/>
              <a:gd name="connsiteX449" fmla="*/ 2921731 w 8877359"/>
              <a:gd name="connsiteY449" fmla="*/ 50014 h 4893730"/>
              <a:gd name="connsiteX450" fmla="*/ 2911789 w 8877359"/>
              <a:gd name="connsiteY450" fmla="*/ 49012 h 4893730"/>
              <a:gd name="connsiteX451" fmla="*/ 2862458 w 8877359"/>
              <a:gd name="connsiteY451" fmla="*/ 98344 h 4893730"/>
              <a:gd name="connsiteX452" fmla="*/ 2870883 w 8877359"/>
              <a:gd name="connsiteY452" fmla="*/ 125926 h 4893730"/>
              <a:gd name="connsiteX453" fmla="*/ 2873518 w 8877359"/>
              <a:gd name="connsiteY453" fmla="*/ 129120 h 4893730"/>
              <a:gd name="connsiteX454" fmla="*/ 2867137 w 8877359"/>
              <a:gd name="connsiteY454" fmla="*/ 131100 h 4893730"/>
              <a:gd name="connsiteX455" fmla="*/ 2837009 w 8877359"/>
              <a:gd name="connsiteY455" fmla="*/ 176555 h 4893730"/>
              <a:gd name="connsiteX456" fmla="*/ 2867137 w 8877359"/>
              <a:gd name="connsiteY456" fmla="*/ 222010 h 4893730"/>
              <a:gd name="connsiteX457" fmla="*/ 2874151 w 8877359"/>
              <a:gd name="connsiteY457" fmla="*/ 224187 h 4893730"/>
              <a:gd name="connsiteX458" fmla="*/ 2870883 w 8877359"/>
              <a:gd name="connsiteY458" fmla="*/ 228147 h 4893730"/>
              <a:gd name="connsiteX459" fmla="*/ 2862458 w 8877359"/>
              <a:gd name="connsiteY459" fmla="*/ 255729 h 4893730"/>
              <a:gd name="connsiteX460" fmla="*/ 2911789 w 8877359"/>
              <a:gd name="connsiteY460" fmla="*/ 305060 h 4893730"/>
              <a:gd name="connsiteX461" fmla="*/ 2921731 w 8877359"/>
              <a:gd name="connsiteY461" fmla="*/ 304058 h 4893730"/>
              <a:gd name="connsiteX462" fmla="*/ 2930669 w 8877359"/>
              <a:gd name="connsiteY462" fmla="*/ 301284 h 4893730"/>
              <a:gd name="connsiteX463" fmla="*/ 2930320 w 8877359"/>
              <a:gd name="connsiteY463" fmla="*/ 304741 h 4893730"/>
              <a:gd name="connsiteX464" fmla="*/ 2979652 w 8877359"/>
              <a:gd name="connsiteY464" fmla="*/ 354073 h 4893730"/>
              <a:gd name="connsiteX465" fmla="*/ 2270400 w 8877359"/>
              <a:gd name="connsiteY465" fmla="*/ 354073 h 4893730"/>
              <a:gd name="connsiteX466" fmla="*/ 2305283 w 8877359"/>
              <a:gd name="connsiteY466" fmla="*/ 339624 h 4893730"/>
              <a:gd name="connsiteX467" fmla="*/ 2310930 w 8877359"/>
              <a:gd name="connsiteY467" fmla="*/ 332780 h 4893730"/>
              <a:gd name="connsiteX468" fmla="*/ 2316577 w 8877359"/>
              <a:gd name="connsiteY468" fmla="*/ 339624 h 4893730"/>
              <a:gd name="connsiteX469" fmla="*/ 2351459 w 8877359"/>
              <a:gd name="connsiteY469" fmla="*/ 354073 h 4893730"/>
              <a:gd name="connsiteX470" fmla="*/ 2400792 w 8877359"/>
              <a:gd name="connsiteY470" fmla="*/ 304741 h 4893730"/>
              <a:gd name="connsiteX471" fmla="*/ 2400443 w 8877359"/>
              <a:gd name="connsiteY471" fmla="*/ 301284 h 4893730"/>
              <a:gd name="connsiteX472" fmla="*/ 2409381 w 8877359"/>
              <a:gd name="connsiteY472" fmla="*/ 304058 h 4893730"/>
              <a:gd name="connsiteX473" fmla="*/ 2419323 w 8877359"/>
              <a:gd name="connsiteY473" fmla="*/ 305060 h 4893730"/>
              <a:gd name="connsiteX474" fmla="*/ 2468655 w 8877359"/>
              <a:gd name="connsiteY474" fmla="*/ 255729 h 4893730"/>
              <a:gd name="connsiteX475" fmla="*/ 2460230 w 8877359"/>
              <a:gd name="connsiteY475" fmla="*/ 228147 h 4893730"/>
              <a:gd name="connsiteX476" fmla="*/ 2456962 w 8877359"/>
              <a:gd name="connsiteY476" fmla="*/ 224187 h 4893730"/>
              <a:gd name="connsiteX477" fmla="*/ 2463975 w 8877359"/>
              <a:gd name="connsiteY477" fmla="*/ 222010 h 4893730"/>
              <a:gd name="connsiteX478" fmla="*/ 2494104 w 8877359"/>
              <a:gd name="connsiteY478" fmla="*/ 176555 h 4893730"/>
              <a:gd name="connsiteX479" fmla="*/ 2463975 w 8877359"/>
              <a:gd name="connsiteY479" fmla="*/ 131100 h 4893730"/>
              <a:gd name="connsiteX480" fmla="*/ 2457594 w 8877359"/>
              <a:gd name="connsiteY480" fmla="*/ 129120 h 4893730"/>
              <a:gd name="connsiteX481" fmla="*/ 2460230 w 8877359"/>
              <a:gd name="connsiteY481" fmla="*/ 125926 h 4893730"/>
              <a:gd name="connsiteX482" fmla="*/ 2468655 w 8877359"/>
              <a:gd name="connsiteY482" fmla="*/ 98344 h 4893730"/>
              <a:gd name="connsiteX483" fmla="*/ 2419323 w 8877359"/>
              <a:gd name="connsiteY483" fmla="*/ 49012 h 4893730"/>
              <a:gd name="connsiteX484" fmla="*/ 2404654 w 8877359"/>
              <a:gd name="connsiteY484" fmla="*/ 51230 h 4893730"/>
              <a:gd name="connsiteX485" fmla="*/ 2400394 w 8877359"/>
              <a:gd name="connsiteY485" fmla="*/ 53278 h 4893730"/>
              <a:gd name="connsiteX486" fmla="*/ 2400792 w 8877359"/>
              <a:gd name="connsiteY486" fmla="*/ 49331 h 4893730"/>
              <a:gd name="connsiteX487" fmla="*/ 2351460 w 8877359"/>
              <a:gd name="connsiteY487" fmla="*/ 0 h 4893730"/>
              <a:gd name="connsiteX488" fmla="*/ 2316577 w 8877359"/>
              <a:gd name="connsiteY488" fmla="*/ 14449 h 4893730"/>
              <a:gd name="connsiteX489" fmla="*/ 2310930 w 8877359"/>
              <a:gd name="connsiteY489" fmla="*/ 21293 h 4893730"/>
              <a:gd name="connsiteX490" fmla="*/ 2305283 w 8877359"/>
              <a:gd name="connsiteY490" fmla="*/ 14449 h 4893730"/>
              <a:gd name="connsiteX491" fmla="*/ 2270401 w 8877359"/>
              <a:gd name="connsiteY491" fmla="*/ 0 h 4893730"/>
              <a:gd name="connsiteX492" fmla="*/ 2221069 w 8877359"/>
              <a:gd name="connsiteY492" fmla="*/ 49331 h 4893730"/>
              <a:gd name="connsiteX493" fmla="*/ 2221418 w 8877359"/>
              <a:gd name="connsiteY493" fmla="*/ 52789 h 4893730"/>
              <a:gd name="connsiteX494" fmla="*/ 2212479 w 8877359"/>
              <a:gd name="connsiteY494" fmla="*/ 50014 h 4893730"/>
              <a:gd name="connsiteX495" fmla="*/ 2202537 w 8877359"/>
              <a:gd name="connsiteY495" fmla="*/ 49012 h 4893730"/>
              <a:gd name="connsiteX496" fmla="*/ 2153205 w 8877359"/>
              <a:gd name="connsiteY496" fmla="*/ 98344 h 4893730"/>
              <a:gd name="connsiteX497" fmla="*/ 2161631 w 8877359"/>
              <a:gd name="connsiteY497" fmla="*/ 125926 h 4893730"/>
              <a:gd name="connsiteX498" fmla="*/ 2164266 w 8877359"/>
              <a:gd name="connsiteY498" fmla="*/ 129120 h 4893730"/>
              <a:gd name="connsiteX499" fmla="*/ 2157886 w 8877359"/>
              <a:gd name="connsiteY499" fmla="*/ 131100 h 4893730"/>
              <a:gd name="connsiteX500" fmla="*/ 2127757 w 8877359"/>
              <a:gd name="connsiteY500" fmla="*/ 176555 h 4893730"/>
              <a:gd name="connsiteX501" fmla="*/ 2157886 w 8877359"/>
              <a:gd name="connsiteY501" fmla="*/ 222010 h 4893730"/>
              <a:gd name="connsiteX502" fmla="*/ 2164898 w 8877359"/>
              <a:gd name="connsiteY502" fmla="*/ 224187 h 4893730"/>
              <a:gd name="connsiteX503" fmla="*/ 2161631 w 8877359"/>
              <a:gd name="connsiteY503" fmla="*/ 228147 h 4893730"/>
              <a:gd name="connsiteX504" fmla="*/ 2153205 w 8877359"/>
              <a:gd name="connsiteY504" fmla="*/ 255729 h 4893730"/>
              <a:gd name="connsiteX505" fmla="*/ 2202537 w 8877359"/>
              <a:gd name="connsiteY505" fmla="*/ 305060 h 4893730"/>
              <a:gd name="connsiteX506" fmla="*/ 2212479 w 8877359"/>
              <a:gd name="connsiteY506" fmla="*/ 304058 h 4893730"/>
              <a:gd name="connsiteX507" fmla="*/ 2221417 w 8877359"/>
              <a:gd name="connsiteY507" fmla="*/ 301284 h 4893730"/>
              <a:gd name="connsiteX508" fmla="*/ 2221069 w 8877359"/>
              <a:gd name="connsiteY508" fmla="*/ 304741 h 4893730"/>
              <a:gd name="connsiteX509" fmla="*/ 2270400 w 8877359"/>
              <a:gd name="connsiteY509" fmla="*/ 354073 h 4893730"/>
              <a:gd name="connsiteX510" fmla="*/ 1561148 w 8877359"/>
              <a:gd name="connsiteY510" fmla="*/ 354073 h 4893730"/>
              <a:gd name="connsiteX511" fmla="*/ 1596031 w 8877359"/>
              <a:gd name="connsiteY511" fmla="*/ 339624 h 4893730"/>
              <a:gd name="connsiteX512" fmla="*/ 1601678 w 8877359"/>
              <a:gd name="connsiteY512" fmla="*/ 332780 h 4893730"/>
              <a:gd name="connsiteX513" fmla="*/ 1607324 w 8877359"/>
              <a:gd name="connsiteY513" fmla="*/ 339624 h 4893730"/>
              <a:gd name="connsiteX514" fmla="*/ 1642207 w 8877359"/>
              <a:gd name="connsiteY514" fmla="*/ 354073 h 4893730"/>
              <a:gd name="connsiteX515" fmla="*/ 1691539 w 8877359"/>
              <a:gd name="connsiteY515" fmla="*/ 304741 h 4893730"/>
              <a:gd name="connsiteX516" fmla="*/ 1691191 w 8877359"/>
              <a:gd name="connsiteY516" fmla="*/ 301284 h 4893730"/>
              <a:gd name="connsiteX517" fmla="*/ 1700129 w 8877359"/>
              <a:gd name="connsiteY517" fmla="*/ 304058 h 4893730"/>
              <a:gd name="connsiteX518" fmla="*/ 1710071 w 8877359"/>
              <a:gd name="connsiteY518" fmla="*/ 305060 h 4893730"/>
              <a:gd name="connsiteX519" fmla="*/ 1759403 w 8877359"/>
              <a:gd name="connsiteY519" fmla="*/ 255729 h 4893730"/>
              <a:gd name="connsiteX520" fmla="*/ 1750978 w 8877359"/>
              <a:gd name="connsiteY520" fmla="*/ 228147 h 4893730"/>
              <a:gd name="connsiteX521" fmla="*/ 1747710 w 8877359"/>
              <a:gd name="connsiteY521" fmla="*/ 224187 h 4893730"/>
              <a:gd name="connsiteX522" fmla="*/ 1754722 w 8877359"/>
              <a:gd name="connsiteY522" fmla="*/ 222010 h 4893730"/>
              <a:gd name="connsiteX523" fmla="*/ 1784852 w 8877359"/>
              <a:gd name="connsiteY523" fmla="*/ 176555 h 4893730"/>
              <a:gd name="connsiteX524" fmla="*/ 1754722 w 8877359"/>
              <a:gd name="connsiteY524" fmla="*/ 131100 h 4893730"/>
              <a:gd name="connsiteX525" fmla="*/ 1748343 w 8877359"/>
              <a:gd name="connsiteY525" fmla="*/ 129120 h 4893730"/>
              <a:gd name="connsiteX526" fmla="*/ 1750978 w 8877359"/>
              <a:gd name="connsiteY526" fmla="*/ 125926 h 4893730"/>
              <a:gd name="connsiteX527" fmla="*/ 1759403 w 8877359"/>
              <a:gd name="connsiteY527" fmla="*/ 98344 h 4893730"/>
              <a:gd name="connsiteX528" fmla="*/ 1710071 w 8877359"/>
              <a:gd name="connsiteY528" fmla="*/ 49012 h 4893730"/>
              <a:gd name="connsiteX529" fmla="*/ 1695401 w 8877359"/>
              <a:gd name="connsiteY529" fmla="*/ 51230 h 4893730"/>
              <a:gd name="connsiteX530" fmla="*/ 1691142 w 8877359"/>
              <a:gd name="connsiteY530" fmla="*/ 53278 h 4893730"/>
              <a:gd name="connsiteX531" fmla="*/ 1691539 w 8877359"/>
              <a:gd name="connsiteY531" fmla="*/ 49331 h 4893730"/>
              <a:gd name="connsiteX532" fmla="*/ 1642207 w 8877359"/>
              <a:gd name="connsiteY532" fmla="*/ 0 h 4893730"/>
              <a:gd name="connsiteX533" fmla="*/ 1607324 w 8877359"/>
              <a:gd name="connsiteY533" fmla="*/ 14449 h 4893730"/>
              <a:gd name="connsiteX534" fmla="*/ 1601678 w 8877359"/>
              <a:gd name="connsiteY534" fmla="*/ 21293 h 4893730"/>
              <a:gd name="connsiteX535" fmla="*/ 1596031 w 8877359"/>
              <a:gd name="connsiteY535" fmla="*/ 14449 h 4893730"/>
              <a:gd name="connsiteX536" fmla="*/ 1561149 w 8877359"/>
              <a:gd name="connsiteY536" fmla="*/ 0 h 4893730"/>
              <a:gd name="connsiteX537" fmla="*/ 1511816 w 8877359"/>
              <a:gd name="connsiteY537" fmla="*/ 49331 h 4893730"/>
              <a:gd name="connsiteX538" fmla="*/ 1512165 w 8877359"/>
              <a:gd name="connsiteY538" fmla="*/ 52789 h 4893730"/>
              <a:gd name="connsiteX539" fmla="*/ 1503226 w 8877359"/>
              <a:gd name="connsiteY539" fmla="*/ 50014 h 4893730"/>
              <a:gd name="connsiteX540" fmla="*/ 1493284 w 8877359"/>
              <a:gd name="connsiteY540" fmla="*/ 49012 h 4893730"/>
              <a:gd name="connsiteX541" fmla="*/ 1443953 w 8877359"/>
              <a:gd name="connsiteY541" fmla="*/ 98344 h 4893730"/>
              <a:gd name="connsiteX542" fmla="*/ 1452378 w 8877359"/>
              <a:gd name="connsiteY542" fmla="*/ 125926 h 4893730"/>
              <a:gd name="connsiteX543" fmla="*/ 1455013 w 8877359"/>
              <a:gd name="connsiteY543" fmla="*/ 129120 h 4893730"/>
              <a:gd name="connsiteX544" fmla="*/ 1448633 w 8877359"/>
              <a:gd name="connsiteY544" fmla="*/ 131100 h 4893730"/>
              <a:gd name="connsiteX545" fmla="*/ 1418504 w 8877359"/>
              <a:gd name="connsiteY545" fmla="*/ 176555 h 4893730"/>
              <a:gd name="connsiteX546" fmla="*/ 1448633 w 8877359"/>
              <a:gd name="connsiteY546" fmla="*/ 222010 h 4893730"/>
              <a:gd name="connsiteX547" fmla="*/ 1455645 w 8877359"/>
              <a:gd name="connsiteY547" fmla="*/ 224187 h 4893730"/>
              <a:gd name="connsiteX548" fmla="*/ 1452378 w 8877359"/>
              <a:gd name="connsiteY548" fmla="*/ 228147 h 4893730"/>
              <a:gd name="connsiteX549" fmla="*/ 1443953 w 8877359"/>
              <a:gd name="connsiteY549" fmla="*/ 255729 h 4893730"/>
              <a:gd name="connsiteX550" fmla="*/ 1493284 w 8877359"/>
              <a:gd name="connsiteY550" fmla="*/ 305060 h 4893730"/>
              <a:gd name="connsiteX551" fmla="*/ 1503227 w 8877359"/>
              <a:gd name="connsiteY551" fmla="*/ 304058 h 4893730"/>
              <a:gd name="connsiteX552" fmla="*/ 1512165 w 8877359"/>
              <a:gd name="connsiteY552" fmla="*/ 301284 h 4893730"/>
              <a:gd name="connsiteX553" fmla="*/ 1511816 w 8877359"/>
              <a:gd name="connsiteY553" fmla="*/ 304741 h 4893730"/>
              <a:gd name="connsiteX554" fmla="*/ 1561148 w 8877359"/>
              <a:gd name="connsiteY554" fmla="*/ 354073 h 4893730"/>
              <a:gd name="connsiteX555" fmla="*/ 851896 w 8877359"/>
              <a:gd name="connsiteY555" fmla="*/ 354073 h 4893730"/>
              <a:gd name="connsiteX556" fmla="*/ 886778 w 8877359"/>
              <a:gd name="connsiteY556" fmla="*/ 339624 h 4893730"/>
              <a:gd name="connsiteX557" fmla="*/ 892425 w 8877359"/>
              <a:gd name="connsiteY557" fmla="*/ 332780 h 4893730"/>
              <a:gd name="connsiteX558" fmla="*/ 898072 w 8877359"/>
              <a:gd name="connsiteY558" fmla="*/ 339624 h 4893730"/>
              <a:gd name="connsiteX559" fmla="*/ 932957 w 8877359"/>
              <a:gd name="connsiteY559" fmla="*/ 354073 h 4893730"/>
              <a:gd name="connsiteX560" fmla="*/ 982288 w 8877359"/>
              <a:gd name="connsiteY560" fmla="*/ 304741 h 4893730"/>
              <a:gd name="connsiteX561" fmla="*/ 981940 w 8877359"/>
              <a:gd name="connsiteY561" fmla="*/ 301284 h 4893730"/>
              <a:gd name="connsiteX562" fmla="*/ 990878 w 8877359"/>
              <a:gd name="connsiteY562" fmla="*/ 304058 h 4893730"/>
              <a:gd name="connsiteX563" fmla="*/ 1000820 w 8877359"/>
              <a:gd name="connsiteY563" fmla="*/ 305060 h 4893730"/>
              <a:gd name="connsiteX564" fmla="*/ 1050152 w 8877359"/>
              <a:gd name="connsiteY564" fmla="*/ 255729 h 4893730"/>
              <a:gd name="connsiteX565" fmla="*/ 1041726 w 8877359"/>
              <a:gd name="connsiteY565" fmla="*/ 228147 h 4893730"/>
              <a:gd name="connsiteX566" fmla="*/ 1038458 w 8877359"/>
              <a:gd name="connsiteY566" fmla="*/ 224187 h 4893730"/>
              <a:gd name="connsiteX567" fmla="*/ 1045471 w 8877359"/>
              <a:gd name="connsiteY567" fmla="*/ 222010 h 4893730"/>
              <a:gd name="connsiteX568" fmla="*/ 1075601 w 8877359"/>
              <a:gd name="connsiteY568" fmla="*/ 176555 h 4893730"/>
              <a:gd name="connsiteX569" fmla="*/ 1045471 w 8877359"/>
              <a:gd name="connsiteY569" fmla="*/ 131100 h 4893730"/>
              <a:gd name="connsiteX570" fmla="*/ 1039091 w 8877359"/>
              <a:gd name="connsiteY570" fmla="*/ 129120 h 4893730"/>
              <a:gd name="connsiteX571" fmla="*/ 1041726 w 8877359"/>
              <a:gd name="connsiteY571" fmla="*/ 125926 h 4893730"/>
              <a:gd name="connsiteX572" fmla="*/ 1050152 w 8877359"/>
              <a:gd name="connsiteY572" fmla="*/ 98344 h 4893730"/>
              <a:gd name="connsiteX573" fmla="*/ 1000820 w 8877359"/>
              <a:gd name="connsiteY573" fmla="*/ 49012 h 4893730"/>
              <a:gd name="connsiteX574" fmla="*/ 986150 w 8877359"/>
              <a:gd name="connsiteY574" fmla="*/ 51230 h 4893730"/>
              <a:gd name="connsiteX575" fmla="*/ 981890 w 8877359"/>
              <a:gd name="connsiteY575" fmla="*/ 53278 h 4893730"/>
              <a:gd name="connsiteX576" fmla="*/ 982288 w 8877359"/>
              <a:gd name="connsiteY576" fmla="*/ 49331 h 4893730"/>
              <a:gd name="connsiteX577" fmla="*/ 932957 w 8877359"/>
              <a:gd name="connsiteY577" fmla="*/ 0 h 4893730"/>
              <a:gd name="connsiteX578" fmla="*/ 898072 w 8877359"/>
              <a:gd name="connsiteY578" fmla="*/ 14449 h 4893730"/>
              <a:gd name="connsiteX579" fmla="*/ 892425 w 8877359"/>
              <a:gd name="connsiteY579" fmla="*/ 21293 h 4893730"/>
              <a:gd name="connsiteX580" fmla="*/ 886779 w 8877359"/>
              <a:gd name="connsiteY580" fmla="*/ 14449 h 4893730"/>
              <a:gd name="connsiteX581" fmla="*/ 851896 w 8877359"/>
              <a:gd name="connsiteY581" fmla="*/ 0 h 4893730"/>
              <a:gd name="connsiteX582" fmla="*/ 802564 w 8877359"/>
              <a:gd name="connsiteY582" fmla="*/ 49331 h 4893730"/>
              <a:gd name="connsiteX583" fmla="*/ 802912 w 8877359"/>
              <a:gd name="connsiteY583" fmla="*/ 52789 h 4893730"/>
              <a:gd name="connsiteX584" fmla="*/ 793974 w 8877359"/>
              <a:gd name="connsiteY584" fmla="*/ 50014 h 4893730"/>
              <a:gd name="connsiteX585" fmla="*/ 784032 w 8877359"/>
              <a:gd name="connsiteY585" fmla="*/ 49012 h 4893730"/>
              <a:gd name="connsiteX586" fmla="*/ 734700 w 8877359"/>
              <a:gd name="connsiteY586" fmla="*/ 98344 h 4893730"/>
              <a:gd name="connsiteX587" fmla="*/ 743125 w 8877359"/>
              <a:gd name="connsiteY587" fmla="*/ 125926 h 4893730"/>
              <a:gd name="connsiteX588" fmla="*/ 745761 w 8877359"/>
              <a:gd name="connsiteY588" fmla="*/ 129120 h 4893730"/>
              <a:gd name="connsiteX589" fmla="*/ 739381 w 8877359"/>
              <a:gd name="connsiteY589" fmla="*/ 131100 h 4893730"/>
              <a:gd name="connsiteX590" fmla="*/ 709251 w 8877359"/>
              <a:gd name="connsiteY590" fmla="*/ 176555 h 4893730"/>
              <a:gd name="connsiteX591" fmla="*/ 739381 w 8877359"/>
              <a:gd name="connsiteY591" fmla="*/ 222010 h 4893730"/>
              <a:gd name="connsiteX592" fmla="*/ 746393 w 8877359"/>
              <a:gd name="connsiteY592" fmla="*/ 224187 h 4893730"/>
              <a:gd name="connsiteX593" fmla="*/ 743125 w 8877359"/>
              <a:gd name="connsiteY593" fmla="*/ 228147 h 4893730"/>
              <a:gd name="connsiteX594" fmla="*/ 734700 w 8877359"/>
              <a:gd name="connsiteY594" fmla="*/ 255729 h 4893730"/>
              <a:gd name="connsiteX595" fmla="*/ 784032 w 8877359"/>
              <a:gd name="connsiteY595" fmla="*/ 305060 h 4893730"/>
              <a:gd name="connsiteX596" fmla="*/ 793974 w 8877359"/>
              <a:gd name="connsiteY596" fmla="*/ 304058 h 4893730"/>
              <a:gd name="connsiteX597" fmla="*/ 802912 w 8877359"/>
              <a:gd name="connsiteY597" fmla="*/ 301284 h 4893730"/>
              <a:gd name="connsiteX598" fmla="*/ 802564 w 8877359"/>
              <a:gd name="connsiteY598" fmla="*/ 304741 h 4893730"/>
              <a:gd name="connsiteX599" fmla="*/ 851896 w 8877359"/>
              <a:gd name="connsiteY599" fmla="*/ 354073 h 4893730"/>
              <a:gd name="connsiteX600" fmla="*/ 142644 w 8877359"/>
              <a:gd name="connsiteY600" fmla="*/ 354073 h 4893730"/>
              <a:gd name="connsiteX601" fmla="*/ 177527 w 8877359"/>
              <a:gd name="connsiteY601" fmla="*/ 339624 h 4893730"/>
              <a:gd name="connsiteX602" fmla="*/ 183174 w 8877359"/>
              <a:gd name="connsiteY602" fmla="*/ 332780 h 4893730"/>
              <a:gd name="connsiteX603" fmla="*/ 188821 w 8877359"/>
              <a:gd name="connsiteY603" fmla="*/ 339624 h 4893730"/>
              <a:gd name="connsiteX604" fmla="*/ 223703 w 8877359"/>
              <a:gd name="connsiteY604" fmla="*/ 354073 h 4893730"/>
              <a:gd name="connsiteX605" fmla="*/ 273035 w 8877359"/>
              <a:gd name="connsiteY605" fmla="*/ 304741 h 4893730"/>
              <a:gd name="connsiteX606" fmla="*/ 272687 w 8877359"/>
              <a:gd name="connsiteY606" fmla="*/ 301284 h 4893730"/>
              <a:gd name="connsiteX607" fmla="*/ 281625 w 8877359"/>
              <a:gd name="connsiteY607" fmla="*/ 304058 h 4893730"/>
              <a:gd name="connsiteX608" fmla="*/ 291567 w 8877359"/>
              <a:gd name="connsiteY608" fmla="*/ 305060 h 4893730"/>
              <a:gd name="connsiteX609" fmla="*/ 340899 w 8877359"/>
              <a:gd name="connsiteY609" fmla="*/ 255729 h 4893730"/>
              <a:gd name="connsiteX610" fmla="*/ 332474 w 8877359"/>
              <a:gd name="connsiteY610" fmla="*/ 228147 h 4893730"/>
              <a:gd name="connsiteX611" fmla="*/ 329206 w 8877359"/>
              <a:gd name="connsiteY611" fmla="*/ 224187 h 4893730"/>
              <a:gd name="connsiteX612" fmla="*/ 336218 w 8877359"/>
              <a:gd name="connsiteY612" fmla="*/ 222010 h 4893730"/>
              <a:gd name="connsiteX613" fmla="*/ 366348 w 8877359"/>
              <a:gd name="connsiteY613" fmla="*/ 176555 h 4893730"/>
              <a:gd name="connsiteX614" fmla="*/ 336218 w 8877359"/>
              <a:gd name="connsiteY614" fmla="*/ 131100 h 4893730"/>
              <a:gd name="connsiteX615" fmla="*/ 329838 w 8877359"/>
              <a:gd name="connsiteY615" fmla="*/ 129120 h 4893730"/>
              <a:gd name="connsiteX616" fmla="*/ 332474 w 8877359"/>
              <a:gd name="connsiteY616" fmla="*/ 125926 h 4893730"/>
              <a:gd name="connsiteX617" fmla="*/ 340899 w 8877359"/>
              <a:gd name="connsiteY617" fmla="*/ 98344 h 4893730"/>
              <a:gd name="connsiteX618" fmla="*/ 291567 w 8877359"/>
              <a:gd name="connsiteY618" fmla="*/ 49012 h 4893730"/>
              <a:gd name="connsiteX619" fmla="*/ 276897 w 8877359"/>
              <a:gd name="connsiteY619" fmla="*/ 51230 h 4893730"/>
              <a:gd name="connsiteX620" fmla="*/ 272638 w 8877359"/>
              <a:gd name="connsiteY620" fmla="*/ 53278 h 4893730"/>
              <a:gd name="connsiteX621" fmla="*/ 273035 w 8877359"/>
              <a:gd name="connsiteY621" fmla="*/ 49331 h 4893730"/>
              <a:gd name="connsiteX622" fmla="*/ 223704 w 8877359"/>
              <a:gd name="connsiteY622" fmla="*/ 0 h 4893730"/>
              <a:gd name="connsiteX623" fmla="*/ 188821 w 8877359"/>
              <a:gd name="connsiteY623" fmla="*/ 14449 h 4893730"/>
              <a:gd name="connsiteX624" fmla="*/ 183174 w 8877359"/>
              <a:gd name="connsiteY624" fmla="*/ 21293 h 4893730"/>
              <a:gd name="connsiteX625" fmla="*/ 177527 w 8877359"/>
              <a:gd name="connsiteY625" fmla="*/ 14449 h 4893730"/>
              <a:gd name="connsiteX626" fmla="*/ 142644 w 8877359"/>
              <a:gd name="connsiteY626" fmla="*/ 0 h 4893730"/>
              <a:gd name="connsiteX627" fmla="*/ 93313 w 8877359"/>
              <a:gd name="connsiteY627" fmla="*/ 49331 h 4893730"/>
              <a:gd name="connsiteX628" fmla="*/ 93661 w 8877359"/>
              <a:gd name="connsiteY628" fmla="*/ 52789 h 4893730"/>
              <a:gd name="connsiteX629" fmla="*/ 84723 w 8877359"/>
              <a:gd name="connsiteY629" fmla="*/ 50014 h 4893730"/>
              <a:gd name="connsiteX630" fmla="*/ 74781 w 8877359"/>
              <a:gd name="connsiteY630" fmla="*/ 49012 h 4893730"/>
              <a:gd name="connsiteX631" fmla="*/ 25449 w 8877359"/>
              <a:gd name="connsiteY631" fmla="*/ 98344 h 4893730"/>
              <a:gd name="connsiteX632" fmla="*/ 33874 w 8877359"/>
              <a:gd name="connsiteY632" fmla="*/ 125926 h 4893730"/>
              <a:gd name="connsiteX633" fmla="*/ 36509 w 8877359"/>
              <a:gd name="connsiteY633" fmla="*/ 129120 h 4893730"/>
              <a:gd name="connsiteX634" fmla="*/ 30130 w 8877359"/>
              <a:gd name="connsiteY634" fmla="*/ 131100 h 4893730"/>
              <a:gd name="connsiteX635" fmla="*/ 0 w 8877359"/>
              <a:gd name="connsiteY635" fmla="*/ 176555 h 4893730"/>
              <a:gd name="connsiteX636" fmla="*/ 30130 w 8877359"/>
              <a:gd name="connsiteY636" fmla="*/ 222010 h 4893730"/>
              <a:gd name="connsiteX637" fmla="*/ 37142 w 8877359"/>
              <a:gd name="connsiteY637" fmla="*/ 224187 h 4893730"/>
              <a:gd name="connsiteX638" fmla="*/ 33874 w 8877359"/>
              <a:gd name="connsiteY638" fmla="*/ 228147 h 4893730"/>
              <a:gd name="connsiteX639" fmla="*/ 25449 w 8877359"/>
              <a:gd name="connsiteY639" fmla="*/ 255729 h 4893730"/>
              <a:gd name="connsiteX640" fmla="*/ 74781 w 8877359"/>
              <a:gd name="connsiteY640" fmla="*/ 305060 h 4893730"/>
              <a:gd name="connsiteX641" fmla="*/ 84723 w 8877359"/>
              <a:gd name="connsiteY641" fmla="*/ 304058 h 4893730"/>
              <a:gd name="connsiteX642" fmla="*/ 93661 w 8877359"/>
              <a:gd name="connsiteY642" fmla="*/ 301284 h 4893730"/>
              <a:gd name="connsiteX643" fmla="*/ 93312 w 8877359"/>
              <a:gd name="connsiteY643" fmla="*/ 304741 h 4893730"/>
              <a:gd name="connsiteX644" fmla="*/ 142644 w 8877359"/>
              <a:gd name="connsiteY644" fmla="*/ 354073 h 4893730"/>
              <a:gd name="connsiteX645" fmla="*/ 8701715 w 8877359"/>
              <a:gd name="connsiteY645" fmla="*/ 619763 h 4893730"/>
              <a:gd name="connsiteX646" fmla="*/ 8740791 w 8877359"/>
              <a:gd name="connsiteY646" fmla="*/ 580687 h 4893730"/>
              <a:gd name="connsiteX647" fmla="*/ 8701715 w 8877359"/>
              <a:gd name="connsiteY647" fmla="*/ 541611 h 4893730"/>
              <a:gd name="connsiteX648" fmla="*/ 8662639 w 8877359"/>
              <a:gd name="connsiteY648" fmla="*/ 580687 h 4893730"/>
              <a:gd name="connsiteX649" fmla="*/ 8701715 w 8877359"/>
              <a:gd name="connsiteY649" fmla="*/ 619763 h 4893730"/>
              <a:gd name="connsiteX650" fmla="*/ 193983 w 8877359"/>
              <a:gd name="connsiteY650" fmla="*/ 619763 h 4893730"/>
              <a:gd name="connsiteX651" fmla="*/ 233059 w 8877359"/>
              <a:gd name="connsiteY651" fmla="*/ 580687 h 4893730"/>
              <a:gd name="connsiteX652" fmla="*/ 193983 w 8877359"/>
              <a:gd name="connsiteY652" fmla="*/ 541611 h 4893730"/>
              <a:gd name="connsiteX653" fmla="*/ 154907 w 8877359"/>
              <a:gd name="connsiteY653" fmla="*/ 580687 h 4893730"/>
              <a:gd name="connsiteX654" fmla="*/ 193983 w 8877359"/>
              <a:gd name="connsiteY654" fmla="*/ 619763 h 4893730"/>
              <a:gd name="connsiteX655" fmla="*/ 8697248 w 8877359"/>
              <a:gd name="connsiteY655" fmla="*/ 1138499 h 4893730"/>
              <a:gd name="connsiteX656" fmla="*/ 8742703 w 8877359"/>
              <a:gd name="connsiteY656" fmla="*/ 1108370 h 4893730"/>
              <a:gd name="connsiteX657" fmla="*/ 8744879 w 8877359"/>
              <a:gd name="connsiteY657" fmla="*/ 1101358 h 4893730"/>
              <a:gd name="connsiteX658" fmla="*/ 8748840 w 8877359"/>
              <a:gd name="connsiteY658" fmla="*/ 1104625 h 4893730"/>
              <a:gd name="connsiteX659" fmla="*/ 8776421 w 8877359"/>
              <a:gd name="connsiteY659" fmla="*/ 1113050 h 4893730"/>
              <a:gd name="connsiteX660" fmla="*/ 8825753 w 8877359"/>
              <a:gd name="connsiteY660" fmla="*/ 1063719 h 4893730"/>
              <a:gd name="connsiteX661" fmla="*/ 8824751 w 8877359"/>
              <a:gd name="connsiteY661" fmla="*/ 1053776 h 4893730"/>
              <a:gd name="connsiteX662" fmla="*/ 8821976 w 8877359"/>
              <a:gd name="connsiteY662" fmla="*/ 1044838 h 4893730"/>
              <a:gd name="connsiteX663" fmla="*/ 8825434 w 8877359"/>
              <a:gd name="connsiteY663" fmla="*/ 1045187 h 4893730"/>
              <a:gd name="connsiteX664" fmla="*/ 8874765 w 8877359"/>
              <a:gd name="connsiteY664" fmla="*/ 995855 h 4893730"/>
              <a:gd name="connsiteX665" fmla="*/ 8860317 w 8877359"/>
              <a:gd name="connsiteY665" fmla="*/ 960972 h 4893730"/>
              <a:gd name="connsiteX666" fmla="*/ 8853473 w 8877359"/>
              <a:gd name="connsiteY666" fmla="*/ 955325 h 4893730"/>
              <a:gd name="connsiteX667" fmla="*/ 8860317 w 8877359"/>
              <a:gd name="connsiteY667" fmla="*/ 949679 h 4893730"/>
              <a:gd name="connsiteX668" fmla="*/ 8874765 w 8877359"/>
              <a:gd name="connsiteY668" fmla="*/ 914796 h 4893730"/>
              <a:gd name="connsiteX669" fmla="*/ 8825434 w 8877359"/>
              <a:gd name="connsiteY669" fmla="*/ 865464 h 4893730"/>
              <a:gd name="connsiteX670" fmla="*/ 8821976 w 8877359"/>
              <a:gd name="connsiteY670" fmla="*/ 865812 h 4893730"/>
              <a:gd name="connsiteX671" fmla="*/ 8824751 w 8877359"/>
              <a:gd name="connsiteY671" fmla="*/ 856874 h 4893730"/>
              <a:gd name="connsiteX672" fmla="*/ 8825753 w 8877359"/>
              <a:gd name="connsiteY672" fmla="*/ 846932 h 4893730"/>
              <a:gd name="connsiteX673" fmla="*/ 8776421 w 8877359"/>
              <a:gd name="connsiteY673" fmla="*/ 797600 h 4893730"/>
              <a:gd name="connsiteX674" fmla="*/ 8748840 w 8877359"/>
              <a:gd name="connsiteY674" fmla="*/ 806025 h 4893730"/>
              <a:gd name="connsiteX675" fmla="*/ 8744879 w 8877359"/>
              <a:gd name="connsiteY675" fmla="*/ 809293 h 4893730"/>
              <a:gd name="connsiteX676" fmla="*/ 8742703 w 8877359"/>
              <a:gd name="connsiteY676" fmla="*/ 802281 h 4893730"/>
              <a:gd name="connsiteX677" fmla="*/ 8697248 w 8877359"/>
              <a:gd name="connsiteY677" fmla="*/ 772151 h 4893730"/>
              <a:gd name="connsiteX678" fmla="*/ 8651793 w 8877359"/>
              <a:gd name="connsiteY678" fmla="*/ 802281 h 4893730"/>
              <a:gd name="connsiteX679" fmla="*/ 8649812 w 8877359"/>
              <a:gd name="connsiteY679" fmla="*/ 808661 h 4893730"/>
              <a:gd name="connsiteX680" fmla="*/ 8646618 w 8877359"/>
              <a:gd name="connsiteY680" fmla="*/ 806025 h 4893730"/>
              <a:gd name="connsiteX681" fmla="*/ 8619037 w 8877359"/>
              <a:gd name="connsiteY681" fmla="*/ 797600 h 4893730"/>
              <a:gd name="connsiteX682" fmla="*/ 8569705 w 8877359"/>
              <a:gd name="connsiteY682" fmla="*/ 846932 h 4893730"/>
              <a:gd name="connsiteX683" fmla="*/ 8571923 w 8877359"/>
              <a:gd name="connsiteY683" fmla="*/ 861602 h 4893730"/>
              <a:gd name="connsiteX684" fmla="*/ 8573970 w 8877359"/>
              <a:gd name="connsiteY684" fmla="*/ 865861 h 4893730"/>
              <a:gd name="connsiteX685" fmla="*/ 8570024 w 8877359"/>
              <a:gd name="connsiteY685" fmla="*/ 865464 h 4893730"/>
              <a:gd name="connsiteX686" fmla="*/ 8520693 w 8877359"/>
              <a:gd name="connsiteY686" fmla="*/ 914796 h 4893730"/>
              <a:gd name="connsiteX687" fmla="*/ 8535141 w 8877359"/>
              <a:gd name="connsiteY687" fmla="*/ 949679 h 4893730"/>
              <a:gd name="connsiteX688" fmla="*/ 8541985 w 8877359"/>
              <a:gd name="connsiteY688" fmla="*/ 955325 h 4893730"/>
              <a:gd name="connsiteX689" fmla="*/ 8535141 w 8877359"/>
              <a:gd name="connsiteY689" fmla="*/ 960972 h 4893730"/>
              <a:gd name="connsiteX690" fmla="*/ 8520693 w 8877359"/>
              <a:gd name="connsiteY690" fmla="*/ 995855 h 4893730"/>
              <a:gd name="connsiteX691" fmla="*/ 8570024 w 8877359"/>
              <a:gd name="connsiteY691" fmla="*/ 1045187 h 4893730"/>
              <a:gd name="connsiteX692" fmla="*/ 8573482 w 8877359"/>
              <a:gd name="connsiteY692" fmla="*/ 1044838 h 4893730"/>
              <a:gd name="connsiteX693" fmla="*/ 8570707 w 8877359"/>
              <a:gd name="connsiteY693" fmla="*/ 1053777 h 4893730"/>
              <a:gd name="connsiteX694" fmla="*/ 8569705 w 8877359"/>
              <a:gd name="connsiteY694" fmla="*/ 1063719 h 4893730"/>
              <a:gd name="connsiteX695" fmla="*/ 8619037 w 8877359"/>
              <a:gd name="connsiteY695" fmla="*/ 1113050 h 4893730"/>
              <a:gd name="connsiteX696" fmla="*/ 8646618 w 8877359"/>
              <a:gd name="connsiteY696" fmla="*/ 1104625 h 4893730"/>
              <a:gd name="connsiteX697" fmla="*/ 8649812 w 8877359"/>
              <a:gd name="connsiteY697" fmla="*/ 1101990 h 4893730"/>
              <a:gd name="connsiteX698" fmla="*/ 8651793 w 8877359"/>
              <a:gd name="connsiteY698" fmla="*/ 1108370 h 4893730"/>
              <a:gd name="connsiteX699" fmla="*/ 8697248 w 8877359"/>
              <a:gd name="connsiteY699" fmla="*/ 1138499 h 4893730"/>
              <a:gd name="connsiteX700" fmla="*/ 189515 w 8877359"/>
              <a:gd name="connsiteY700" fmla="*/ 1138499 h 4893730"/>
              <a:gd name="connsiteX701" fmla="*/ 234970 w 8877359"/>
              <a:gd name="connsiteY701" fmla="*/ 1108370 h 4893730"/>
              <a:gd name="connsiteX702" fmla="*/ 237147 w 8877359"/>
              <a:gd name="connsiteY702" fmla="*/ 1101358 h 4893730"/>
              <a:gd name="connsiteX703" fmla="*/ 241107 w 8877359"/>
              <a:gd name="connsiteY703" fmla="*/ 1104625 h 4893730"/>
              <a:gd name="connsiteX704" fmla="*/ 268689 w 8877359"/>
              <a:gd name="connsiteY704" fmla="*/ 1113050 h 4893730"/>
              <a:gd name="connsiteX705" fmla="*/ 318021 w 8877359"/>
              <a:gd name="connsiteY705" fmla="*/ 1063719 h 4893730"/>
              <a:gd name="connsiteX706" fmla="*/ 317018 w 8877359"/>
              <a:gd name="connsiteY706" fmla="*/ 1053776 h 4893730"/>
              <a:gd name="connsiteX707" fmla="*/ 314244 w 8877359"/>
              <a:gd name="connsiteY707" fmla="*/ 1044838 h 4893730"/>
              <a:gd name="connsiteX708" fmla="*/ 317701 w 8877359"/>
              <a:gd name="connsiteY708" fmla="*/ 1045187 h 4893730"/>
              <a:gd name="connsiteX709" fmla="*/ 367033 w 8877359"/>
              <a:gd name="connsiteY709" fmla="*/ 995855 h 4893730"/>
              <a:gd name="connsiteX710" fmla="*/ 352584 w 8877359"/>
              <a:gd name="connsiteY710" fmla="*/ 960972 h 4893730"/>
              <a:gd name="connsiteX711" fmla="*/ 345740 w 8877359"/>
              <a:gd name="connsiteY711" fmla="*/ 955325 h 4893730"/>
              <a:gd name="connsiteX712" fmla="*/ 352584 w 8877359"/>
              <a:gd name="connsiteY712" fmla="*/ 949679 h 4893730"/>
              <a:gd name="connsiteX713" fmla="*/ 367033 w 8877359"/>
              <a:gd name="connsiteY713" fmla="*/ 914796 h 4893730"/>
              <a:gd name="connsiteX714" fmla="*/ 317701 w 8877359"/>
              <a:gd name="connsiteY714" fmla="*/ 865464 h 4893730"/>
              <a:gd name="connsiteX715" fmla="*/ 314244 w 8877359"/>
              <a:gd name="connsiteY715" fmla="*/ 865812 h 4893730"/>
              <a:gd name="connsiteX716" fmla="*/ 317018 w 8877359"/>
              <a:gd name="connsiteY716" fmla="*/ 856874 h 4893730"/>
              <a:gd name="connsiteX717" fmla="*/ 318021 w 8877359"/>
              <a:gd name="connsiteY717" fmla="*/ 846932 h 4893730"/>
              <a:gd name="connsiteX718" fmla="*/ 268689 w 8877359"/>
              <a:gd name="connsiteY718" fmla="*/ 797600 h 4893730"/>
              <a:gd name="connsiteX719" fmla="*/ 241107 w 8877359"/>
              <a:gd name="connsiteY719" fmla="*/ 806025 h 4893730"/>
              <a:gd name="connsiteX720" fmla="*/ 237147 w 8877359"/>
              <a:gd name="connsiteY720" fmla="*/ 809293 h 4893730"/>
              <a:gd name="connsiteX721" fmla="*/ 234970 w 8877359"/>
              <a:gd name="connsiteY721" fmla="*/ 802281 h 4893730"/>
              <a:gd name="connsiteX722" fmla="*/ 189515 w 8877359"/>
              <a:gd name="connsiteY722" fmla="*/ 772151 h 4893730"/>
              <a:gd name="connsiteX723" fmla="*/ 144060 w 8877359"/>
              <a:gd name="connsiteY723" fmla="*/ 802281 h 4893730"/>
              <a:gd name="connsiteX724" fmla="*/ 142080 w 8877359"/>
              <a:gd name="connsiteY724" fmla="*/ 808661 h 4893730"/>
              <a:gd name="connsiteX725" fmla="*/ 138886 w 8877359"/>
              <a:gd name="connsiteY725" fmla="*/ 806025 h 4893730"/>
              <a:gd name="connsiteX726" fmla="*/ 111304 w 8877359"/>
              <a:gd name="connsiteY726" fmla="*/ 797600 h 4893730"/>
              <a:gd name="connsiteX727" fmla="*/ 61972 w 8877359"/>
              <a:gd name="connsiteY727" fmla="*/ 846932 h 4893730"/>
              <a:gd name="connsiteX728" fmla="*/ 64190 w 8877359"/>
              <a:gd name="connsiteY728" fmla="*/ 861602 h 4893730"/>
              <a:gd name="connsiteX729" fmla="*/ 66238 w 8877359"/>
              <a:gd name="connsiteY729" fmla="*/ 865861 h 4893730"/>
              <a:gd name="connsiteX730" fmla="*/ 62292 w 8877359"/>
              <a:gd name="connsiteY730" fmla="*/ 865464 h 4893730"/>
              <a:gd name="connsiteX731" fmla="*/ 12960 w 8877359"/>
              <a:gd name="connsiteY731" fmla="*/ 914796 h 4893730"/>
              <a:gd name="connsiteX732" fmla="*/ 27409 w 8877359"/>
              <a:gd name="connsiteY732" fmla="*/ 949679 h 4893730"/>
              <a:gd name="connsiteX733" fmla="*/ 34253 w 8877359"/>
              <a:gd name="connsiteY733" fmla="*/ 955325 h 4893730"/>
              <a:gd name="connsiteX734" fmla="*/ 27409 w 8877359"/>
              <a:gd name="connsiteY734" fmla="*/ 960972 h 4893730"/>
              <a:gd name="connsiteX735" fmla="*/ 12960 w 8877359"/>
              <a:gd name="connsiteY735" fmla="*/ 995855 h 4893730"/>
              <a:gd name="connsiteX736" fmla="*/ 62292 w 8877359"/>
              <a:gd name="connsiteY736" fmla="*/ 1045187 h 4893730"/>
              <a:gd name="connsiteX737" fmla="*/ 65749 w 8877359"/>
              <a:gd name="connsiteY737" fmla="*/ 1044838 h 4893730"/>
              <a:gd name="connsiteX738" fmla="*/ 62975 w 8877359"/>
              <a:gd name="connsiteY738" fmla="*/ 1053777 h 4893730"/>
              <a:gd name="connsiteX739" fmla="*/ 61972 w 8877359"/>
              <a:gd name="connsiteY739" fmla="*/ 1063719 h 4893730"/>
              <a:gd name="connsiteX740" fmla="*/ 111304 w 8877359"/>
              <a:gd name="connsiteY740" fmla="*/ 1113050 h 4893730"/>
              <a:gd name="connsiteX741" fmla="*/ 138886 w 8877359"/>
              <a:gd name="connsiteY741" fmla="*/ 1104625 h 4893730"/>
              <a:gd name="connsiteX742" fmla="*/ 142080 w 8877359"/>
              <a:gd name="connsiteY742" fmla="*/ 1101990 h 4893730"/>
              <a:gd name="connsiteX743" fmla="*/ 144060 w 8877359"/>
              <a:gd name="connsiteY743" fmla="*/ 1108370 h 4893730"/>
              <a:gd name="connsiteX744" fmla="*/ 189515 w 8877359"/>
              <a:gd name="connsiteY744" fmla="*/ 1138499 h 4893730"/>
              <a:gd name="connsiteX745" fmla="*/ 8701715 w 8877359"/>
              <a:gd name="connsiteY745" fmla="*/ 1369042 h 4893730"/>
              <a:gd name="connsiteX746" fmla="*/ 8740791 w 8877359"/>
              <a:gd name="connsiteY746" fmla="*/ 1329966 h 4893730"/>
              <a:gd name="connsiteX747" fmla="*/ 8701715 w 8877359"/>
              <a:gd name="connsiteY747" fmla="*/ 1290890 h 4893730"/>
              <a:gd name="connsiteX748" fmla="*/ 8662639 w 8877359"/>
              <a:gd name="connsiteY748" fmla="*/ 1329966 h 4893730"/>
              <a:gd name="connsiteX749" fmla="*/ 8701715 w 8877359"/>
              <a:gd name="connsiteY749" fmla="*/ 1369042 h 4893730"/>
              <a:gd name="connsiteX750" fmla="*/ 193983 w 8877359"/>
              <a:gd name="connsiteY750" fmla="*/ 1369042 h 4893730"/>
              <a:gd name="connsiteX751" fmla="*/ 233059 w 8877359"/>
              <a:gd name="connsiteY751" fmla="*/ 1329966 h 4893730"/>
              <a:gd name="connsiteX752" fmla="*/ 193983 w 8877359"/>
              <a:gd name="connsiteY752" fmla="*/ 1290890 h 4893730"/>
              <a:gd name="connsiteX753" fmla="*/ 154907 w 8877359"/>
              <a:gd name="connsiteY753" fmla="*/ 1329966 h 4893730"/>
              <a:gd name="connsiteX754" fmla="*/ 193983 w 8877359"/>
              <a:gd name="connsiteY754" fmla="*/ 1369042 h 4893730"/>
              <a:gd name="connsiteX755" fmla="*/ 8697248 w 8877359"/>
              <a:gd name="connsiteY755" fmla="*/ 1887779 h 4893730"/>
              <a:gd name="connsiteX756" fmla="*/ 8742703 w 8877359"/>
              <a:gd name="connsiteY756" fmla="*/ 1857650 h 4893730"/>
              <a:gd name="connsiteX757" fmla="*/ 8744879 w 8877359"/>
              <a:gd name="connsiteY757" fmla="*/ 1850638 h 4893730"/>
              <a:gd name="connsiteX758" fmla="*/ 8748840 w 8877359"/>
              <a:gd name="connsiteY758" fmla="*/ 1853905 h 4893730"/>
              <a:gd name="connsiteX759" fmla="*/ 8776421 w 8877359"/>
              <a:gd name="connsiteY759" fmla="*/ 1862330 h 4893730"/>
              <a:gd name="connsiteX760" fmla="*/ 8825753 w 8877359"/>
              <a:gd name="connsiteY760" fmla="*/ 1812999 h 4893730"/>
              <a:gd name="connsiteX761" fmla="*/ 8824751 w 8877359"/>
              <a:gd name="connsiteY761" fmla="*/ 1803056 h 4893730"/>
              <a:gd name="connsiteX762" fmla="*/ 8821976 w 8877359"/>
              <a:gd name="connsiteY762" fmla="*/ 1794118 h 4893730"/>
              <a:gd name="connsiteX763" fmla="*/ 8825434 w 8877359"/>
              <a:gd name="connsiteY763" fmla="*/ 1794467 h 4893730"/>
              <a:gd name="connsiteX764" fmla="*/ 8874765 w 8877359"/>
              <a:gd name="connsiteY764" fmla="*/ 1745135 h 4893730"/>
              <a:gd name="connsiteX765" fmla="*/ 8860317 w 8877359"/>
              <a:gd name="connsiteY765" fmla="*/ 1710252 h 4893730"/>
              <a:gd name="connsiteX766" fmla="*/ 8853473 w 8877359"/>
              <a:gd name="connsiteY766" fmla="*/ 1704605 h 4893730"/>
              <a:gd name="connsiteX767" fmla="*/ 8860317 w 8877359"/>
              <a:gd name="connsiteY767" fmla="*/ 1698959 h 4893730"/>
              <a:gd name="connsiteX768" fmla="*/ 8874765 w 8877359"/>
              <a:gd name="connsiteY768" fmla="*/ 1664076 h 4893730"/>
              <a:gd name="connsiteX769" fmla="*/ 8825434 w 8877359"/>
              <a:gd name="connsiteY769" fmla="*/ 1614744 h 4893730"/>
              <a:gd name="connsiteX770" fmla="*/ 8821976 w 8877359"/>
              <a:gd name="connsiteY770" fmla="*/ 1615092 h 4893730"/>
              <a:gd name="connsiteX771" fmla="*/ 8824751 w 8877359"/>
              <a:gd name="connsiteY771" fmla="*/ 1606154 h 4893730"/>
              <a:gd name="connsiteX772" fmla="*/ 8825753 w 8877359"/>
              <a:gd name="connsiteY772" fmla="*/ 1596212 h 4893730"/>
              <a:gd name="connsiteX773" fmla="*/ 8776421 w 8877359"/>
              <a:gd name="connsiteY773" fmla="*/ 1546880 h 4893730"/>
              <a:gd name="connsiteX774" fmla="*/ 8748840 w 8877359"/>
              <a:gd name="connsiteY774" fmla="*/ 1555305 h 4893730"/>
              <a:gd name="connsiteX775" fmla="*/ 8744879 w 8877359"/>
              <a:gd name="connsiteY775" fmla="*/ 1558573 h 4893730"/>
              <a:gd name="connsiteX776" fmla="*/ 8742703 w 8877359"/>
              <a:gd name="connsiteY776" fmla="*/ 1551561 h 4893730"/>
              <a:gd name="connsiteX777" fmla="*/ 8697248 w 8877359"/>
              <a:gd name="connsiteY777" fmla="*/ 1521431 h 4893730"/>
              <a:gd name="connsiteX778" fmla="*/ 8651793 w 8877359"/>
              <a:gd name="connsiteY778" fmla="*/ 1551561 h 4893730"/>
              <a:gd name="connsiteX779" fmla="*/ 8649812 w 8877359"/>
              <a:gd name="connsiteY779" fmla="*/ 1557941 h 4893730"/>
              <a:gd name="connsiteX780" fmla="*/ 8646618 w 8877359"/>
              <a:gd name="connsiteY780" fmla="*/ 1555305 h 4893730"/>
              <a:gd name="connsiteX781" fmla="*/ 8619037 w 8877359"/>
              <a:gd name="connsiteY781" fmla="*/ 1546880 h 4893730"/>
              <a:gd name="connsiteX782" fmla="*/ 8569705 w 8877359"/>
              <a:gd name="connsiteY782" fmla="*/ 1596212 h 4893730"/>
              <a:gd name="connsiteX783" fmla="*/ 8571923 w 8877359"/>
              <a:gd name="connsiteY783" fmla="*/ 1610882 h 4893730"/>
              <a:gd name="connsiteX784" fmla="*/ 8573970 w 8877359"/>
              <a:gd name="connsiteY784" fmla="*/ 1615141 h 4893730"/>
              <a:gd name="connsiteX785" fmla="*/ 8570024 w 8877359"/>
              <a:gd name="connsiteY785" fmla="*/ 1614744 h 4893730"/>
              <a:gd name="connsiteX786" fmla="*/ 8520693 w 8877359"/>
              <a:gd name="connsiteY786" fmla="*/ 1664076 h 4893730"/>
              <a:gd name="connsiteX787" fmla="*/ 8535141 w 8877359"/>
              <a:gd name="connsiteY787" fmla="*/ 1698959 h 4893730"/>
              <a:gd name="connsiteX788" fmla="*/ 8541985 w 8877359"/>
              <a:gd name="connsiteY788" fmla="*/ 1704605 h 4893730"/>
              <a:gd name="connsiteX789" fmla="*/ 8535141 w 8877359"/>
              <a:gd name="connsiteY789" fmla="*/ 1710252 h 4893730"/>
              <a:gd name="connsiteX790" fmla="*/ 8520693 w 8877359"/>
              <a:gd name="connsiteY790" fmla="*/ 1745135 h 4893730"/>
              <a:gd name="connsiteX791" fmla="*/ 8570024 w 8877359"/>
              <a:gd name="connsiteY791" fmla="*/ 1794467 h 4893730"/>
              <a:gd name="connsiteX792" fmla="*/ 8573482 w 8877359"/>
              <a:gd name="connsiteY792" fmla="*/ 1794118 h 4893730"/>
              <a:gd name="connsiteX793" fmla="*/ 8570707 w 8877359"/>
              <a:gd name="connsiteY793" fmla="*/ 1803057 h 4893730"/>
              <a:gd name="connsiteX794" fmla="*/ 8569705 w 8877359"/>
              <a:gd name="connsiteY794" fmla="*/ 1812999 h 4893730"/>
              <a:gd name="connsiteX795" fmla="*/ 8619037 w 8877359"/>
              <a:gd name="connsiteY795" fmla="*/ 1862330 h 4893730"/>
              <a:gd name="connsiteX796" fmla="*/ 8646618 w 8877359"/>
              <a:gd name="connsiteY796" fmla="*/ 1853905 h 4893730"/>
              <a:gd name="connsiteX797" fmla="*/ 8649812 w 8877359"/>
              <a:gd name="connsiteY797" fmla="*/ 1851270 h 4893730"/>
              <a:gd name="connsiteX798" fmla="*/ 8651793 w 8877359"/>
              <a:gd name="connsiteY798" fmla="*/ 1857650 h 4893730"/>
              <a:gd name="connsiteX799" fmla="*/ 8697248 w 8877359"/>
              <a:gd name="connsiteY799" fmla="*/ 1887779 h 4893730"/>
              <a:gd name="connsiteX800" fmla="*/ 189515 w 8877359"/>
              <a:gd name="connsiteY800" fmla="*/ 1887779 h 4893730"/>
              <a:gd name="connsiteX801" fmla="*/ 234970 w 8877359"/>
              <a:gd name="connsiteY801" fmla="*/ 1857650 h 4893730"/>
              <a:gd name="connsiteX802" fmla="*/ 237147 w 8877359"/>
              <a:gd name="connsiteY802" fmla="*/ 1850638 h 4893730"/>
              <a:gd name="connsiteX803" fmla="*/ 241107 w 8877359"/>
              <a:gd name="connsiteY803" fmla="*/ 1853905 h 4893730"/>
              <a:gd name="connsiteX804" fmla="*/ 268689 w 8877359"/>
              <a:gd name="connsiteY804" fmla="*/ 1862330 h 4893730"/>
              <a:gd name="connsiteX805" fmla="*/ 318021 w 8877359"/>
              <a:gd name="connsiteY805" fmla="*/ 1812999 h 4893730"/>
              <a:gd name="connsiteX806" fmla="*/ 317019 w 8877359"/>
              <a:gd name="connsiteY806" fmla="*/ 1803056 h 4893730"/>
              <a:gd name="connsiteX807" fmla="*/ 314244 w 8877359"/>
              <a:gd name="connsiteY807" fmla="*/ 1794118 h 4893730"/>
              <a:gd name="connsiteX808" fmla="*/ 317702 w 8877359"/>
              <a:gd name="connsiteY808" fmla="*/ 1794467 h 4893730"/>
              <a:gd name="connsiteX809" fmla="*/ 367033 w 8877359"/>
              <a:gd name="connsiteY809" fmla="*/ 1745135 h 4893730"/>
              <a:gd name="connsiteX810" fmla="*/ 352584 w 8877359"/>
              <a:gd name="connsiteY810" fmla="*/ 1710252 h 4893730"/>
              <a:gd name="connsiteX811" fmla="*/ 345740 w 8877359"/>
              <a:gd name="connsiteY811" fmla="*/ 1704605 h 4893730"/>
              <a:gd name="connsiteX812" fmla="*/ 352584 w 8877359"/>
              <a:gd name="connsiteY812" fmla="*/ 1698959 h 4893730"/>
              <a:gd name="connsiteX813" fmla="*/ 367033 w 8877359"/>
              <a:gd name="connsiteY813" fmla="*/ 1664076 h 4893730"/>
              <a:gd name="connsiteX814" fmla="*/ 317702 w 8877359"/>
              <a:gd name="connsiteY814" fmla="*/ 1614744 h 4893730"/>
              <a:gd name="connsiteX815" fmla="*/ 314244 w 8877359"/>
              <a:gd name="connsiteY815" fmla="*/ 1615092 h 4893730"/>
              <a:gd name="connsiteX816" fmla="*/ 317019 w 8877359"/>
              <a:gd name="connsiteY816" fmla="*/ 1606154 h 4893730"/>
              <a:gd name="connsiteX817" fmla="*/ 318021 w 8877359"/>
              <a:gd name="connsiteY817" fmla="*/ 1596212 h 4893730"/>
              <a:gd name="connsiteX818" fmla="*/ 268689 w 8877359"/>
              <a:gd name="connsiteY818" fmla="*/ 1546880 h 4893730"/>
              <a:gd name="connsiteX819" fmla="*/ 241107 w 8877359"/>
              <a:gd name="connsiteY819" fmla="*/ 1555305 h 4893730"/>
              <a:gd name="connsiteX820" fmla="*/ 237147 w 8877359"/>
              <a:gd name="connsiteY820" fmla="*/ 1558573 h 4893730"/>
              <a:gd name="connsiteX821" fmla="*/ 234970 w 8877359"/>
              <a:gd name="connsiteY821" fmla="*/ 1551561 h 4893730"/>
              <a:gd name="connsiteX822" fmla="*/ 189515 w 8877359"/>
              <a:gd name="connsiteY822" fmla="*/ 1521431 h 4893730"/>
              <a:gd name="connsiteX823" fmla="*/ 144061 w 8877359"/>
              <a:gd name="connsiteY823" fmla="*/ 1551561 h 4893730"/>
              <a:gd name="connsiteX824" fmla="*/ 142080 w 8877359"/>
              <a:gd name="connsiteY824" fmla="*/ 1557941 h 4893730"/>
              <a:gd name="connsiteX825" fmla="*/ 138886 w 8877359"/>
              <a:gd name="connsiteY825" fmla="*/ 1555305 h 4893730"/>
              <a:gd name="connsiteX826" fmla="*/ 111304 w 8877359"/>
              <a:gd name="connsiteY826" fmla="*/ 1546880 h 4893730"/>
              <a:gd name="connsiteX827" fmla="*/ 61973 w 8877359"/>
              <a:gd name="connsiteY827" fmla="*/ 1596212 h 4893730"/>
              <a:gd name="connsiteX828" fmla="*/ 64191 w 8877359"/>
              <a:gd name="connsiteY828" fmla="*/ 1610882 h 4893730"/>
              <a:gd name="connsiteX829" fmla="*/ 66238 w 8877359"/>
              <a:gd name="connsiteY829" fmla="*/ 1615141 h 4893730"/>
              <a:gd name="connsiteX830" fmla="*/ 62292 w 8877359"/>
              <a:gd name="connsiteY830" fmla="*/ 1614744 h 4893730"/>
              <a:gd name="connsiteX831" fmla="*/ 12960 w 8877359"/>
              <a:gd name="connsiteY831" fmla="*/ 1664076 h 4893730"/>
              <a:gd name="connsiteX832" fmla="*/ 27409 w 8877359"/>
              <a:gd name="connsiteY832" fmla="*/ 1698959 h 4893730"/>
              <a:gd name="connsiteX833" fmla="*/ 34253 w 8877359"/>
              <a:gd name="connsiteY833" fmla="*/ 1704605 h 4893730"/>
              <a:gd name="connsiteX834" fmla="*/ 27409 w 8877359"/>
              <a:gd name="connsiteY834" fmla="*/ 1710252 h 4893730"/>
              <a:gd name="connsiteX835" fmla="*/ 12960 w 8877359"/>
              <a:gd name="connsiteY835" fmla="*/ 1745135 h 4893730"/>
              <a:gd name="connsiteX836" fmla="*/ 62292 w 8877359"/>
              <a:gd name="connsiteY836" fmla="*/ 1794467 h 4893730"/>
              <a:gd name="connsiteX837" fmla="*/ 65749 w 8877359"/>
              <a:gd name="connsiteY837" fmla="*/ 1794118 h 4893730"/>
              <a:gd name="connsiteX838" fmla="*/ 62975 w 8877359"/>
              <a:gd name="connsiteY838" fmla="*/ 1803057 h 4893730"/>
              <a:gd name="connsiteX839" fmla="*/ 61973 w 8877359"/>
              <a:gd name="connsiteY839" fmla="*/ 1812999 h 4893730"/>
              <a:gd name="connsiteX840" fmla="*/ 111304 w 8877359"/>
              <a:gd name="connsiteY840" fmla="*/ 1862330 h 4893730"/>
              <a:gd name="connsiteX841" fmla="*/ 138886 w 8877359"/>
              <a:gd name="connsiteY841" fmla="*/ 1853905 h 4893730"/>
              <a:gd name="connsiteX842" fmla="*/ 142080 w 8877359"/>
              <a:gd name="connsiteY842" fmla="*/ 1851270 h 4893730"/>
              <a:gd name="connsiteX843" fmla="*/ 144061 w 8877359"/>
              <a:gd name="connsiteY843" fmla="*/ 1857650 h 4893730"/>
              <a:gd name="connsiteX844" fmla="*/ 189515 w 8877359"/>
              <a:gd name="connsiteY844" fmla="*/ 1887779 h 4893730"/>
              <a:gd name="connsiteX845" fmla="*/ 8701715 w 8877359"/>
              <a:gd name="connsiteY845" fmla="*/ 2118321 h 4893730"/>
              <a:gd name="connsiteX846" fmla="*/ 8740791 w 8877359"/>
              <a:gd name="connsiteY846" fmla="*/ 2079245 h 4893730"/>
              <a:gd name="connsiteX847" fmla="*/ 8701715 w 8877359"/>
              <a:gd name="connsiteY847" fmla="*/ 2040169 h 4893730"/>
              <a:gd name="connsiteX848" fmla="*/ 8662639 w 8877359"/>
              <a:gd name="connsiteY848" fmla="*/ 2079245 h 4893730"/>
              <a:gd name="connsiteX849" fmla="*/ 8701715 w 8877359"/>
              <a:gd name="connsiteY849" fmla="*/ 2118321 h 4893730"/>
              <a:gd name="connsiteX850" fmla="*/ 193983 w 8877359"/>
              <a:gd name="connsiteY850" fmla="*/ 2118321 h 4893730"/>
              <a:gd name="connsiteX851" fmla="*/ 233059 w 8877359"/>
              <a:gd name="connsiteY851" fmla="*/ 2079245 h 4893730"/>
              <a:gd name="connsiteX852" fmla="*/ 193983 w 8877359"/>
              <a:gd name="connsiteY852" fmla="*/ 2040169 h 4893730"/>
              <a:gd name="connsiteX853" fmla="*/ 154907 w 8877359"/>
              <a:gd name="connsiteY853" fmla="*/ 2079245 h 4893730"/>
              <a:gd name="connsiteX854" fmla="*/ 193983 w 8877359"/>
              <a:gd name="connsiteY854" fmla="*/ 2118321 h 4893730"/>
              <a:gd name="connsiteX855" fmla="*/ 8697248 w 8877359"/>
              <a:gd name="connsiteY855" fmla="*/ 2637058 h 4893730"/>
              <a:gd name="connsiteX856" fmla="*/ 8742703 w 8877359"/>
              <a:gd name="connsiteY856" fmla="*/ 2606929 h 4893730"/>
              <a:gd name="connsiteX857" fmla="*/ 8744879 w 8877359"/>
              <a:gd name="connsiteY857" fmla="*/ 2599917 h 4893730"/>
              <a:gd name="connsiteX858" fmla="*/ 8748840 w 8877359"/>
              <a:gd name="connsiteY858" fmla="*/ 2603184 h 4893730"/>
              <a:gd name="connsiteX859" fmla="*/ 8776421 w 8877359"/>
              <a:gd name="connsiteY859" fmla="*/ 2611609 h 4893730"/>
              <a:gd name="connsiteX860" fmla="*/ 8825753 w 8877359"/>
              <a:gd name="connsiteY860" fmla="*/ 2562278 h 4893730"/>
              <a:gd name="connsiteX861" fmla="*/ 8824751 w 8877359"/>
              <a:gd name="connsiteY861" fmla="*/ 2552335 h 4893730"/>
              <a:gd name="connsiteX862" fmla="*/ 8821976 w 8877359"/>
              <a:gd name="connsiteY862" fmla="*/ 2543397 h 4893730"/>
              <a:gd name="connsiteX863" fmla="*/ 8825434 w 8877359"/>
              <a:gd name="connsiteY863" fmla="*/ 2543746 h 4893730"/>
              <a:gd name="connsiteX864" fmla="*/ 8874765 w 8877359"/>
              <a:gd name="connsiteY864" fmla="*/ 2494414 h 4893730"/>
              <a:gd name="connsiteX865" fmla="*/ 8860317 w 8877359"/>
              <a:gd name="connsiteY865" fmla="*/ 2459531 h 4893730"/>
              <a:gd name="connsiteX866" fmla="*/ 8853473 w 8877359"/>
              <a:gd name="connsiteY866" fmla="*/ 2453884 h 4893730"/>
              <a:gd name="connsiteX867" fmla="*/ 8860317 w 8877359"/>
              <a:gd name="connsiteY867" fmla="*/ 2448238 h 4893730"/>
              <a:gd name="connsiteX868" fmla="*/ 8874765 w 8877359"/>
              <a:gd name="connsiteY868" fmla="*/ 2413355 h 4893730"/>
              <a:gd name="connsiteX869" fmla="*/ 8825434 w 8877359"/>
              <a:gd name="connsiteY869" fmla="*/ 2364023 h 4893730"/>
              <a:gd name="connsiteX870" fmla="*/ 8821976 w 8877359"/>
              <a:gd name="connsiteY870" fmla="*/ 2364371 h 4893730"/>
              <a:gd name="connsiteX871" fmla="*/ 8824751 w 8877359"/>
              <a:gd name="connsiteY871" fmla="*/ 2355433 h 4893730"/>
              <a:gd name="connsiteX872" fmla="*/ 8825753 w 8877359"/>
              <a:gd name="connsiteY872" fmla="*/ 2345491 h 4893730"/>
              <a:gd name="connsiteX873" fmla="*/ 8776421 w 8877359"/>
              <a:gd name="connsiteY873" fmla="*/ 2296159 h 4893730"/>
              <a:gd name="connsiteX874" fmla="*/ 8748840 w 8877359"/>
              <a:gd name="connsiteY874" fmla="*/ 2304584 h 4893730"/>
              <a:gd name="connsiteX875" fmla="*/ 8744879 w 8877359"/>
              <a:gd name="connsiteY875" fmla="*/ 2307852 h 4893730"/>
              <a:gd name="connsiteX876" fmla="*/ 8742703 w 8877359"/>
              <a:gd name="connsiteY876" fmla="*/ 2300840 h 4893730"/>
              <a:gd name="connsiteX877" fmla="*/ 8697248 w 8877359"/>
              <a:gd name="connsiteY877" fmla="*/ 2270710 h 4893730"/>
              <a:gd name="connsiteX878" fmla="*/ 8651793 w 8877359"/>
              <a:gd name="connsiteY878" fmla="*/ 2300840 h 4893730"/>
              <a:gd name="connsiteX879" fmla="*/ 8649812 w 8877359"/>
              <a:gd name="connsiteY879" fmla="*/ 2307220 h 4893730"/>
              <a:gd name="connsiteX880" fmla="*/ 8646618 w 8877359"/>
              <a:gd name="connsiteY880" fmla="*/ 2304584 h 4893730"/>
              <a:gd name="connsiteX881" fmla="*/ 8619037 w 8877359"/>
              <a:gd name="connsiteY881" fmla="*/ 2296159 h 4893730"/>
              <a:gd name="connsiteX882" fmla="*/ 8569705 w 8877359"/>
              <a:gd name="connsiteY882" fmla="*/ 2345491 h 4893730"/>
              <a:gd name="connsiteX883" fmla="*/ 8571923 w 8877359"/>
              <a:gd name="connsiteY883" fmla="*/ 2360161 h 4893730"/>
              <a:gd name="connsiteX884" fmla="*/ 8573970 w 8877359"/>
              <a:gd name="connsiteY884" fmla="*/ 2364420 h 4893730"/>
              <a:gd name="connsiteX885" fmla="*/ 8570024 w 8877359"/>
              <a:gd name="connsiteY885" fmla="*/ 2364023 h 4893730"/>
              <a:gd name="connsiteX886" fmla="*/ 8520693 w 8877359"/>
              <a:gd name="connsiteY886" fmla="*/ 2413355 h 4893730"/>
              <a:gd name="connsiteX887" fmla="*/ 8535141 w 8877359"/>
              <a:gd name="connsiteY887" fmla="*/ 2448238 h 4893730"/>
              <a:gd name="connsiteX888" fmla="*/ 8541985 w 8877359"/>
              <a:gd name="connsiteY888" fmla="*/ 2453884 h 4893730"/>
              <a:gd name="connsiteX889" fmla="*/ 8535141 w 8877359"/>
              <a:gd name="connsiteY889" fmla="*/ 2459531 h 4893730"/>
              <a:gd name="connsiteX890" fmla="*/ 8520693 w 8877359"/>
              <a:gd name="connsiteY890" fmla="*/ 2494414 h 4893730"/>
              <a:gd name="connsiteX891" fmla="*/ 8570024 w 8877359"/>
              <a:gd name="connsiteY891" fmla="*/ 2543746 h 4893730"/>
              <a:gd name="connsiteX892" fmla="*/ 8573482 w 8877359"/>
              <a:gd name="connsiteY892" fmla="*/ 2543397 h 4893730"/>
              <a:gd name="connsiteX893" fmla="*/ 8570707 w 8877359"/>
              <a:gd name="connsiteY893" fmla="*/ 2552336 h 4893730"/>
              <a:gd name="connsiteX894" fmla="*/ 8569705 w 8877359"/>
              <a:gd name="connsiteY894" fmla="*/ 2562278 h 4893730"/>
              <a:gd name="connsiteX895" fmla="*/ 8619037 w 8877359"/>
              <a:gd name="connsiteY895" fmla="*/ 2611609 h 4893730"/>
              <a:gd name="connsiteX896" fmla="*/ 8646618 w 8877359"/>
              <a:gd name="connsiteY896" fmla="*/ 2603184 h 4893730"/>
              <a:gd name="connsiteX897" fmla="*/ 8649812 w 8877359"/>
              <a:gd name="connsiteY897" fmla="*/ 2600549 h 4893730"/>
              <a:gd name="connsiteX898" fmla="*/ 8651793 w 8877359"/>
              <a:gd name="connsiteY898" fmla="*/ 2606929 h 4893730"/>
              <a:gd name="connsiteX899" fmla="*/ 8697248 w 8877359"/>
              <a:gd name="connsiteY899" fmla="*/ 2637058 h 4893730"/>
              <a:gd name="connsiteX900" fmla="*/ 189516 w 8877359"/>
              <a:gd name="connsiteY900" fmla="*/ 2637058 h 4893730"/>
              <a:gd name="connsiteX901" fmla="*/ 234971 w 8877359"/>
              <a:gd name="connsiteY901" fmla="*/ 2606929 h 4893730"/>
              <a:gd name="connsiteX902" fmla="*/ 237147 w 8877359"/>
              <a:gd name="connsiteY902" fmla="*/ 2599917 h 4893730"/>
              <a:gd name="connsiteX903" fmla="*/ 241108 w 8877359"/>
              <a:gd name="connsiteY903" fmla="*/ 2603184 h 4893730"/>
              <a:gd name="connsiteX904" fmla="*/ 268689 w 8877359"/>
              <a:gd name="connsiteY904" fmla="*/ 2611609 h 4893730"/>
              <a:gd name="connsiteX905" fmla="*/ 318021 w 8877359"/>
              <a:gd name="connsiteY905" fmla="*/ 2562278 h 4893730"/>
              <a:gd name="connsiteX906" fmla="*/ 317019 w 8877359"/>
              <a:gd name="connsiteY906" fmla="*/ 2552335 h 4893730"/>
              <a:gd name="connsiteX907" fmla="*/ 314244 w 8877359"/>
              <a:gd name="connsiteY907" fmla="*/ 2543397 h 4893730"/>
              <a:gd name="connsiteX908" fmla="*/ 317702 w 8877359"/>
              <a:gd name="connsiteY908" fmla="*/ 2543746 h 4893730"/>
              <a:gd name="connsiteX909" fmla="*/ 367033 w 8877359"/>
              <a:gd name="connsiteY909" fmla="*/ 2494414 h 4893730"/>
              <a:gd name="connsiteX910" fmla="*/ 352585 w 8877359"/>
              <a:gd name="connsiteY910" fmla="*/ 2459531 h 4893730"/>
              <a:gd name="connsiteX911" fmla="*/ 345741 w 8877359"/>
              <a:gd name="connsiteY911" fmla="*/ 2453884 h 4893730"/>
              <a:gd name="connsiteX912" fmla="*/ 352585 w 8877359"/>
              <a:gd name="connsiteY912" fmla="*/ 2448238 h 4893730"/>
              <a:gd name="connsiteX913" fmla="*/ 367033 w 8877359"/>
              <a:gd name="connsiteY913" fmla="*/ 2413355 h 4893730"/>
              <a:gd name="connsiteX914" fmla="*/ 317702 w 8877359"/>
              <a:gd name="connsiteY914" fmla="*/ 2364023 h 4893730"/>
              <a:gd name="connsiteX915" fmla="*/ 314244 w 8877359"/>
              <a:gd name="connsiteY915" fmla="*/ 2364371 h 4893730"/>
              <a:gd name="connsiteX916" fmla="*/ 317019 w 8877359"/>
              <a:gd name="connsiteY916" fmla="*/ 2355433 h 4893730"/>
              <a:gd name="connsiteX917" fmla="*/ 318021 w 8877359"/>
              <a:gd name="connsiteY917" fmla="*/ 2345491 h 4893730"/>
              <a:gd name="connsiteX918" fmla="*/ 268689 w 8877359"/>
              <a:gd name="connsiteY918" fmla="*/ 2296159 h 4893730"/>
              <a:gd name="connsiteX919" fmla="*/ 241108 w 8877359"/>
              <a:gd name="connsiteY919" fmla="*/ 2304584 h 4893730"/>
              <a:gd name="connsiteX920" fmla="*/ 237147 w 8877359"/>
              <a:gd name="connsiteY920" fmla="*/ 2307852 h 4893730"/>
              <a:gd name="connsiteX921" fmla="*/ 234971 w 8877359"/>
              <a:gd name="connsiteY921" fmla="*/ 2300840 h 4893730"/>
              <a:gd name="connsiteX922" fmla="*/ 189516 w 8877359"/>
              <a:gd name="connsiteY922" fmla="*/ 2270710 h 4893730"/>
              <a:gd name="connsiteX923" fmla="*/ 144061 w 8877359"/>
              <a:gd name="connsiteY923" fmla="*/ 2300840 h 4893730"/>
              <a:gd name="connsiteX924" fmla="*/ 142080 w 8877359"/>
              <a:gd name="connsiteY924" fmla="*/ 2307220 h 4893730"/>
              <a:gd name="connsiteX925" fmla="*/ 138886 w 8877359"/>
              <a:gd name="connsiteY925" fmla="*/ 2304584 h 4893730"/>
              <a:gd name="connsiteX926" fmla="*/ 111305 w 8877359"/>
              <a:gd name="connsiteY926" fmla="*/ 2296159 h 4893730"/>
              <a:gd name="connsiteX927" fmla="*/ 61973 w 8877359"/>
              <a:gd name="connsiteY927" fmla="*/ 2345491 h 4893730"/>
              <a:gd name="connsiteX928" fmla="*/ 64191 w 8877359"/>
              <a:gd name="connsiteY928" fmla="*/ 2360161 h 4893730"/>
              <a:gd name="connsiteX929" fmla="*/ 66238 w 8877359"/>
              <a:gd name="connsiteY929" fmla="*/ 2364420 h 4893730"/>
              <a:gd name="connsiteX930" fmla="*/ 62292 w 8877359"/>
              <a:gd name="connsiteY930" fmla="*/ 2364023 h 4893730"/>
              <a:gd name="connsiteX931" fmla="*/ 12961 w 8877359"/>
              <a:gd name="connsiteY931" fmla="*/ 2413355 h 4893730"/>
              <a:gd name="connsiteX932" fmla="*/ 27410 w 8877359"/>
              <a:gd name="connsiteY932" fmla="*/ 2448238 h 4893730"/>
              <a:gd name="connsiteX933" fmla="*/ 34253 w 8877359"/>
              <a:gd name="connsiteY933" fmla="*/ 2453884 h 4893730"/>
              <a:gd name="connsiteX934" fmla="*/ 27410 w 8877359"/>
              <a:gd name="connsiteY934" fmla="*/ 2459531 h 4893730"/>
              <a:gd name="connsiteX935" fmla="*/ 12961 w 8877359"/>
              <a:gd name="connsiteY935" fmla="*/ 2494414 h 4893730"/>
              <a:gd name="connsiteX936" fmla="*/ 62292 w 8877359"/>
              <a:gd name="connsiteY936" fmla="*/ 2543746 h 4893730"/>
              <a:gd name="connsiteX937" fmla="*/ 65750 w 8877359"/>
              <a:gd name="connsiteY937" fmla="*/ 2543397 h 4893730"/>
              <a:gd name="connsiteX938" fmla="*/ 62975 w 8877359"/>
              <a:gd name="connsiteY938" fmla="*/ 2552336 h 4893730"/>
              <a:gd name="connsiteX939" fmla="*/ 61973 w 8877359"/>
              <a:gd name="connsiteY939" fmla="*/ 2562278 h 4893730"/>
              <a:gd name="connsiteX940" fmla="*/ 111305 w 8877359"/>
              <a:gd name="connsiteY940" fmla="*/ 2611609 h 4893730"/>
              <a:gd name="connsiteX941" fmla="*/ 138886 w 8877359"/>
              <a:gd name="connsiteY941" fmla="*/ 2603184 h 4893730"/>
              <a:gd name="connsiteX942" fmla="*/ 142080 w 8877359"/>
              <a:gd name="connsiteY942" fmla="*/ 2600549 h 4893730"/>
              <a:gd name="connsiteX943" fmla="*/ 144061 w 8877359"/>
              <a:gd name="connsiteY943" fmla="*/ 2606929 h 4893730"/>
              <a:gd name="connsiteX944" fmla="*/ 189516 w 8877359"/>
              <a:gd name="connsiteY944" fmla="*/ 2637058 h 4893730"/>
              <a:gd name="connsiteX945" fmla="*/ 8701715 w 8877359"/>
              <a:gd name="connsiteY945" fmla="*/ 2867601 h 4893730"/>
              <a:gd name="connsiteX946" fmla="*/ 8740791 w 8877359"/>
              <a:gd name="connsiteY946" fmla="*/ 2828525 h 4893730"/>
              <a:gd name="connsiteX947" fmla="*/ 8701715 w 8877359"/>
              <a:gd name="connsiteY947" fmla="*/ 2789449 h 4893730"/>
              <a:gd name="connsiteX948" fmla="*/ 8662639 w 8877359"/>
              <a:gd name="connsiteY948" fmla="*/ 2828525 h 4893730"/>
              <a:gd name="connsiteX949" fmla="*/ 8701715 w 8877359"/>
              <a:gd name="connsiteY949" fmla="*/ 2867601 h 4893730"/>
              <a:gd name="connsiteX950" fmla="*/ 193983 w 8877359"/>
              <a:gd name="connsiteY950" fmla="*/ 2867601 h 4893730"/>
              <a:gd name="connsiteX951" fmla="*/ 233059 w 8877359"/>
              <a:gd name="connsiteY951" fmla="*/ 2828525 h 4893730"/>
              <a:gd name="connsiteX952" fmla="*/ 193983 w 8877359"/>
              <a:gd name="connsiteY952" fmla="*/ 2789449 h 4893730"/>
              <a:gd name="connsiteX953" fmla="*/ 154907 w 8877359"/>
              <a:gd name="connsiteY953" fmla="*/ 2828525 h 4893730"/>
              <a:gd name="connsiteX954" fmla="*/ 193983 w 8877359"/>
              <a:gd name="connsiteY954" fmla="*/ 2867601 h 4893730"/>
              <a:gd name="connsiteX955" fmla="*/ 189516 w 8877359"/>
              <a:gd name="connsiteY955" fmla="*/ 3386337 h 4893730"/>
              <a:gd name="connsiteX956" fmla="*/ 234971 w 8877359"/>
              <a:gd name="connsiteY956" fmla="*/ 3356207 h 4893730"/>
              <a:gd name="connsiteX957" fmla="*/ 237148 w 8877359"/>
              <a:gd name="connsiteY957" fmla="*/ 3349195 h 4893730"/>
              <a:gd name="connsiteX958" fmla="*/ 241108 w 8877359"/>
              <a:gd name="connsiteY958" fmla="*/ 3352463 h 4893730"/>
              <a:gd name="connsiteX959" fmla="*/ 268690 w 8877359"/>
              <a:gd name="connsiteY959" fmla="*/ 3360888 h 4893730"/>
              <a:gd name="connsiteX960" fmla="*/ 318021 w 8877359"/>
              <a:gd name="connsiteY960" fmla="*/ 3311556 h 4893730"/>
              <a:gd name="connsiteX961" fmla="*/ 317019 w 8877359"/>
              <a:gd name="connsiteY961" fmla="*/ 3301613 h 4893730"/>
              <a:gd name="connsiteX962" fmla="*/ 314245 w 8877359"/>
              <a:gd name="connsiteY962" fmla="*/ 3292676 h 4893730"/>
              <a:gd name="connsiteX963" fmla="*/ 317702 w 8877359"/>
              <a:gd name="connsiteY963" fmla="*/ 3293024 h 4893730"/>
              <a:gd name="connsiteX964" fmla="*/ 367034 w 8877359"/>
              <a:gd name="connsiteY964" fmla="*/ 3243692 h 4893730"/>
              <a:gd name="connsiteX965" fmla="*/ 352585 w 8877359"/>
              <a:gd name="connsiteY965" fmla="*/ 3208809 h 4893730"/>
              <a:gd name="connsiteX966" fmla="*/ 345741 w 8877359"/>
              <a:gd name="connsiteY966" fmla="*/ 3203163 h 4893730"/>
              <a:gd name="connsiteX967" fmla="*/ 352585 w 8877359"/>
              <a:gd name="connsiteY967" fmla="*/ 3197516 h 4893730"/>
              <a:gd name="connsiteX968" fmla="*/ 367034 w 8877359"/>
              <a:gd name="connsiteY968" fmla="*/ 3162633 h 4893730"/>
              <a:gd name="connsiteX969" fmla="*/ 317702 w 8877359"/>
              <a:gd name="connsiteY969" fmla="*/ 3113301 h 4893730"/>
              <a:gd name="connsiteX970" fmla="*/ 314245 w 8877359"/>
              <a:gd name="connsiteY970" fmla="*/ 3113650 h 4893730"/>
              <a:gd name="connsiteX971" fmla="*/ 317019 w 8877359"/>
              <a:gd name="connsiteY971" fmla="*/ 3104711 h 4893730"/>
              <a:gd name="connsiteX972" fmla="*/ 318021 w 8877359"/>
              <a:gd name="connsiteY972" fmla="*/ 3094769 h 4893730"/>
              <a:gd name="connsiteX973" fmla="*/ 268690 w 8877359"/>
              <a:gd name="connsiteY973" fmla="*/ 3045437 h 4893730"/>
              <a:gd name="connsiteX974" fmla="*/ 241108 w 8877359"/>
              <a:gd name="connsiteY974" fmla="*/ 3053863 h 4893730"/>
              <a:gd name="connsiteX975" fmla="*/ 237148 w 8877359"/>
              <a:gd name="connsiteY975" fmla="*/ 3057130 h 4893730"/>
              <a:gd name="connsiteX976" fmla="*/ 234971 w 8877359"/>
              <a:gd name="connsiteY976" fmla="*/ 3050118 h 4893730"/>
              <a:gd name="connsiteX977" fmla="*/ 189516 w 8877359"/>
              <a:gd name="connsiteY977" fmla="*/ 3019989 h 4893730"/>
              <a:gd name="connsiteX978" fmla="*/ 144061 w 8877359"/>
              <a:gd name="connsiteY978" fmla="*/ 3050118 h 4893730"/>
              <a:gd name="connsiteX979" fmla="*/ 142081 w 8877359"/>
              <a:gd name="connsiteY979" fmla="*/ 3056498 h 4893730"/>
              <a:gd name="connsiteX980" fmla="*/ 138887 w 8877359"/>
              <a:gd name="connsiteY980" fmla="*/ 3053863 h 4893730"/>
              <a:gd name="connsiteX981" fmla="*/ 111305 w 8877359"/>
              <a:gd name="connsiteY981" fmla="*/ 3045437 h 4893730"/>
              <a:gd name="connsiteX982" fmla="*/ 61973 w 8877359"/>
              <a:gd name="connsiteY982" fmla="*/ 3094769 h 4893730"/>
              <a:gd name="connsiteX983" fmla="*/ 64191 w 8877359"/>
              <a:gd name="connsiteY983" fmla="*/ 3109439 h 4893730"/>
              <a:gd name="connsiteX984" fmla="*/ 66239 w 8877359"/>
              <a:gd name="connsiteY984" fmla="*/ 3113699 h 4893730"/>
              <a:gd name="connsiteX985" fmla="*/ 62293 w 8877359"/>
              <a:gd name="connsiteY985" fmla="*/ 3113301 h 4893730"/>
              <a:gd name="connsiteX986" fmla="*/ 12961 w 8877359"/>
              <a:gd name="connsiteY986" fmla="*/ 3162633 h 4893730"/>
              <a:gd name="connsiteX987" fmla="*/ 27410 w 8877359"/>
              <a:gd name="connsiteY987" fmla="*/ 3197516 h 4893730"/>
              <a:gd name="connsiteX988" fmla="*/ 34254 w 8877359"/>
              <a:gd name="connsiteY988" fmla="*/ 3203163 h 4893730"/>
              <a:gd name="connsiteX989" fmla="*/ 27410 w 8877359"/>
              <a:gd name="connsiteY989" fmla="*/ 3208809 h 4893730"/>
              <a:gd name="connsiteX990" fmla="*/ 12961 w 8877359"/>
              <a:gd name="connsiteY990" fmla="*/ 3243692 h 4893730"/>
              <a:gd name="connsiteX991" fmla="*/ 62293 w 8877359"/>
              <a:gd name="connsiteY991" fmla="*/ 3293024 h 4893730"/>
              <a:gd name="connsiteX992" fmla="*/ 65750 w 8877359"/>
              <a:gd name="connsiteY992" fmla="*/ 3292675 h 4893730"/>
              <a:gd name="connsiteX993" fmla="*/ 62975 w 8877359"/>
              <a:gd name="connsiteY993" fmla="*/ 3301614 h 4893730"/>
              <a:gd name="connsiteX994" fmla="*/ 61973 w 8877359"/>
              <a:gd name="connsiteY994" fmla="*/ 3311556 h 4893730"/>
              <a:gd name="connsiteX995" fmla="*/ 111305 w 8877359"/>
              <a:gd name="connsiteY995" fmla="*/ 3360888 h 4893730"/>
              <a:gd name="connsiteX996" fmla="*/ 138887 w 8877359"/>
              <a:gd name="connsiteY996" fmla="*/ 3352463 h 4893730"/>
              <a:gd name="connsiteX997" fmla="*/ 142081 w 8877359"/>
              <a:gd name="connsiteY997" fmla="*/ 3349827 h 4893730"/>
              <a:gd name="connsiteX998" fmla="*/ 144061 w 8877359"/>
              <a:gd name="connsiteY998" fmla="*/ 3356207 h 4893730"/>
              <a:gd name="connsiteX999" fmla="*/ 189516 w 8877359"/>
              <a:gd name="connsiteY999" fmla="*/ 3386337 h 4893730"/>
              <a:gd name="connsiteX1000" fmla="*/ 8697248 w 8877359"/>
              <a:gd name="connsiteY1000" fmla="*/ 3386338 h 4893730"/>
              <a:gd name="connsiteX1001" fmla="*/ 8742703 w 8877359"/>
              <a:gd name="connsiteY1001" fmla="*/ 3356208 h 4893730"/>
              <a:gd name="connsiteX1002" fmla="*/ 8744879 w 8877359"/>
              <a:gd name="connsiteY1002" fmla="*/ 3349196 h 4893730"/>
              <a:gd name="connsiteX1003" fmla="*/ 8748840 w 8877359"/>
              <a:gd name="connsiteY1003" fmla="*/ 3352464 h 4893730"/>
              <a:gd name="connsiteX1004" fmla="*/ 8776421 w 8877359"/>
              <a:gd name="connsiteY1004" fmla="*/ 3360889 h 4893730"/>
              <a:gd name="connsiteX1005" fmla="*/ 8825753 w 8877359"/>
              <a:gd name="connsiteY1005" fmla="*/ 3311557 h 4893730"/>
              <a:gd name="connsiteX1006" fmla="*/ 8824751 w 8877359"/>
              <a:gd name="connsiteY1006" fmla="*/ 3301615 h 4893730"/>
              <a:gd name="connsiteX1007" fmla="*/ 8821976 w 8877359"/>
              <a:gd name="connsiteY1007" fmla="*/ 3292677 h 4893730"/>
              <a:gd name="connsiteX1008" fmla="*/ 8825434 w 8877359"/>
              <a:gd name="connsiteY1008" fmla="*/ 3293025 h 4893730"/>
              <a:gd name="connsiteX1009" fmla="*/ 8874765 w 8877359"/>
              <a:gd name="connsiteY1009" fmla="*/ 3243693 h 4893730"/>
              <a:gd name="connsiteX1010" fmla="*/ 8860317 w 8877359"/>
              <a:gd name="connsiteY1010" fmla="*/ 3208810 h 4893730"/>
              <a:gd name="connsiteX1011" fmla="*/ 8853473 w 8877359"/>
              <a:gd name="connsiteY1011" fmla="*/ 3203164 h 4893730"/>
              <a:gd name="connsiteX1012" fmla="*/ 8860317 w 8877359"/>
              <a:gd name="connsiteY1012" fmla="*/ 3197517 h 4893730"/>
              <a:gd name="connsiteX1013" fmla="*/ 8874765 w 8877359"/>
              <a:gd name="connsiteY1013" fmla="*/ 3162634 h 4893730"/>
              <a:gd name="connsiteX1014" fmla="*/ 8825434 w 8877359"/>
              <a:gd name="connsiteY1014" fmla="*/ 3113302 h 4893730"/>
              <a:gd name="connsiteX1015" fmla="*/ 8821976 w 8877359"/>
              <a:gd name="connsiteY1015" fmla="*/ 3113651 h 4893730"/>
              <a:gd name="connsiteX1016" fmla="*/ 8824751 w 8877359"/>
              <a:gd name="connsiteY1016" fmla="*/ 3104713 h 4893730"/>
              <a:gd name="connsiteX1017" fmla="*/ 8825753 w 8877359"/>
              <a:gd name="connsiteY1017" fmla="*/ 3094771 h 4893730"/>
              <a:gd name="connsiteX1018" fmla="*/ 8776421 w 8877359"/>
              <a:gd name="connsiteY1018" fmla="*/ 3045439 h 4893730"/>
              <a:gd name="connsiteX1019" fmla="*/ 8748840 w 8877359"/>
              <a:gd name="connsiteY1019" fmla="*/ 3053864 h 4893730"/>
              <a:gd name="connsiteX1020" fmla="*/ 8744879 w 8877359"/>
              <a:gd name="connsiteY1020" fmla="*/ 3057131 h 4893730"/>
              <a:gd name="connsiteX1021" fmla="*/ 8742703 w 8877359"/>
              <a:gd name="connsiteY1021" fmla="*/ 3050119 h 4893730"/>
              <a:gd name="connsiteX1022" fmla="*/ 8697248 w 8877359"/>
              <a:gd name="connsiteY1022" fmla="*/ 3019990 h 4893730"/>
              <a:gd name="connsiteX1023" fmla="*/ 8651793 w 8877359"/>
              <a:gd name="connsiteY1023" fmla="*/ 3050119 h 4893730"/>
              <a:gd name="connsiteX1024" fmla="*/ 8649812 w 8877359"/>
              <a:gd name="connsiteY1024" fmla="*/ 3056499 h 4893730"/>
              <a:gd name="connsiteX1025" fmla="*/ 8646618 w 8877359"/>
              <a:gd name="connsiteY1025" fmla="*/ 3053864 h 4893730"/>
              <a:gd name="connsiteX1026" fmla="*/ 8619037 w 8877359"/>
              <a:gd name="connsiteY1026" fmla="*/ 3045439 h 4893730"/>
              <a:gd name="connsiteX1027" fmla="*/ 8569705 w 8877359"/>
              <a:gd name="connsiteY1027" fmla="*/ 3094771 h 4893730"/>
              <a:gd name="connsiteX1028" fmla="*/ 8571923 w 8877359"/>
              <a:gd name="connsiteY1028" fmla="*/ 3109440 h 4893730"/>
              <a:gd name="connsiteX1029" fmla="*/ 8573970 w 8877359"/>
              <a:gd name="connsiteY1029" fmla="*/ 3113700 h 4893730"/>
              <a:gd name="connsiteX1030" fmla="*/ 8570024 w 8877359"/>
              <a:gd name="connsiteY1030" fmla="*/ 3113302 h 4893730"/>
              <a:gd name="connsiteX1031" fmla="*/ 8520693 w 8877359"/>
              <a:gd name="connsiteY1031" fmla="*/ 3162634 h 4893730"/>
              <a:gd name="connsiteX1032" fmla="*/ 8535141 w 8877359"/>
              <a:gd name="connsiteY1032" fmla="*/ 3197517 h 4893730"/>
              <a:gd name="connsiteX1033" fmla="*/ 8541985 w 8877359"/>
              <a:gd name="connsiteY1033" fmla="*/ 3203164 h 4893730"/>
              <a:gd name="connsiteX1034" fmla="*/ 8535141 w 8877359"/>
              <a:gd name="connsiteY1034" fmla="*/ 3208810 h 4893730"/>
              <a:gd name="connsiteX1035" fmla="*/ 8520693 w 8877359"/>
              <a:gd name="connsiteY1035" fmla="*/ 3243693 h 4893730"/>
              <a:gd name="connsiteX1036" fmla="*/ 8570024 w 8877359"/>
              <a:gd name="connsiteY1036" fmla="*/ 3293025 h 4893730"/>
              <a:gd name="connsiteX1037" fmla="*/ 8573482 w 8877359"/>
              <a:gd name="connsiteY1037" fmla="*/ 3292677 h 4893730"/>
              <a:gd name="connsiteX1038" fmla="*/ 8570707 w 8877359"/>
              <a:gd name="connsiteY1038" fmla="*/ 3301615 h 4893730"/>
              <a:gd name="connsiteX1039" fmla="*/ 8569705 w 8877359"/>
              <a:gd name="connsiteY1039" fmla="*/ 3311557 h 4893730"/>
              <a:gd name="connsiteX1040" fmla="*/ 8619037 w 8877359"/>
              <a:gd name="connsiteY1040" fmla="*/ 3360889 h 4893730"/>
              <a:gd name="connsiteX1041" fmla="*/ 8646618 w 8877359"/>
              <a:gd name="connsiteY1041" fmla="*/ 3352464 h 4893730"/>
              <a:gd name="connsiteX1042" fmla="*/ 8649812 w 8877359"/>
              <a:gd name="connsiteY1042" fmla="*/ 3349828 h 4893730"/>
              <a:gd name="connsiteX1043" fmla="*/ 8651793 w 8877359"/>
              <a:gd name="connsiteY1043" fmla="*/ 3356208 h 4893730"/>
              <a:gd name="connsiteX1044" fmla="*/ 8697248 w 8877359"/>
              <a:gd name="connsiteY1044" fmla="*/ 3386338 h 4893730"/>
              <a:gd name="connsiteX1045" fmla="*/ 193984 w 8877359"/>
              <a:gd name="connsiteY1045" fmla="*/ 3616878 h 4893730"/>
              <a:gd name="connsiteX1046" fmla="*/ 233060 w 8877359"/>
              <a:gd name="connsiteY1046" fmla="*/ 3577801 h 4893730"/>
              <a:gd name="connsiteX1047" fmla="*/ 193984 w 8877359"/>
              <a:gd name="connsiteY1047" fmla="*/ 3538725 h 4893730"/>
              <a:gd name="connsiteX1048" fmla="*/ 154908 w 8877359"/>
              <a:gd name="connsiteY1048" fmla="*/ 3577801 h 4893730"/>
              <a:gd name="connsiteX1049" fmla="*/ 193984 w 8877359"/>
              <a:gd name="connsiteY1049" fmla="*/ 3616878 h 4893730"/>
              <a:gd name="connsiteX1050" fmla="*/ 8701715 w 8877359"/>
              <a:gd name="connsiteY1050" fmla="*/ 3616879 h 4893730"/>
              <a:gd name="connsiteX1051" fmla="*/ 8740791 w 8877359"/>
              <a:gd name="connsiteY1051" fmla="*/ 3577803 h 4893730"/>
              <a:gd name="connsiteX1052" fmla="*/ 8701715 w 8877359"/>
              <a:gd name="connsiteY1052" fmla="*/ 3538727 h 4893730"/>
              <a:gd name="connsiteX1053" fmla="*/ 8662639 w 8877359"/>
              <a:gd name="connsiteY1053" fmla="*/ 3577803 h 4893730"/>
              <a:gd name="connsiteX1054" fmla="*/ 8701715 w 8877359"/>
              <a:gd name="connsiteY1054" fmla="*/ 3616879 h 4893730"/>
              <a:gd name="connsiteX1055" fmla="*/ 189516 w 8877359"/>
              <a:gd name="connsiteY1055" fmla="*/ 4135616 h 4893730"/>
              <a:gd name="connsiteX1056" fmla="*/ 234971 w 8877359"/>
              <a:gd name="connsiteY1056" fmla="*/ 4105486 h 4893730"/>
              <a:gd name="connsiteX1057" fmla="*/ 237148 w 8877359"/>
              <a:gd name="connsiteY1057" fmla="*/ 4098474 h 4893730"/>
              <a:gd name="connsiteX1058" fmla="*/ 241108 w 8877359"/>
              <a:gd name="connsiteY1058" fmla="*/ 4101742 h 4893730"/>
              <a:gd name="connsiteX1059" fmla="*/ 268690 w 8877359"/>
              <a:gd name="connsiteY1059" fmla="*/ 4110167 h 4893730"/>
              <a:gd name="connsiteX1060" fmla="*/ 318022 w 8877359"/>
              <a:gd name="connsiteY1060" fmla="*/ 4060835 h 4893730"/>
              <a:gd name="connsiteX1061" fmla="*/ 317019 w 8877359"/>
              <a:gd name="connsiteY1061" fmla="*/ 4050893 h 4893730"/>
              <a:gd name="connsiteX1062" fmla="*/ 314245 w 8877359"/>
              <a:gd name="connsiteY1062" fmla="*/ 4041955 h 4893730"/>
              <a:gd name="connsiteX1063" fmla="*/ 317702 w 8877359"/>
              <a:gd name="connsiteY1063" fmla="*/ 4042303 h 4893730"/>
              <a:gd name="connsiteX1064" fmla="*/ 367034 w 8877359"/>
              <a:gd name="connsiteY1064" fmla="*/ 3992972 h 4893730"/>
              <a:gd name="connsiteX1065" fmla="*/ 352585 w 8877359"/>
              <a:gd name="connsiteY1065" fmla="*/ 3958088 h 4893730"/>
              <a:gd name="connsiteX1066" fmla="*/ 345741 w 8877359"/>
              <a:gd name="connsiteY1066" fmla="*/ 3952441 h 4893730"/>
              <a:gd name="connsiteX1067" fmla="*/ 352585 w 8877359"/>
              <a:gd name="connsiteY1067" fmla="*/ 3946795 h 4893730"/>
              <a:gd name="connsiteX1068" fmla="*/ 367034 w 8877359"/>
              <a:gd name="connsiteY1068" fmla="*/ 3911912 h 4893730"/>
              <a:gd name="connsiteX1069" fmla="*/ 317702 w 8877359"/>
              <a:gd name="connsiteY1069" fmla="*/ 3862580 h 4893730"/>
              <a:gd name="connsiteX1070" fmla="*/ 314245 w 8877359"/>
              <a:gd name="connsiteY1070" fmla="*/ 3862929 h 4893730"/>
              <a:gd name="connsiteX1071" fmla="*/ 317019 w 8877359"/>
              <a:gd name="connsiteY1071" fmla="*/ 3853990 h 4893730"/>
              <a:gd name="connsiteX1072" fmla="*/ 318022 w 8877359"/>
              <a:gd name="connsiteY1072" fmla="*/ 3844048 h 4893730"/>
              <a:gd name="connsiteX1073" fmla="*/ 268690 w 8877359"/>
              <a:gd name="connsiteY1073" fmla="*/ 3794716 h 4893730"/>
              <a:gd name="connsiteX1074" fmla="*/ 241108 w 8877359"/>
              <a:gd name="connsiteY1074" fmla="*/ 3803142 h 4893730"/>
              <a:gd name="connsiteX1075" fmla="*/ 237148 w 8877359"/>
              <a:gd name="connsiteY1075" fmla="*/ 3806409 h 4893730"/>
              <a:gd name="connsiteX1076" fmla="*/ 234971 w 8877359"/>
              <a:gd name="connsiteY1076" fmla="*/ 3799397 h 4893730"/>
              <a:gd name="connsiteX1077" fmla="*/ 189516 w 8877359"/>
              <a:gd name="connsiteY1077" fmla="*/ 3769267 h 4893730"/>
              <a:gd name="connsiteX1078" fmla="*/ 144061 w 8877359"/>
              <a:gd name="connsiteY1078" fmla="*/ 3799397 h 4893730"/>
              <a:gd name="connsiteX1079" fmla="*/ 142081 w 8877359"/>
              <a:gd name="connsiteY1079" fmla="*/ 3805777 h 4893730"/>
              <a:gd name="connsiteX1080" fmla="*/ 138887 w 8877359"/>
              <a:gd name="connsiteY1080" fmla="*/ 3803142 h 4893730"/>
              <a:gd name="connsiteX1081" fmla="*/ 111305 w 8877359"/>
              <a:gd name="connsiteY1081" fmla="*/ 3794716 h 4893730"/>
              <a:gd name="connsiteX1082" fmla="*/ 61973 w 8877359"/>
              <a:gd name="connsiteY1082" fmla="*/ 3844048 h 4893730"/>
              <a:gd name="connsiteX1083" fmla="*/ 64191 w 8877359"/>
              <a:gd name="connsiteY1083" fmla="*/ 3858718 h 4893730"/>
              <a:gd name="connsiteX1084" fmla="*/ 66239 w 8877359"/>
              <a:gd name="connsiteY1084" fmla="*/ 3862978 h 4893730"/>
              <a:gd name="connsiteX1085" fmla="*/ 62293 w 8877359"/>
              <a:gd name="connsiteY1085" fmla="*/ 3862580 h 4893730"/>
              <a:gd name="connsiteX1086" fmla="*/ 12961 w 8877359"/>
              <a:gd name="connsiteY1086" fmla="*/ 3911912 h 4893730"/>
              <a:gd name="connsiteX1087" fmla="*/ 27410 w 8877359"/>
              <a:gd name="connsiteY1087" fmla="*/ 3946795 h 4893730"/>
              <a:gd name="connsiteX1088" fmla="*/ 34254 w 8877359"/>
              <a:gd name="connsiteY1088" fmla="*/ 3952441 h 4893730"/>
              <a:gd name="connsiteX1089" fmla="*/ 27410 w 8877359"/>
              <a:gd name="connsiteY1089" fmla="*/ 3958088 h 4893730"/>
              <a:gd name="connsiteX1090" fmla="*/ 12961 w 8877359"/>
              <a:gd name="connsiteY1090" fmla="*/ 3992971 h 4893730"/>
              <a:gd name="connsiteX1091" fmla="*/ 62293 w 8877359"/>
              <a:gd name="connsiteY1091" fmla="*/ 4042303 h 4893730"/>
              <a:gd name="connsiteX1092" fmla="*/ 65750 w 8877359"/>
              <a:gd name="connsiteY1092" fmla="*/ 4041955 h 4893730"/>
              <a:gd name="connsiteX1093" fmla="*/ 62976 w 8877359"/>
              <a:gd name="connsiteY1093" fmla="*/ 4050893 h 4893730"/>
              <a:gd name="connsiteX1094" fmla="*/ 61973 w 8877359"/>
              <a:gd name="connsiteY1094" fmla="*/ 4060835 h 4893730"/>
              <a:gd name="connsiteX1095" fmla="*/ 111305 w 8877359"/>
              <a:gd name="connsiteY1095" fmla="*/ 4110167 h 4893730"/>
              <a:gd name="connsiteX1096" fmla="*/ 138887 w 8877359"/>
              <a:gd name="connsiteY1096" fmla="*/ 4101742 h 4893730"/>
              <a:gd name="connsiteX1097" fmla="*/ 142081 w 8877359"/>
              <a:gd name="connsiteY1097" fmla="*/ 4099107 h 4893730"/>
              <a:gd name="connsiteX1098" fmla="*/ 144061 w 8877359"/>
              <a:gd name="connsiteY1098" fmla="*/ 4105486 h 4893730"/>
              <a:gd name="connsiteX1099" fmla="*/ 189516 w 8877359"/>
              <a:gd name="connsiteY1099" fmla="*/ 4135616 h 4893730"/>
              <a:gd name="connsiteX1100" fmla="*/ 8697248 w 8877359"/>
              <a:gd name="connsiteY1100" fmla="*/ 4135617 h 4893730"/>
              <a:gd name="connsiteX1101" fmla="*/ 8742703 w 8877359"/>
              <a:gd name="connsiteY1101" fmla="*/ 4105487 h 4893730"/>
              <a:gd name="connsiteX1102" fmla="*/ 8744879 w 8877359"/>
              <a:gd name="connsiteY1102" fmla="*/ 4098475 h 4893730"/>
              <a:gd name="connsiteX1103" fmla="*/ 8748840 w 8877359"/>
              <a:gd name="connsiteY1103" fmla="*/ 4101743 h 4893730"/>
              <a:gd name="connsiteX1104" fmla="*/ 8776421 w 8877359"/>
              <a:gd name="connsiteY1104" fmla="*/ 4110168 h 4893730"/>
              <a:gd name="connsiteX1105" fmla="*/ 8825753 w 8877359"/>
              <a:gd name="connsiteY1105" fmla="*/ 4060836 h 4893730"/>
              <a:gd name="connsiteX1106" fmla="*/ 8824751 w 8877359"/>
              <a:gd name="connsiteY1106" fmla="*/ 4050894 h 4893730"/>
              <a:gd name="connsiteX1107" fmla="*/ 8821976 w 8877359"/>
              <a:gd name="connsiteY1107" fmla="*/ 4041956 h 4893730"/>
              <a:gd name="connsiteX1108" fmla="*/ 8825434 w 8877359"/>
              <a:gd name="connsiteY1108" fmla="*/ 4042305 h 4893730"/>
              <a:gd name="connsiteX1109" fmla="*/ 8874765 w 8877359"/>
              <a:gd name="connsiteY1109" fmla="*/ 3992973 h 4893730"/>
              <a:gd name="connsiteX1110" fmla="*/ 8860317 w 8877359"/>
              <a:gd name="connsiteY1110" fmla="*/ 3958090 h 4893730"/>
              <a:gd name="connsiteX1111" fmla="*/ 8853473 w 8877359"/>
              <a:gd name="connsiteY1111" fmla="*/ 3952443 h 4893730"/>
              <a:gd name="connsiteX1112" fmla="*/ 8860317 w 8877359"/>
              <a:gd name="connsiteY1112" fmla="*/ 3946796 h 4893730"/>
              <a:gd name="connsiteX1113" fmla="*/ 8874765 w 8877359"/>
              <a:gd name="connsiteY1113" fmla="*/ 3911913 h 4893730"/>
              <a:gd name="connsiteX1114" fmla="*/ 8825434 w 8877359"/>
              <a:gd name="connsiteY1114" fmla="*/ 3862581 h 4893730"/>
              <a:gd name="connsiteX1115" fmla="*/ 8821976 w 8877359"/>
              <a:gd name="connsiteY1115" fmla="*/ 3862929 h 4893730"/>
              <a:gd name="connsiteX1116" fmla="*/ 8824751 w 8877359"/>
              <a:gd name="connsiteY1116" fmla="*/ 3853991 h 4893730"/>
              <a:gd name="connsiteX1117" fmla="*/ 8825753 w 8877359"/>
              <a:gd name="connsiteY1117" fmla="*/ 3844049 h 4893730"/>
              <a:gd name="connsiteX1118" fmla="*/ 8776421 w 8877359"/>
              <a:gd name="connsiteY1118" fmla="*/ 3794717 h 4893730"/>
              <a:gd name="connsiteX1119" fmla="*/ 8748840 w 8877359"/>
              <a:gd name="connsiteY1119" fmla="*/ 3803142 h 4893730"/>
              <a:gd name="connsiteX1120" fmla="*/ 8744879 w 8877359"/>
              <a:gd name="connsiteY1120" fmla="*/ 3806410 h 4893730"/>
              <a:gd name="connsiteX1121" fmla="*/ 8742703 w 8877359"/>
              <a:gd name="connsiteY1121" fmla="*/ 3799398 h 4893730"/>
              <a:gd name="connsiteX1122" fmla="*/ 8697248 w 8877359"/>
              <a:gd name="connsiteY1122" fmla="*/ 3769268 h 4893730"/>
              <a:gd name="connsiteX1123" fmla="*/ 8651793 w 8877359"/>
              <a:gd name="connsiteY1123" fmla="*/ 3799398 h 4893730"/>
              <a:gd name="connsiteX1124" fmla="*/ 8649812 w 8877359"/>
              <a:gd name="connsiteY1124" fmla="*/ 3805778 h 4893730"/>
              <a:gd name="connsiteX1125" fmla="*/ 8646618 w 8877359"/>
              <a:gd name="connsiteY1125" fmla="*/ 3803142 h 4893730"/>
              <a:gd name="connsiteX1126" fmla="*/ 8619037 w 8877359"/>
              <a:gd name="connsiteY1126" fmla="*/ 3794717 h 4893730"/>
              <a:gd name="connsiteX1127" fmla="*/ 8569705 w 8877359"/>
              <a:gd name="connsiteY1127" fmla="*/ 3844049 h 4893730"/>
              <a:gd name="connsiteX1128" fmla="*/ 8571923 w 8877359"/>
              <a:gd name="connsiteY1128" fmla="*/ 3858719 h 4893730"/>
              <a:gd name="connsiteX1129" fmla="*/ 8573970 w 8877359"/>
              <a:gd name="connsiteY1129" fmla="*/ 3862978 h 4893730"/>
              <a:gd name="connsiteX1130" fmla="*/ 8570024 w 8877359"/>
              <a:gd name="connsiteY1130" fmla="*/ 3862581 h 4893730"/>
              <a:gd name="connsiteX1131" fmla="*/ 8520693 w 8877359"/>
              <a:gd name="connsiteY1131" fmla="*/ 3911913 h 4893730"/>
              <a:gd name="connsiteX1132" fmla="*/ 8535141 w 8877359"/>
              <a:gd name="connsiteY1132" fmla="*/ 3946796 h 4893730"/>
              <a:gd name="connsiteX1133" fmla="*/ 8541985 w 8877359"/>
              <a:gd name="connsiteY1133" fmla="*/ 3952442 h 4893730"/>
              <a:gd name="connsiteX1134" fmla="*/ 8535141 w 8877359"/>
              <a:gd name="connsiteY1134" fmla="*/ 3958089 h 4893730"/>
              <a:gd name="connsiteX1135" fmla="*/ 8520693 w 8877359"/>
              <a:gd name="connsiteY1135" fmla="*/ 3992972 h 4893730"/>
              <a:gd name="connsiteX1136" fmla="*/ 8570024 w 8877359"/>
              <a:gd name="connsiteY1136" fmla="*/ 4042304 h 4893730"/>
              <a:gd name="connsiteX1137" fmla="*/ 8573482 w 8877359"/>
              <a:gd name="connsiteY1137" fmla="*/ 4041956 h 4893730"/>
              <a:gd name="connsiteX1138" fmla="*/ 8570707 w 8877359"/>
              <a:gd name="connsiteY1138" fmla="*/ 4050894 h 4893730"/>
              <a:gd name="connsiteX1139" fmla="*/ 8569705 w 8877359"/>
              <a:gd name="connsiteY1139" fmla="*/ 4060836 h 4893730"/>
              <a:gd name="connsiteX1140" fmla="*/ 8619037 w 8877359"/>
              <a:gd name="connsiteY1140" fmla="*/ 4110168 h 4893730"/>
              <a:gd name="connsiteX1141" fmla="*/ 8646618 w 8877359"/>
              <a:gd name="connsiteY1141" fmla="*/ 4101743 h 4893730"/>
              <a:gd name="connsiteX1142" fmla="*/ 8649812 w 8877359"/>
              <a:gd name="connsiteY1142" fmla="*/ 4099108 h 4893730"/>
              <a:gd name="connsiteX1143" fmla="*/ 8651793 w 8877359"/>
              <a:gd name="connsiteY1143" fmla="*/ 4105487 h 4893730"/>
              <a:gd name="connsiteX1144" fmla="*/ 8697248 w 8877359"/>
              <a:gd name="connsiteY1144" fmla="*/ 4135617 h 4893730"/>
              <a:gd name="connsiteX1145" fmla="*/ 193984 w 8877359"/>
              <a:gd name="connsiteY1145" fmla="*/ 4366159 h 4893730"/>
              <a:gd name="connsiteX1146" fmla="*/ 233060 w 8877359"/>
              <a:gd name="connsiteY1146" fmla="*/ 4327083 h 4893730"/>
              <a:gd name="connsiteX1147" fmla="*/ 193984 w 8877359"/>
              <a:gd name="connsiteY1147" fmla="*/ 4288007 h 4893730"/>
              <a:gd name="connsiteX1148" fmla="*/ 154908 w 8877359"/>
              <a:gd name="connsiteY1148" fmla="*/ 4327083 h 4893730"/>
              <a:gd name="connsiteX1149" fmla="*/ 193984 w 8877359"/>
              <a:gd name="connsiteY1149" fmla="*/ 4366159 h 4893730"/>
              <a:gd name="connsiteX1150" fmla="*/ 8701715 w 8877359"/>
              <a:gd name="connsiteY1150" fmla="*/ 4366159 h 4893730"/>
              <a:gd name="connsiteX1151" fmla="*/ 8740791 w 8877359"/>
              <a:gd name="connsiteY1151" fmla="*/ 4327083 h 4893730"/>
              <a:gd name="connsiteX1152" fmla="*/ 8701715 w 8877359"/>
              <a:gd name="connsiteY1152" fmla="*/ 4288007 h 4893730"/>
              <a:gd name="connsiteX1153" fmla="*/ 8662639 w 8877359"/>
              <a:gd name="connsiteY1153" fmla="*/ 4327083 h 4893730"/>
              <a:gd name="connsiteX1154" fmla="*/ 8701715 w 8877359"/>
              <a:gd name="connsiteY1154" fmla="*/ 4366159 h 4893730"/>
              <a:gd name="connsiteX1155" fmla="*/ 8339566 w 8877359"/>
              <a:gd name="connsiteY1155" fmla="*/ 4759756 h 4893730"/>
              <a:gd name="connsiteX1156" fmla="*/ 8378642 w 8877359"/>
              <a:gd name="connsiteY1156" fmla="*/ 4720680 h 4893730"/>
              <a:gd name="connsiteX1157" fmla="*/ 8339566 w 8877359"/>
              <a:gd name="connsiteY1157" fmla="*/ 4681604 h 4893730"/>
              <a:gd name="connsiteX1158" fmla="*/ 8300490 w 8877359"/>
              <a:gd name="connsiteY1158" fmla="*/ 4720680 h 4893730"/>
              <a:gd name="connsiteX1159" fmla="*/ 8339566 w 8877359"/>
              <a:gd name="connsiteY1159" fmla="*/ 4759756 h 4893730"/>
              <a:gd name="connsiteX1160" fmla="*/ 7630314 w 8877359"/>
              <a:gd name="connsiteY1160" fmla="*/ 4759756 h 4893730"/>
              <a:gd name="connsiteX1161" fmla="*/ 7669390 w 8877359"/>
              <a:gd name="connsiteY1161" fmla="*/ 4720680 h 4893730"/>
              <a:gd name="connsiteX1162" fmla="*/ 7630314 w 8877359"/>
              <a:gd name="connsiteY1162" fmla="*/ 4681604 h 4893730"/>
              <a:gd name="connsiteX1163" fmla="*/ 7591238 w 8877359"/>
              <a:gd name="connsiteY1163" fmla="*/ 4720680 h 4893730"/>
              <a:gd name="connsiteX1164" fmla="*/ 7630314 w 8877359"/>
              <a:gd name="connsiteY1164" fmla="*/ 4759756 h 4893730"/>
              <a:gd name="connsiteX1165" fmla="*/ 6921062 w 8877359"/>
              <a:gd name="connsiteY1165" fmla="*/ 4759756 h 4893730"/>
              <a:gd name="connsiteX1166" fmla="*/ 6960138 w 8877359"/>
              <a:gd name="connsiteY1166" fmla="*/ 4720680 h 4893730"/>
              <a:gd name="connsiteX1167" fmla="*/ 6921062 w 8877359"/>
              <a:gd name="connsiteY1167" fmla="*/ 4681604 h 4893730"/>
              <a:gd name="connsiteX1168" fmla="*/ 6881986 w 8877359"/>
              <a:gd name="connsiteY1168" fmla="*/ 4720680 h 4893730"/>
              <a:gd name="connsiteX1169" fmla="*/ 6921062 w 8877359"/>
              <a:gd name="connsiteY1169" fmla="*/ 4759756 h 4893730"/>
              <a:gd name="connsiteX1170" fmla="*/ 6211810 w 8877359"/>
              <a:gd name="connsiteY1170" fmla="*/ 4759756 h 4893730"/>
              <a:gd name="connsiteX1171" fmla="*/ 6250886 w 8877359"/>
              <a:gd name="connsiteY1171" fmla="*/ 4720680 h 4893730"/>
              <a:gd name="connsiteX1172" fmla="*/ 6211810 w 8877359"/>
              <a:gd name="connsiteY1172" fmla="*/ 4681604 h 4893730"/>
              <a:gd name="connsiteX1173" fmla="*/ 6172734 w 8877359"/>
              <a:gd name="connsiteY1173" fmla="*/ 4720680 h 4893730"/>
              <a:gd name="connsiteX1174" fmla="*/ 6211810 w 8877359"/>
              <a:gd name="connsiteY1174" fmla="*/ 4759756 h 4893730"/>
              <a:gd name="connsiteX1175" fmla="*/ 5502558 w 8877359"/>
              <a:gd name="connsiteY1175" fmla="*/ 4759756 h 4893730"/>
              <a:gd name="connsiteX1176" fmla="*/ 5541634 w 8877359"/>
              <a:gd name="connsiteY1176" fmla="*/ 4720680 h 4893730"/>
              <a:gd name="connsiteX1177" fmla="*/ 5502558 w 8877359"/>
              <a:gd name="connsiteY1177" fmla="*/ 4681604 h 4893730"/>
              <a:gd name="connsiteX1178" fmla="*/ 5463482 w 8877359"/>
              <a:gd name="connsiteY1178" fmla="*/ 4720680 h 4893730"/>
              <a:gd name="connsiteX1179" fmla="*/ 5502558 w 8877359"/>
              <a:gd name="connsiteY1179" fmla="*/ 4759756 h 4893730"/>
              <a:gd name="connsiteX1180" fmla="*/ 4793306 w 8877359"/>
              <a:gd name="connsiteY1180" fmla="*/ 4759756 h 4893730"/>
              <a:gd name="connsiteX1181" fmla="*/ 4832382 w 8877359"/>
              <a:gd name="connsiteY1181" fmla="*/ 4720680 h 4893730"/>
              <a:gd name="connsiteX1182" fmla="*/ 4793306 w 8877359"/>
              <a:gd name="connsiteY1182" fmla="*/ 4681604 h 4893730"/>
              <a:gd name="connsiteX1183" fmla="*/ 4754230 w 8877359"/>
              <a:gd name="connsiteY1183" fmla="*/ 4720680 h 4893730"/>
              <a:gd name="connsiteX1184" fmla="*/ 4793306 w 8877359"/>
              <a:gd name="connsiteY1184" fmla="*/ 4759756 h 4893730"/>
              <a:gd name="connsiteX1185" fmla="*/ 4084054 w 8877359"/>
              <a:gd name="connsiteY1185" fmla="*/ 4759756 h 4893730"/>
              <a:gd name="connsiteX1186" fmla="*/ 4123130 w 8877359"/>
              <a:gd name="connsiteY1186" fmla="*/ 4720680 h 4893730"/>
              <a:gd name="connsiteX1187" fmla="*/ 4084054 w 8877359"/>
              <a:gd name="connsiteY1187" fmla="*/ 4681604 h 4893730"/>
              <a:gd name="connsiteX1188" fmla="*/ 4044986 w 8877359"/>
              <a:gd name="connsiteY1188" fmla="*/ 4720680 h 4893730"/>
              <a:gd name="connsiteX1189" fmla="*/ 4084054 w 8877359"/>
              <a:gd name="connsiteY1189" fmla="*/ 4759756 h 4893730"/>
              <a:gd name="connsiteX1190" fmla="*/ 3374809 w 8877359"/>
              <a:gd name="connsiteY1190" fmla="*/ 4759756 h 4893730"/>
              <a:gd name="connsiteX1191" fmla="*/ 3413885 w 8877359"/>
              <a:gd name="connsiteY1191" fmla="*/ 4720680 h 4893730"/>
              <a:gd name="connsiteX1192" fmla="*/ 3374809 w 8877359"/>
              <a:gd name="connsiteY1192" fmla="*/ 4681604 h 4893730"/>
              <a:gd name="connsiteX1193" fmla="*/ 3335733 w 8877359"/>
              <a:gd name="connsiteY1193" fmla="*/ 4720680 h 4893730"/>
              <a:gd name="connsiteX1194" fmla="*/ 3374809 w 8877359"/>
              <a:gd name="connsiteY1194" fmla="*/ 4759756 h 4893730"/>
              <a:gd name="connsiteX1195" fmla="*/ 2665558 w 8877359"/>
              <a:gd name="connsiteY1195" fmla="*/ 4759756 h 4893730"/>
              <a:gd name="connsiteX1196" fmla="*/ 2704634 w 8877359"/>
              <a:gd name="connsiteY1196" fmla="*/ 4720680 h 4893730"/>
              <a:gd name="connsiteX1197" fmla="*/ 2665558 w 8877359"/>
              <a:gd name="connsiteY1197" fmla="*/ 4681604 h 4893730"/>
              <a:gd name="connsiteX1198" fmla="*/ 2626481 w 8877359"/>
              <a:gd name="connsiteY1198" fmla="*/ 4720680 h 4893730"/>
              <a:gd name="connsiteX1199" fmla="*/ 2665558 w 8877359"/>
              <a:gd name="connsiteY1199" fmla="*/ 4759756 h 4893730"/>
              <a:gd name="connsiteX1200" fmla="*/ 1956307 w 8877359"/>
              <a:gd name="connsiteY1200" fmla="*/ 4759756 h 4893730"/>
              <a:gd name="connsiteX1201" fmla="*/ 1995382 w 8877359"/>
              <a:gd name="connsiteY1201" fmla="*/ 4720680 h 4893730"/>
              <a:gd name="connsiteX1202" fmla="*/ 1956307 w 8877359"/>
              <a:gd name="connsiteY1202" fmla="*/ 4681604 h 4893730"/>
              <a:gd name="connsiteX1203" fmla="*/ 1917231 w 8877359"/>
              <a:gd name="connsiteY1203" fmla="*/ 4720680 h 4893730"/>
              <a:gd name="connsiteX1204" fmla="*/ 1956307 w 8877359"/>
              <a:gd name="connsiteY1204" fmla="*/ 4759756 h 4893730"/>
              <a:gd name="connsiteX1205" fmla="*/ 1247054 w 8877359"/>
              <a:gd name="connsiteY1205" fmla="*/ 4759756 h 4893730"/>
              <a:gd name="connsiteX1206" fmla="*/ 1286131 w 8877359"/>
              <a:gd name="connsiteY1206" fmla="*/ 4720680 h 4893730"/>
              <a:gd name="connsiteX1207" fmla="*/ 1247054 w 8877359"/>
              <a:gd name="connsiteY1207" fmla="*/ 4681604 h 4893730"/>
              <a:gd name="connsiteX1208" fmla="*/ 1207978 w 8877359"/>
              <a:gd name="connsiteY1208" fmla="*/ 4720680 h 4893730"/>
              <a:gd name="connsiteX1209" fmla="*/ 1247054 w 8877359"/>
              <a:gd name="connsiteY1209" fmla="*/ 4759756 h 4893730"/>
              <a:gd name="connsiteX1210" fmla="*/ 537801 w 8877359"/>
              <a:gd name="connsiteY1210" fmla="*/ 4759756 h 4893730"/>
              <a:gd name="connsiteX1211" fmla="*/ 576878 w 8877359"/>
              <a:gd name="connsiteY1211" fmla="*/ 4720680 h 4893730"/>
              <a:gd name="connsiteX1212" fmla="*/ 537801 w 8877359"/>
              <a:gd name="connsiteY1212" fmla="*/ 4681604 h 4893730"/>
              <a:gd name="connsiteX1213" fmla="*/ 498725 w 8877359"/>
              <a:gd name="connsiteY1213" fmla="*/ 4720680 h 4893730"/>
              <a:gd name="connsiteX1214" fmla="*/ 537801 w 8877359"/>
              <a:gd name="connsiteY1214" fmla="*/ 4759756 h 4893730"/>
              <a:gd name="connsiteX1215" fmla="*/ 8653655 w 8877359"/>
              <a:gd name="connsiteY1215" fmla="*/ 4893730 h 4893730"/>
              <a:gd name="connsiteX1216" fmla="*/ 8688538 w 8877359"/>
              <a:gd name="connsiteY1216" fmla="*/ 4879281 h 4893730"/>
              <a:gd name="connsiteX1217" fmla="*/ 8694185 w 8877359"/>
              <a:gd name="connsiteY1217" fmla="*/ 4872437 h 4893730"/>
              <a:gd name="connsiteX1218" fmla="*/ 8699832 w 8877359"/>
              <a:gd name="connsiteY1218" fmla="*/ 4879281 h 4893730"/>
              <a:gd name="connsiteX1219" fmla="*/ 8734715 w 8877359"/>
              <a:gd name="connsiteY1219" fmla="*/ 4893730 h 4893730"/>
              <a:gd name="connsiteX1220" fmla="*/ 8784046 w 8877359"/>
              <a:gd name="connsiteY1220" fmla="*/ 4844398 h 4893730"/>
              <a:gd name="connsiteX1221" fmla="*/ 8783698 w 8877359"/>
              <a:gd name="connsiteY1221" fmla="*/ 4840941 h 4893730"/>
              <a:gd name="connsiteX1222" fmla="*/ 8792636 w 8877359"/>
              <a:gd name="connsiteY1222" fmla="*/ 4843715 h 4893730"/>
              <a:gd name="connsiteX1223" fmla="*/ 8802578 w 8877359"/>
              <a:gd name="connsiteY1223" fmla="*/ 4844717 h 4893730"/>
              <a:gd name="connsiteX1224" fmla="*/ 8851910 w 8877359"/>
              <a:gd name="connsiteY1224" fmla="*/ 4795386 h 4893730"/>
              <a:gd name="connsiteX1225" fmla="*/ 8843485 w 8877359"/>
              <a:gd name="connsiteY1225" fmla="*/ 4767804 h 4893730"/>
              <a:gd name="connsiteX1226" fmla="*/ 8840217 w 8877359"/>
              <a:gd name="connsiteY1226" fmla="*/ 4763844 h 4893730"/>
              <a:gd name="connsiteX1227" fmla="*/ 8847229 w 8877359"/>
              <a:gd name="connsiteY1227" fmla="*/ 4761667 h 4893730"/>
              <a:gd name="connsiteX1228" fmla="*/ 8877359 w 8877359"/>
              <a:gd name="connsiteY1228" fmla="*/ 4716212 h 4893730"/>
              <a:gd name="connsiteX1229" fmla="*/ 8847229 w 8877359"/>
              <a:gd name="connsiteY1229" fmla="*/ 4670757 h 4893730"/>
              <a:gd name="connsiteX1230" fmla="*/ 8840850 w 8877359"/>
              <a:gd name="connsiteY1230" fmla="*/ 4668777 h 4893730"/>
              <a:gd name="connsiteX1231" fmla="*/ 8843485 w 8877359"/>
              <a:gd name="connsiteY1231" fmla="*/ 4665583 h 4893730"/>
              <a:gd name="connsiteX1232" fmla="*/ 8851910 w 8877359"/>
              <a:gd name="connsiteY1232" fmla="*/ 4638001 h 4893730"/>
              <a:gd name="connsiteX1233" fmla="*/ 8802578 w 8877359"/>
              <a:gd name="connsiteY1233" fmla="*/ 4588669 h 4893730"/>
              <a:gd name="connsiteX1234" fmla="*/ 8787908 w 8877359"/>
              <a:gd name="connsiteY1234" fmla="*/ 4590887 h 4893730"/>
              <a:gd name="connsiteX1235" fmla="*/ 8783649 w 8877359"/>
              <a:gd name="connsiteY1235" fmla="*/ 4592935 h 4893730"/>
              <a:gd name="connsiteX1236" fmla="*/ 8784047 w 8877359"/>
              <a:gd name="connsiteY1236" fmla="*/ 4588989 h 4893730"/>
              <a:gd name="connsiteX1237" fmla="*/ 8734715 w 8877359"/>
              <a:gd name="connsiteY1237" fmla="*/ 4539657 h 4893730"/>
              <a:gd name="connsiteX1238" fmla="*/ 8699832 w 8877359"/>
              <a:gd name="connsiteY1238" fmla="*/ 4554106 h 4893730"/>
              <a:gd name="connsiteX1239" fmla="*/ 8694185 w 8877359"/>
              <a:gd name="connsiteY1239" fmla="*/ 4560950 h 4893730"/>
              <a:gd name="connsiteX1240" fmla="*/ 8688538 w 8877359"/>
              <a:gd name="connsiteY1240" fmla="*/ 4554106 h 4893730"/>
              <a:gd name="connsiteX1241" fmla="*/ 8653655 w 8877359"/>
              <a:gd name="connsiteY1241" fmla="*/ 4539657 h 4893730"/>
              <a:gd name="connsiteX1242" fmla="*/ 8604324 w 8877359"/>
              <a:gd name="connsiteY1242" fmla="*/ 4588989 h 4893730"/>
              <a:gd name="connsiteX1243" fmla="*/ 8604672 w 8877359"/>
              <a:gd name="connsiteY1243" fmla="*/ 4592446 h 4893730"/>
              <a:gd name="connsiteX1244" fmla="*/ 8595734 w 8877359"/>
              <a:gd name="connsiteY1244" fmla="*/ 4589671 h 4893730"/>
              <a:gd name="connsiteX1245" fmla="*/ 8585792 w 8877359"/>
              <a:gd name="connsiteY1245" fmla="*/ 4588669 h 4893730"/>
              <a:gd name="connsiteX1246" fmla="*/ 8536460 w 8877359"/>
              <a:gd name="connsiteY1246" fmla="*/ 4638001 h 4893730"/>
              <a:gd name="connsiteX1247" fmla="*/ 8544885 w 8877359"/>
              <a:gd name="connsiteY1247" fmla="*/ 4665583 h 4893730"/>
              <a:gd name="connsiteX1248" fmla="*/ 8547520 w 8877359"/>
              <a:gd name="connsiteY1248" fmla="*/ 4668777 h 4893730"/>
              <a:gd name="connsiteX1249" fmla="*/ 8541141 w 8877359"/>
              <a:gd name="connsiteY1249" fmla="*/ 4670757 h 4893730"/>
              <a:gd name="connsiteX1250" fmla="*/ 8511011 w 8877359"/>
              <a:gd name="connsiteY1250" fmla="*/ 4716212 h 4893730"/>
              <a:gd name="connsiteX1251" fmla="*/ 8541141 w 8877359"/>
              <a:gd name="connsiteY1251" fmla="*/ 4761667 h 4893730"/>
              <a:gd name="connsiteX1252" fmla="*/ 8548153 w 8877359"/>
              <a:gd name="connsiteY1252" fmla="*/ 4763844 h 4893730"/>
              <a:gd name="connsiteX1253" fmla="*/ 8544885 w 8877359"/>
              <a:gd name="connsiteY1253" fmla="*/ 4767804 h 4893730"/>
              <a:gd name="connsiteX1254" fmla="*/ 8536460 w 8877359"/>
              <a:gd name="connsiteY1254" fmla="*/ 4795386 h 4893730"/>
              <a:gd name="connsiteX1255" fmla="*/ 8585792 w 8877359"/>
              <a:gd name="connsiteY1255" fmla="*/ 4844717 h 4893730"/>
              <a:gd name="connsiteX1256" fmla="*/ 8595734 w 8877359"/>
              <a:gd name="connsiteY1256" fmla="*/ 4843715 h 4893730"/>
              <a:gd name="connsiteX1257" fmla="*/ 8604672 w 8877359"/>
              <a:gd name="connsiteY1257" fmla="*/ 4840941 h 4893730"/>
              <a:gd name="connsiteX1258" fmla="*/ 8604323 w 8877359"/>
              <a:gd name="connsiteY1258" fmla="*/ 4844398 h 4893730"/>
              <a:gd name="connsiteX1259" fmla="*/ 8653655 w 8877359"/>
              <a:gd name="connsiteY1259" fmla="*/ 4893730 h 4893730"/>
              <a:gd name="connsiteX1260" fmla="*/ 7944411 w 8877359"/>
              <a:gd name="connsiteY1260" fmla="*/ 4893730 h 4893730"/>
              <a:gd name="connsiteX1261" fmla="*/ 7979293 w 8877359"/>
              <a:gd name="connsiteY1261" fmla="*/ 4879281 h 4893730"/>
              <a:gd name="connsiteX1262" fmla="*/ 7984940 w 8877359"/>
              <a:gd name="connsiteY1262" fmla="*/ 4872437 h 4893730"/>
              <a:gd name="connsiteX1263" fmla="*/ 7990587 w 8877359"/>
              <a:gd name="connsiteY1263" fmla="*/ 4879281 h 4893730"/>
              <a:gd name="connsiteX1264" fmla="*/ 8025470 w 8877359"/>
              <a:gd name="connsiteY1264" fmla="*/ 4893730 h 4893730"/>
              <a:gd name="connsiteX1265" fmla="*/ 8074802 w 8877359"/>
              <a:gd name="connsiteY1265" fmla="*/ 4844398 h 4893730"/>
              <a:gd name="connsiteX1266" fmla="*/ 8074453 w 8877359"/>
              <a:gd name="connsiteY1266" fmla="*/ 4840941 h 4893730"/>
              <a:gd name="connsiteX1267" fmla="*/ 8083391 w 8877359"/>
              <a:gd name="connsiteY1267" fmla="*/ 4843715 h 4893730"/>
              <a:gd name="connsiteX1268" fmla="*/ 8093333 w 8877359"/>
              <a:gd name="connsiteY1268" fmla="*/ 4844717 h 4893730"/>
              <a:gd name="connsiteX1269" fmla="*/ 8142665 w 8877359"/>
              <a:gd name="connsiteY1269" fmla="*/ 4795386 h 4893730"/>
              <a:gd name="connsiteX1270" fmla="*/ 8134240 w 8877359"/>
              <a:gd name="connsiteY1270" fmla="*/ 4767804 h 4893730"/>
              <a:gd name="connsiteX1271" fmla="*/ 8130973 w 8877359"/>
              <a:gd name="connsiteY1271" fmla="*/ 4763844 h 4893730"/>
              <a:gd name="connsiteX1272" fmla="*/ 8137985 w 8877359"/>
              <a:gd name="connsiteY1272" fmla="*/ 4761667 h 4893730"/>
              <a:gd name="connsiteX1273" fmla="*/ 8168114 w 8877359"/>
              <a:gd name="connsiteY1273" fmla="*/ 4716212 h 4893730"/>
              <a:gd name="connsiteX1274" fmla="*/ 8137985 w 8877359"/>
              <a:gd name="connsiteY1274" fmla="*/ 4670757 h 4893730"/>
              <a:gd name="connsiteX1275" fmla="*/ 8131605 w 8877359"/>
              <a:gd name="connsiteY1275" fmla="*/ 4668777 h 4893730"/>
              <a:gd name="connsiteX1276" fmla="*/ 8134240 w 8877359"/>
              <a:gd name="connsiteY1276" fmla="*/ 4665583 h 4893730"/>
              <a:gd name="connsiteX1277" fmla="*/ 8142665 w 8877359"/>
              <a:gd name="connsiteY1277" fmla="*/ 4638001 h 4893730"/>
              <a:gd name="connsiteX1278" fmla="*/ 8093333 w 8877359"/>
              <a:gd name="connsiteY1278" fmla="*/ 4588669 h 4893730"/>
              <a:gd name="connsiteX1279" fmla="*/ 8078664 w 8877359"/>
              <a:gd name="connsiteY1279" fmla="*/ 4590887 h 4893730"/>
              <a:gd name="connsiteX1280" fmla="*/ 8074404 w 8877359"/>
              <a:gd name="connsiteY1280" fmla="*/ 4592935 h 4893730"/>
              <a:gd name="connsiteX1281" fmla="*/ 8074802 w 8877359"/>
              <a:gd name="connsiteY1281" fmla="*/ 4588989 h 4893730"/>
              <a:gd name="connsiteX1282" fmla="*/ 8025470 w 8877359"/>
              <a:gd name="connsiteY1282" fmla="*/ 4539657 h 4893730"/>
              <a:gd name="connsiteX1283" fmla="*/ 7990587 w 8877359"/>
              <a:gd name="connsiteY1283" fmla="*/ 4554106 h 4893730"/>
              <a:gd name="connsiteX1284" fmla="*/ 7984940 w 8877359"/>
              <a:gd name="connsiteY1284" fmla="*/ 4560950 h 4893730"/>
              <a:gd name="connsiteX1285" fmla="*/ 7979294 w 8877359"/>
              <a:gd name="connsiteY1285" fmla="*/ 4554106 h 4893730"/>
              <a:gd name="connsiteX1286" fmla="*/ 7944411 w 8877359"/>
              <a:gd name="connsiteY1286" fmla="*/ 4539657 h 4893730"/>
              <a:gd name="connsiteX1287" fmla="*/ 7895079 w 8877359"/>
              <a:gd name="connsiteY1287" fmla="*/ 4588989 h 4893730"/>
              <a:gd name="connsiteX1288" fmla="*/ 7895427 w 8877359"/>
              <a:gd name="connsiteY1288" fmla="*/ 4592446 h 4893730"/>
              <a:gd name="connsiteX1289" fmla="*/ 7886489 w 8877359"/>
              <a:gd name="connsiteY1289" fmla="*/ 4589671 h 4893730"/>
              <a:gd name="connsiteX1290" fmla="*/ 7876547 w 8877359"/>
              <a:gd name="connsiteY1290" fmla="*/ 4588669 h 4893730"/>
              <a:gd name="connsiteX1291" fmla="*/ 7827215 w 8877359"/>
              <a:gd name="connsiteY1291" fmla="*/ 4638001 h 4893730"/>
              <a:gd name="connsiteX1292" fmla="*/ 7835640 w 8877359"/>
              <a:gd name="connsiteY1292" fmla="*/ 4665583 h 4893730"/>
              <a:gd name="connsiteX1293" fmla="*/ 7838276 w 8877359"/>
              <a:gd name="connsiteY1293" fmla="*/ 4668777 h 4893730"/>
              <a:gd name="connsiteX1294" fmla="*/ 7831896 w 8877359"/>
              <a:gd name="connsiteY1294" fmla="*/ 4670757 h 4893730"/>
              <a:gd name="connsiteX1295" fmla="*/ 7801766 w 8877359"/>
              <a:gd name="connsiteY1295" fmla="*/ 4716212 h 4893730"/>
              <a:gd name="connsiteX1296" fmla="*/ 7831896 w 8877359"/>
              <a:gd name="connsiteY1296" fmla="*/ 4761667 h 4893730"/>
              <a:gd name="connsiteX1297" fmla="*/ 7838908 w 8877359"/>
              <a:gd name="connsiteY1297" fmla="*/ 4763844 h 4893730"/>
              <a:gd name="connsiteX1298" fmla="*/ 7835640 w 8877359"/>
              <a:gd name="connsiteY1298" fmla="*/ 4767804 h 4893730"/>
              <a:gd name="connsiteX1299" fmla="*/ 7827215 w 8877359"/>
              <a:gd name="connsiteY1299" fmla="*/ 4795386 h 4893730"/>
              <a:gd name="connsiteX1300" fmla="*/ 7876547 w 8877359"/>
              <a:gd name="connsiteY1300" fmla="*/ 4844717 h 4893730"/>
              <a:gd name="connsiteX1301" fmla="*/ 7886489 w 8877359"/>
              <a:gd name="connsiteY1301" fmla="*/ 4843715 h 4893730"/>
              <a:gd name="connsiteX1302" fmla="*/ 7895427 w 8877359"/>
              <a:gd name="connsiteY1302" fmla="*/ 4840941 h 4893730"/>
              <a:gd name="connsiteX1303" fmla="*/ 7895079 w 8877359"/>
              <a:gd name="connsiteY1303" fmla="*/ 4844398 h 4893730"/>
              <a:gd name="connsiteX1304" fmla="*/ 7944411 w 8877359"/>
              <a:gd name="connsiteY1304" fmla="*/ 4893730 h 4893730"/>
              <a:gd name="connsiteX1305" fmla="*/ 7235159 w 8877359"/>
              <a:gd name="connsiteY1305" fmla="*/ 4893730 h 4893730"/>
              <a:gd name="connsiteX1306" fmla="*/ 7270041 w 8877359"/>
              <a:gd name="connsiteY1306" fmla="*/ 4879281 h 4893730"/>
              <a:gd name="connsiteX1307" fmla="*/ 7275688 w 8877359"/>
              <a:gd name="connsiteY1307" fmla="*/ 4872437 h 4893730"/>
              <a:gd name="connsiteX1308" fmla="*/ 7281335 w 8877359"/>
              <a:gd name="connsiteY1308" fmla="*/ 4879281 h 4893730"/>
              <a:gd name="connsiteX1309" fmla="*/ 7316218 w 8877359"/>
              <a:gd name="connsiteY1309" fmla="*/ 4893730 h 4893730"/>
              <a:gd name="connsiteX1310" fmla="*/ 7365550 w 8877359"/>
              <a:gd name="connsiteY1310" fmla="*/ 4844398 h 4893730"/>
              <a:gd name="connsiteX1311" fmla="*/ 7365201 w 8877359"/>
              <a:gd name="connsiteY1311" fmla="*/ 4840941 h 4893730"/>
              <a:gd name="connsiteX1312" fmla="*/ 7374139 w 8877359"/>
              <a:gd name="connsiteY1312" fmla="*/ 4843715 h 4893730"/>
              <a:gd name="connsiteX1313" fmla="*/ 7384081 w 8877359"/>
              <a:gd name="connsiteY1313" fmla="*/ 4844717 h 4893730"/>
              <a:gd name="connsiteX1314" fmla="*/ 7433413 w 8877359"/>
              <a:gd name="connsiteY1314" fmla="*/ 4795386 h 4893730"/>
              <a:gd name="connsiteX1315" fmla="*/ 7424988 w 8877359"/>
              <a:gd name="connsiteY1315" fmla="*/ 4767804 h 4893730"/>
              <a:gd name="connsiteX1316" fmla="*/ 7421721 w 8877359"/>
              <a:gd name="connsiteY1316" fmla="*/ 4763844 h 4893730"/>
              <a:gd name="connsiteX1317" fmla="*/ 7428733 w 8877359"/>
              <a:gd name="connsiteY1317" fmla="*/ 4761667 h 4893730"/>
              <a:gd name="connsiteX1318" fmla="*/ 7458862 w 8877359"/>
              <a:gd name="connsiteY1318" fmla="*/ 4716212 h 4893730"/>
              <a:gd name="connsiteX1319" fmla="*/ 7428733 w 8877359"/>
              <a:gd name="connsiteY1319" fmla="*/ 4670757 h 4893730"/>
              <a:gd name="connsiteX1320" fmla="*/ 7422353 w 8877359"/>
              <a:gd name="connsiteY1320" fmla="*/ 4668777 h 4893730"/>
              <a:gd name="connsiteX1321" fmla="*/ 7424988 w 8877359"/>
              <a:gd name="connsiteY1321" fmla="*/ 4665583 h 4893730"/>
              <a:gd name="connsiteX1322" fmla="*/ 7433413 w 8877359"/>
              <a:gd name="connsiteY1322" fmla="*/ 4638001 h 4893730"/>
              <a:gd name="connsiteX1323" fmla="*/ 7384081 w 8877359"/>
              <a:gd name="connsiteY1323" fmla="*/ 4588669 h 4893730"/>
              <a:gd name="connsiteX1324" fmla="*/ 7369412 w 8877359"/>
              <a:gd name="connsiteY1324" fmla="*/ 4590887 h 4893730"/>
              <a:gd name="connsiteX1325" fmla="*/ 7365152 w 8877359"/>
              <a:gd name="connsiteY1325" fmla="*/ 4592935 h 4893730"/>
              <a:gd name="connsiteX1326" fmla="*/ 7365550 w 8877359"/>
              <a:gd name="connsiteY1326" fmla="*/ 4588989 h 4893730"/>
              <a:gd name="connsiteX1327" fmla="*/ 7316218 w 8877359"/>
              <a:gd name="connsiteY1327" fmla="*/ 4539657 h 4893730"/>
              <a:gd name="connsiteX1328" fmla="*/ 7281335 w 8877359"/>
              <a:gd name="connsiteY1328" fmla="*/ 4554106 h 4893730"/>
              <a:gd name="connsiteX1329" fmla="*/ 7275688 w 8877359"/>
              <a:gd name="connsiteY1329" fmla="*/ 4560950 h 4893730"/>
              <a:gd name="connsiteX1330" fmla="*/ 7270042 w 8877359"/>
              <a:gd name="connsiteY1330" fmla="*/ 4554106 h 4893730"/>
              <a:gd name="connsiteX1331" fmla="*/ 7235159 w 8877359"/>
              <a:gd name="connsiteY1331" fmla="*/ 4539657 h 4893730"/>
              <a:gd name="connsiteX1332" fmla="*/ 7185827 w 8877359"/>
              <a:gd name="connsiteY1332" fmla="*/ 4588989 h 4893730"/>
              <a:gd name="connsiteX1333" fmla="*/ 7186175 w 8877359"/>
              <a:gd name="connsiteY1333" fmla="*/ 4592446 h 4893730"/>
              <a:gd name="connsiteX1334" fmla="*/ 7177237 w 8877359"/>
              <a:gd name="connsiteY1334" fmla="*/ 4589671 h 4893730"/>
              <a:gd name="connsiteX1335" fmla="*/ 7167295 w 8877359"/>
              <a:gd name="connsiteY1335" fmla="*/ 4588669 h 4893730"/>
              <a:gd name="connsiteX1336" fmla="*/ 7117963 w 8877359"/>
              <a:gd name="connsiteY1336" fmla="*/ 4638001 h 4893730"/>
              <a:gd name="connsiteX1337" fmla="*/ 7126388 w 8877359"/>
              <a:gd name="connsiteY1337" fmla="*/ 4665583 h 4893730"/>
              <a:gd name="connsiteX1338" fmla="*/ 7129024 w 8877359"/>
              <a:gd name="connsiteY1338" fmla="*/ 4668777 h 4893730"/>
              <a:gd name="connsiteX1339" fmla="*/ 7122644 w 8877359"/>
              <a:gd name="connsiteY1339" fmla="*/ 4670757 h 4893730"/>
              <a:gd name="connsiteX1340" fmla="*/ 7092514 w 8877359"/>
              <a:gd name="connsiteY1340" fmla="*/ 4716212 h 4893730"/>
              <a:gd name="connsiteX1341" fmla="*/ 7122644 w 8877359"/>
              <a:gd name="connsiteY1341" fmla="*/ 4761667 h 4893730"/>
              <a:gd name="connsiteX1342" fmla="*/ 7129656 w 8877359"/>
              <a:gd name="connsiteY1342" fmla="*/ 4763844 h 4893730"/>
              <a:gd name="connsiteX1343" fmla="*/ 7126388 w 8877359"/>
              <a:gd name="connsiteY1343" fmla="*/ 4767804 h 4893730"/>
              <a:gd name="connsiteX1344" fmla="*/ 7117963 w 8877359"/>
              <a:gd name="connsiteY1344" fmla="*/ 4795386 h 4893730"/>
              <a:gd name="connsiteX1345" fmla="*/ 7167295 w 8877359"/>
              <a:gd name="connsiteY1345" fmla="*/ 4844717 h 4893730"/>
              <a:gd name="connsiteX1346" fmla="*/ 7177237 w 8877359"/>
              <a:gd name="connsiteY1346" fmla="*/ 4843715 h 4893730"/>
              <a:gd name="connsiteX1347" fmla="*/ 7186175 w 8877359"/>
              <a:gd name="connsiteY1347" fmla="*/ 4840941 h 4893730"/>
              <a:gd name="connsiteX1348" fmla="*/ 7185827 w 8877359"/>
              <a:gd name="connsiteY1348" fmla="*/ 4844398 h 4893730"/>
              <a:gd name="connsiteX1349" fmla="*/ 7235159 w 8877359"/>
              <a:gd name="connsiteY1349" fmla="*/ 4893730 h 4893730"/>
              <a:gd name="connsiteX1350" fmla="*/ 6525907 w 8877359"/>
              <a:gd name="connsiteY1350" fmla="*/ 4893730 h 4893730"/>
              <a:gd name="connsiteX1351" fmla="*/ 6560789 w 8877359"/>
              <a:gd name="connsiteY1351" fmla="*/ 4879281 h 4893730"/>
              <a:gd name="connsiteX1352" fmla="*/ 6566436 w 8877359"/>
              <a:gd name="connsiteY1352" fmla="*/ 4872437 h 4893730"/>
              <a:gd name="connsiteX1353" fmla="*/ 6572083 w 8877359"/>
              <a:gd name="connsiteY1353" fmla="*/ 4879281 h 4893730"/>
              <a:gd name="connsiteX1354" fmla="*/ 6606966 w 8877359"/>
              <a:gd name="connsiteY1354" fmla="*/ 4893730 h 4893730"/>
              <a:gd name="connsiteX1355" fmla="*/ 6656298 w 8877359"/>
              <a:gd name="connsiteY1355" fmla="*/ 4844398 h 4893730"/>
              <a:gd name="connsiteX1356" fmla="*/ 6655949 w 8877359"/>
              <a:gd name="connsiteY1356" fmla="*/ 4840941 h 4893730"/>
              <a:gd name="connsiteX1357" fmla="*/ 6664887 w 8877359"/>
              <a:gd name="connsiteY1357" fmla="*/ 4843715 h 4893730"/>
              <a:gd name="connsiteX1358" fmla="*/ 6674829 w 8877359"/>
              <a:gd name="connsiteY1358" fmla="*/ 4844717 h 4893730"/>
              <a:gd name="connsiteX1359" fmla="*/ 6724161 w 8877359"/>
              <a:gd name="connsiteY1359" fmla="*/ 4795386 h 4893730"/>
              <a:gd name="connsiteX1360" fmla="*/ 6715736 w 8877359"/>
              <a:gd name="connsiteY1360" fmla="*/ 4767804 h 4893730"/>
              <a:gd name="connsiteX1361" fmla="*/ 6712469 w 8877359"/>
              <a:gd name="connsiteY1361" fmla="*/ 4763844 h 4893730"/>
              <a:gd name="connsiteX1362" fmla="*/ 6719481 w 8877359"/>
              <a:gd name="connsiteY1362" fmla="*/ 4761667 h 4893730"/>
              <a:gd name="connsiteX1363" fmla="*/ 6749610 w 8877359"/>
              <a:gd name="connsiteY1363" fmla="*/ 4716212 h 4893730"/>
              <a:gd name="connsiteX1364" fmla="*/ 6719481 w 8877359"/>
              <a:gd name="connsiteY1364" fmla="*/ 4670757 h 4893730"/>
              <a:gd name="connsiteX1365" fmla="*/ 6713101 w 8877359"/>
              <a:gd name="connsiteY1365" fmla="*/ 4668777 h 4893730"/>
              <a:gd name="connsiteX1366" fmla="*/ 6715736 w 8877359"/>
              <a:gd name="connsiteY1366" fmla="*/ 4665583 h 4893730"/>
              <a:gd name="connsiteX1367" fmla="*/ 6724161 w 8877359"/>
              <a:gd name="connsiteY1367" fmla="*/ 4638001 h 4893730"/>
              <a:gd name="connsiteX1368" fmla="*/ 6674829 w 8877359"/>
              <a:gd name="connsiteY1368" fmla="*/ 4588669 h 4893730"/>
              <a:gd name="connsiteX1369" fmla="*/ 6660160 w 8877359"/>
              <a:gd name="connsiteY1369" fmla="*/ 4590887 h 4893730"/>
              <a:gd name="connsiteX1370" fmla="*/ 6655900 w 8877359"/>
              <a:gd name="connsiteY1370" fmla="*/ 4592935 h 4893730"/>
              <a:gd name="connsiteX1371" fmla="*/ 6656298 w 8877359"/>
              <a:gd name="connsiteY1371" fmla="*/ 4588989 h 4893730"/>
              <a:gd name="connsiteX1372" fmla="*/ 6606966 w 8877359"/>
              <a:gd name="connsiteY1372" fmla="*/ 4539657 h 4893730"/>
              <a:gd name="connsiteX1373" fmla="*/ 6572083 w 8877359"/>
              <a:gd name="connsiteY1373" fmla="*/ 4554106 h 4893730"/>
              <a:gd name="connsiteX1374" fmla="*/ 6566436 w 8877359"/>
              <a:gd name="connsiteY1374" fmla="*/ 4560950 h 4893730"/>
              <a:gd name="connsiteX1375" fmla="*/ 6560790 w 8877359"/>
              <a:gd name="connsiteY1375" fmla="*/ 4554106 h 4893730"/>
              <a:gd name="connsiteX1376" fmla="*/ 6525907 w 8877359"/>
              <a:gd name="connsiteY1376" fmla="*/ 4539657 h 4893730"/>
              <a:gd name="connsiteX1377" fmla="*/ 6476575 w 8877359"/>
              <a:gd name="connsiteY1377" fmla="*/ 4588989 h 4893730"/>
              <a:gd name="connsiteX1378" fmla="*/ 6476923 w 8877359"/>
              <a:gd name="connsiteY1378" fmla="*/ 4592446 h 4893730"/>
              <a:gd name="connsiteX1379" fmla="*/ 6467985 w 8877359"/>
              <a:gd name="connsiteY1379" fmla="*/ 4589671 h 4893730"/>
              <a:gd name="connsiteX1380" fmla="*/ 6458043 w 8877359"/>
              <a:gd name="connsiteY1380" fmla="*/ 4588669 h 4893730"/>
              <a:gd name="connsiteX1381" fmla="*/ 6408711 w 8877359"/>
              <a:gd name="connsiteY1381" fmla="*/ 4638001 h 4893730"/>
              <a:gd name="connsiteX1382" fmla="*/ 6417136 w 8877359"/>
              <a:gd name="connsiteY1382" fmla="*/ 4665583 h 4893730"/>
              <a:gd name="connsiteX1383" fmla="*/ 6419772 w 8877359"/>
              <a:gd name="connsiteY1383" fmla="*/ 4668777 h 4893730"/>
              <a:gd name="connsiteX1384" fmla="*/ 6413392 w 8877359"/>
              <a:gd name="connsiteY1384" fmla="*/ 4670757 h 4893730"/>
              <a:gd name="connsiteX1385" fmla="*/ 6383262 w 8877359"/>
              <a:gd name="connsiteY1385" fmla="*/ 4716212 h 4893730"/>
              <a:gd name="connsiteX1386" fmla="*/ 6413392 w 8877359"/>
              <a:gd name="connsiteY1386" fmla="*/ 4761667 h 4893730"/>
              <a:gd name="connsiteX1387" fmla="*/ 6420404 w 8877359"/>
              <a:gd name="connsiteY1387" fmla="*/ 4763844 h 4893730"/>
              <a:gd name="connsiteX1388" fmla="*/ 6417136 w 8877359"/>
              <a:gd name="connsiteY1388" fmla="*/ 4767804 h 4893730"/>
              <a:gd name="connsiteX1389" fmla="*/ 6408711 w 8877359"/>
              <a:gd name="connsiteY1389" fmla="*/ 4795386 h 4893730"/>
              <a:gd name="connsiteX1390" fmla="*/ 6458043 w 8877359"/>
              <a:gd name="connsiteY1390" fmla="*/ 4844717 h 4893730"/>
              <a:gd name="connsiteX1391" fmla="*/ 6467985 w 8877359"/>
              <a:gd name="connsiteY1391" fmla="*/ 4843715 h 4893730"/>
              <a:gd name="connsiteX1392" fmla="*/ 6476923 w 8877359"/>
              <a:gd name="connsiteY1392" fmla="*/ 4840941 h 4893730"/>
              <a:gd name="connsiteX1393" fmla="*/ 6476575 w 8877359"/>
              <a:gd name="connsiteY1393" fmla="*/ 4844398 h 4893730"/>
              <a:gd name="connsiteX1394" fmla="*/ 6525907 w 8877359"/>
              <a:gd name="connsiteY1394" fmla="*/ 4893730 h 4893730"/>
              <a:gd name="connsiteX1395" fmla="*/ 5816655 w 8877359"/>
              <a:gd name="connsiteY1395" fmla="*/ 4893730 h 4893730"/>
              <a:gd name="connsiteX1396" fmla="*/ 5851537 w 8877359"/>
              <a:gd name="connsiteY1396" fmla="*/ 4879281 h 4893730"/>
              <a:gd name="connsiteX1397" fmla="*/ 5857184 w 8877359"/>
              <a:gd name="connsiteY1397" fmla="*/ 4872437 h 4893730"/>
              <a:gd name="connsiteX1398" fmla="*/ 5862831 w 8877359"/>
              <a:gd name="connsiteY1398" fmla="*/ 4879281 h 4893730"/>
              <a:gd name="connsiteX1399" fmla="*/ 5897714 w 8877359"/>
              <a:gd name="connsiteY1399" fmla="*/ 4893730 h 4893730"/>
              <a:gd name="connsiteX1400" fmla="*/ 5947046 w 8877359"/>
              <a:gd name="connsiteY1400" fmla="*/ 4844398 h 4893730"/>
              <a:gd name="connsiteX1401" fmla="*/ 5946697 w 8877359"/>
              <a:gd name="connsiteY1401" fmla="*/ 4840941 h 4893730"/>
              <a:gd name="connsiteX1402" fmla="*/ 5955635 w 8877359"/>
              <a:gd name="connsiteY1402" fmla="*/ 4843715 h 4893730"/>
              <a:gd name="connsiteX1403" fmla="*/ 5965577 w 8877359"/>
              <a:gd name="connsiteY1403" fmla="*/ 4844717 h 4893730"/>
              <a:gd name="connsiteX1404" fmla="*/ 6014909 w 8877359"/>
              <a:gd name="connsiteY1404" fmla="*/ 4795386 h 4893730"/>
              <a:gd name="connsiteX1405" fmla="*/ 6006484 w 8877359"/>
              <a:gd name="connsiteY1405" fmla="*/ 4767804 h 4893730"/>
              <a:gd name="connsiteX1406" fmla="*/ 6003217 w 8877359"/>
              <a:gd name="connsiteY1406" fmla="*/ 4763844 h 4893730"/>
              <a:gd name="connsiteX1407" fmla="*/ 6010229 w 8877359"/>
              <a:gd name="connsiteY1407" fmla="*/ 4761667 h 4893730"/>
              <a:gd name="connsiteX1408" fmla="*/ 6040358 w 8877359"/>
              <a:gd name="connsiteY1408" fmla="*/ 4716212 h 4893730"/>
              <a:gd name="connsiteX1409" fmla="*/ 6010229 w 8877359"/>
              <a:gd name="connsiteY1409" fmla="*/ 4670757 h 4893730"/>
              <a:gd name="connsiteX1410" fmla="*/ 6003849 w 8877359"/>
              <a:gd name="connsiteY1410" fmla="*/ 4668777 h 4893730"/>
              <a:gd name="connsiteX1411" fmla="*/ 6006484 w 8877359"/>
              <a:gd name="connsiteY1411" fmla="*/ 4665583 h 4893730"/>
              <a:gd name="connsiteX1412" fmla="*/ 6014909 w 8877359"/>
              <a:gd name="connsiteY1412" fmla="*/ 4638001 h 4893730"/>
              <a:gd name="connsiteX1413" fmla="*/ 5965577 w 8877359"/>
              <a:gd name="connsiteY1413" fmla="*/ 4588669 h 4893730"/>
              <a:gd name="connsiteX1414" fmla="*/ 5950908 w 8877359"/>
              <a:gd name="connsiteY1414" fmla="*/ 4590887 h 4893730"/>
              <a:gd name="connsiteX1415" fmla="*/ 5946648 w 8877359"/>
              <a:gd name="connsiteY1415" fmla="*/ 4592935 h 4893730"/>
              <a:gd name="connsiteX1416" fmla="*/ 5947046 w 8877359"/>
              <a:gd name="connsiteY1416" fmla="*/ 4588989 h 4893730"/>
              <a:gd name="connsiteX1417" fmla="*/ 5897714 w 8877359"/>
              <a:gd name="connsiteY1417" fmla="*/ 4539657 h 4893730"/>
              <a:gd name="connsiteX1418" fmla="*/ 5862831 w 8877359"/>
              <a:gd name="connsiteY1418" fmla="*/ 4554106 h 4893730"/>
              <a:gd name="connsiteX1419" fmla="*/ 5857184 w 8877359"/>
              <a:gd name="connsiteY1419" fmla="*/ 4560950 h 4893730"/>
              <a:gd name="connsiteX1420" fmla="*/ 5851538 w 8877359"/>
              <a:gd name="connsiteY1420" fmla="*/ 4554106 h 4893730"/>
              <a:gd name="connsiteX1421" fmla="*/ 5816655 w 8877359"/>
              <a:gd name="connsiteY1421" fmla="*/ 4539657 h 4893730"/>
              <a:gd name="connsiteX1422" fmla="*/ 5767323 w 8877359"/>
              <a:gd name="connsiteY1422" fmla="*/ 4588989 h 4893730"/>
              <a:gd name="connsiteX1423" fmla="*/ 5767671 w 8877359"/>
              <a:gd name="connsiteY1423" fmla="*/ 4592446 h 4893730"/>
              <a:gd name="connsiteX1424" fmla="*/ 5758733 w 8877359"/>
              <a:gd name="connsiteY1424" fmla="*/ 4589671 h 4893730"/>
              <a:gd name="connsiteX1425" fmla="*/ 5748791 w 8877359"/>
              <a:gd name="connsiteY1425" fmla="*/ 4588669 h 4893730"/>
              <a:gd name="connsiteX1426" fmla="*/ 5699459 w 8877359"/>
              <a:gd name="connsiteY1426" fmla="*/ 4638001 h 4893730"/>
              <a:gd name="connsiteX1427" fmla="*/ 5707884 w 8877359"/>
              <a:gd name="connsiteY1427" fmla="*/ 4665583 h 4893730"/>
              <a:gd name="connsiteX1428" fmla="*/ 5710520 w 8877359"/>
              <a:gd name="connsiteY1428" fmla="*/ 4668777 h 4893730"/>
              <a:gd name="connsiteX1429" fmla="*/ 5704140 w 8877359"/>
              <a:gd name="connsiteY1429" fmla="*/ 4670757 h 4893730"/>
              <a:gd name="connsiteX1430" fmla="*/ 5674010 w 8877359"/>
              <a:gd name="connsiteY1430" fmla="*/ 4716212 h 4893730"/>
              <a:gd name="connsiteX1431" fmla="*/ 5704140 w 8877359"/>
              <a:gd name="connsiteY1431" fmla="*/ 4761667 h 4893730"/>
              <a:gd name="connsiteX1432" fmla="*/ 5711152 w 8877359"/>
              <a:gd name="connsiteY1432" fmla="*/ 4763844 h 4893730"/>
              <a:gd name="connsiteX1433" fmla="*/ 5707884 w 8877359"/>
              <a:gd name="connsiteY1433" fmla="*/ 4767804 h 4893730"/>
              <a:gd name="connsiteX1434" fmla="*/ 5699459 w 8877359"/>
              <a:gd name="connsiteY1434" fmla="*/ 4795386 h 4893730"/>
              <a:gd name="connsiteX1435" fmla="*/ 5748791 w 8877359"/>
              <a:gd name="connsiteY1435" fmla="*/ 4844717 h 4893730"/>
              <a:gd name="connsiteX1436" fmla="*/ 5758733 w 8877359"/>
              <a:gd name="connsiteY1436" fmla="*/ 4843715 h 4893730"/>
              <a:gd name="connsiteX1437" fmla="*/ 5767671 w 8877359"/>
              <a:gd name="connsiteY1437" fmla="*/ 4840941 h 4893730"/>
              <a:gd name="connsiteX1438" fmla="*/ 5767323 w 8877359"/>
              <a:gd name="connsiteY1438" fmla="*/ 4844398 h 4893730"/>
              <a:gd name="connsiteX1439" fmla="*/ 5816655 w 8877359"/>
              <a:gd name="connsiteY1439" fmla="*/ 4893730 h 4893730"/>
              <a:gd name="connsiteX1440" fmla="*/ 5107403 w 8877359"/>
              <a:gd name="connsiteY1440" fmla="*/ 4893730 h 4893730"/>
              <a:gd name="connsiteX1441" fmla="*/ 5142285 w 8877359"/>
              <a:gd name="connsiteY1441" fmla="*/ 4879281 h 4893730"/>
              <a:gd name="connsiteX1442" fmla="*/ 5147932 w 8877359"/>
              <a:gd name="connsiteY1442" fmla="*/ 4872437 h 4893730"/>
              <a:gd name="connsiteX1443" fmla="*/ 5153579 w 8877359"/>
              <a:gd name="connsiteY1443" fmla="*/ 4879281 h 4893730"/>
              <a:gd name="connsiteX1444" fmla="*/ 5188462 w 8877359"/>
              <a:gd name="connsiteY1444" fmla="*/ 4893730 h 4893730"/>
              <a:gd name="connsiteX1445" fmla="*/ 5237794 w 8877359"/>
              <a:gd name="connsiteY1445" fmla="*/ 4844398 h 4893730"/>
              <a:gd name="connsiteX1446" fmla="*/ 5237445 w 8877359"/>
              <a:gd name="connsiteY1446" fmla="*/ 4840941 h 4893730"/>
              <a:gd name="connsiteX1447" fmla="*/ 5246383 w 8877359"/>
              <a:gd name="connsiteY1447" fmla="*/ 4843715 h 4893730"/>
              <a:gd name="connsiteX1448" fmla="*/ 5256325 w 8877359"/>
              <a:gd name="connsiteY1448" fmla="*/ 4844717 h 4893730"/>
              <a:gd name="connsiteX1449" fmla="*/ 5305657 w 8877359"/>
              <a:gd name="connsiteY1449" fmla="*/ 4795386 h 4893730"/>
              <a:gd name="connsiteX1450" fmla="*/ 5297232 w 8877359"/>
              <a:gd name="connsiteY1450" fmla="*/ 4767804 h 4893730"/>
              <a:gd name="connsiteX1451" fmla="*/ 5293965 w 8877359"/>
              <a:gd name="connsiteY1451" fmla="*/ 4763844 h 4893730"/>
              <a:gd name="connsiteX1452" fmla="*/ 5300977 w 8877359"/>
              <a:gd name="connsiteY1452" fmla="*/ 4761667 h 4893730"/>
              <a:gd name="connsiteX1453" fmla="*/ 5331106 w 8877359"/>
              <a:gd name="connsiteY1453" fmla="*/ 4716212 h 4893730"/>
              <a:gd name="connsiteX1454" fmla="*/ 5300977 w 8877359"/>
              <a:gd name="connsiteY1454" fmla="*/ 4670757 h 4893730"/>
              <a:gd name="connsiteX1455" fmla="*/ 5294597 w 8877359"/>
              <a:gd name="connsiteY1455" fmla="*/ 4668777 h 4893730"/>
              <a:gd name="connsiteX1456" fmla="*/ 5297232 w 8877359"/>
              <a:gd name="connsiteY1456" fmla="*/ 4665583 h 4893730"/>
              <a:gd name="connsiteX1457" fmla="*/ 5305657 w 8877359"/>
              <a:gd name="connsiteY1457" fmla="*/ 4638001 h 4893730"/>
              <a:gd name="connsiteX1458" fmla="*/ 5256325 w 8877359"/>
              <a:gd name="connsiteY1458" fmla="*/ 4588669 h 4893730"/>
              <a:gd name="connsiteX1459" fmla="*/ 5241656 w 8877359"/>
              <a:gd name="connsiteY1459" fmla="*/ 4590887 h 4893730"/>
              <a:gd name="connsiteX1460" fmla="*/ 5237396 w 8877359"/>
              <a:gd name="connsiteY1460" fmla="*/ 4592935 h 4893730"/>
              <a:gd name="connsiteX1461" fmla="*/ 5237794 w 8877359"/>
              <a:gd name="connsiteY1461" fmla="*/ 4588989 h 4893730"/>
              <a:gd name="connsiteX1462" fmla="*/ 5188462 w 8877359"/>
              <a:gd name="connsiteY1462" fmla="*/ 4539657 h 4893730"/>
              <a:gd name="connsiteX1463" fmla="*/ 5153579 w 8877359"/>
              <a:gd name="connsiteY1463" fmla="*/ 4554106 h 4893730"/>
              <a:gd name="connsiteX1464" fmla="*/ 5147932 w 8877359"/>
              <a:gd name="connsiteY1464" fmla="*/ 4560950 h 4893730"/>
              <a:gd name="connsiteX1465" fmla="*/ 5142286 w 8877359"/>
              <a:gd name="connsiteY1465" fmla="*/ 4554106 h 4893730"/>
              <a:gd name="connsiteX1466" fmla="*/ 5107403 w 8877359"/>
              <a:gd name="connsiteY1466" fmla="*/ 4539657 h 4893730"/>
              <a:gd name="connsiteX1467" fmla="*/ 5058071 w 8877359"/>
              <a:gd name="connsiteY1467" fmla="*/ 4588989 h 4893730"/>
              <a:gd name="connsiteX1468" fmla="*/ 5058419 w 8877359"/>
              <a:gd name="connsiteY1468" fmla="*/ 4592446 h 4893730"/>
              <a:gd name="connsiteX1469" fmla="*/ 5049481 w 8877359"/>
              <a:gd name="connsiteY1469" fmla="*/ 4589671 h 4893730"/>
              <a:gd name="connsiteX1470" fmla="*/ 5039539 w 8877359"/>
              <a:gd name="connsiteY1470" fmla="*/ 4588669 h 4893730"/>
              <a:gd name="connsiteX1471" fmla="*/ 4990207 w 8877359"/>
              <a:gd name="connsiteY1471" fmla="*/ 4638001 h 4893730"/>
              <a:gd name="connsiteX1472" fmla="*/ 4998632 w 8877359"/>
              <a:gd name="connsiteY1472" fmla="*/ 4665583 h 4893730"/>
              <a:gd name="connsiteX1473" fmla="*/ 5001268 w 8877359"/>
              <a:gd name="connsiteY1473" fmla="*/ 4668777 h 4893730"/>
              <a:gd name="connsiteX1474" fmla="*/ 4994888 w 8877359"/>
              <a:gd name="connsiteY1474" fmla="*/ 4670757 h 4893730"/>
              <a:gd name="connsiteX1475" fmla="*/ 4964758 w 8877359"/>
              <a:gd name="connsiteY1475" fmla="*/ 4716212 h 4893730"/>
              <a:gd name="connsiteX1476" fmla="*/ 4994888 w 8877359"/>
              <a:gd name="connsiteY1476" fmla="*/ 4761667 h 4893730"/>
              <a:gd name="connsiteX1477" fmla="*/ 5001900 w 8877359"/>
              <a:gd name="connsiteY1477" fmla="*/ 4763844 h 4893730"/>
              <a:gd name="connsiteX1478" fmla="*/ 4998632 w 8877359"/>
              <a:gd name="connsiteY1478" fmla="*/ 4767804 h 4893730"/>
              <a:gd name="connsiteX1479" fmla="*/ 4990207 w 8877359"/>
              <a:gd name="connsiteY1479" fmla="*/ 4795386 h 4893730"/>
              <a:gd name="connsiteX1480" fmla="*/ 5039539 w 8877359"/>
              <a:gd name="connsiteY1480" fmla="*/ 4844717 h 4893730"/>
              <a:gd name="connsiteX1481" fmla="*/ 5049481 w 8877359"/>
              <a:gd name="connsiteY1481" fmla="*/ 4843715 h 4893730"/>
              <a:gd name="connsiteX1482" fmla="*/ 5058419 w 8877359"/>
              <a:gd name="connsiteY1482" fmla="*/ 4840941 h 4893730"/>
              <a:gd name="connsiteX1483" fmla="*/ 5058071 w 8877359"/>
              <a:gd name="connsiteY1483" fmla="*/ 4844398 h 4893730"/>
              <a:gd name="connsiteX1484" fmla="*/ 5107403 w 8877359"/>
              <a:gd name="connsiteY1484" fmla="*/ 4893730 h 4893730"/>
              <a:gd name="connsiteX1485" fmla="*/ 4398151 w 8877359"/>
              <a:gd name="connsiteY1485" fmla="*/ 4893730 h 4893730"/>
              <a:gd name="connsiteX1486" fmla="*/ 4433033 w 8877359"/>
              <a:gd name="connsiteY1486" fmla="*/ 4879281 h 4893730"/>
              <a:gd name="connsiteX1487" fmla="*/ 4438680 w 8877359"/>
              <a:gd name="connsiteY1487" fmla="*/ 4872437 h 4893730"/>
              <a:gd name="connsiteX1488" fmla="*/ 4444327 w 8877359"/>
              <a:gd name="connsiteY1488" fmla="*/ 4879281 h 4893730"/>
              <a:gd name="connsiteX1489" fmla="*/ 4479210 w 8877359"/>
              <a:gd name="connsiteY1489" fmla="*/ 4893730 h 4893730"/>
              <a:gd name="connsiteX1490" fmla="*/ 4528542 w 8877359"/>
              <a:gd name="connsiteY1490" fmla="*/ 4844398 h 4893730"/>
              <a:gd name="connsiteX1491" fmla="*/ 4528193 w 8877359"/>
              <a:gd name="connsiteY1491" fmla="*/ 4840941 h 4893730"/>
              <a:gd name="connsiteX1492" fmla="*/ 4537131 w 8877359"/>
              <a:gd name="connsiteY1492" fmla="*/ 4843715 h 4893730"/>
              <a:gd name="connsiteX1493" fmla="*/ 4547073 w 8877359"/>
              <a:gd name="connsiteY1493" fmla="*/ 4844717 h 4893730"/>
              <a:gd name="connsiteX1494" fmla="*/ 4596405 w 8877359"/>
              <a:gd name="connsiteY1494" fmla="*/ 4795386 h 4893730"/>
              <a:gd name="connsiteX1495" fmla="*/ 4587980 w 8877359"/>
              <a:gd name="connsiteY1495" fmla="*/ 4767804 h 4893730"/>
              <a:gd name="connsiteX1496" fmla="*/ 4584713 w 8877359"/>
              <a:gd name="connsiteY1496" fmla="*/ 4763844 h 4893730"/>
              <a:gd name="connsiteX1497" fmla="*/ 4591725 w 8877359"/>
              <a:gd name="connsiteY1497" fmla="*/ 4761667 h 4893730"/>
              <a:gd name="connsiteX1498" fmla="*/ 4621854 w 8877359"/>
              <a:gd name="connsiteY1498" fmla="*/ 4716212 h 4893730"/>
              <a:gd name="connsiteX1499" fmla="*/ 4591725 w 8877359"/>
              <a:gd name="connsiteY1499" fmla="*/ 4670757 h 4893730"/>
              <a:gd name="connsiteX1500" fmla="*/ 4585345 w 8877359"/>
              <a:gd name="connsiteY1500" fmla="*/ 4668777 h 4893730"/>
              <a:gd name="connsiteX1501" fmla="*/ 4587980 w 8877359"/>
              <a:gd name="connsiteY1501" fmla="*/ 4665583 h 4893730"/>
              <a:gd name="connsiteX1502" fmla="*/ 4596405 w 8877359"/>
              <a:gd name="connsiteY1502" fmla="*/ 4638001 h 4893730"/>
              <a:gd name="connsiteX1503" fmla="*/ 4547073 w 8877359"/>
              <a:gd name="connsiteY1503" fmla="*/ 4588669 h 4893730"/>
              <a:gd name="connsiteX1504" fmla="*/ 4532404 w 8877359"/>
              <a:gd name="connsiteY1504" fmla="*/ 4590887 h 4893730"/>
              <a:gd name="connsiteX1505" fmla="*/ 4528144 w 8877359"/>
              <a:gd name="connsiteY1505" fmla="*/ 4592935 h 4893730"/>
              <a:gd name="connsiteX1506" fmla="*/ 4528542 w 8877359"/>
              <a:gd name="connsiteY1506" fmla="*/ 4588989 h 4893730"/>
              <a:gd name="connsiteX1507" fmla="*/ 4479210 w 8877359"/>
              <a:gd name="connsiteY1507" fmla="*/ 4539657 h 4893730"/>
              <a:gd name="connsiteX1508" fmla="*/ 4444327 w 8877359"/>
              <a:gd name="connsiteY1508" fmla="*/ 4554106 h 4893730"/>
              <a:gd name="connsiteX1509" fmla="*/ 4438680 w 8877359"/>
              <a:gd name="connsiteY1509" fmla="*/ 4560950 h 4893730"/>
              <a:gd name="connsiteX1510" fmla="*/ 4433034 w 8877359"/>
              <a:gd name="connsiteY1510" fmla="*/ 4554106 h 4893730"/>
              <a:gd name="connsiteX1511" fmla="*/ 4398151 w 8877359"/>
              <a:gd name="connsiteY1511" fmla="*/ 4539657 h 4893730"/>
              <a:gd name="connsiteX1512" fmla="*/ 4348819 w 8877359"/>
              <a:gd name="connsiteY1512" fmla="*/ 4588989 h 4893730"/>
              <a:gd name="connsiteX1513" fmla="*/ 4349167 w 8877359"/>
              <a:gd name="connsiteY1513" fmla="*/ 4592446 h 4893730"/>
              <a:gd name="connsiteX1514" fmla="*/ 4340229 w 8877359"/>
              <a:gd name="connsiteY1514" fmla="*/ 4589671 h 4893730"/>
              <a:gd name="connsiteX1515" fmla="*/ 4330287 w 8877359"/>
              <a:gd name="connsiteY1515" fmla="*/ 4588669 h 4893730"/>
              <a:gd name="connsiteX1516" fmla="*/ 4280955 w 8877359"/>
              <a:gd name="connsiteY1516" fmla="*/ 4638001 h 4893730"/>
              <a:gd name="connsiteX1517" fmla="*/ 4289380 w 8877359"/>
              <a:gd name="connsiteY1517" fmla="*/ 4665583 h 4893730"/>
              <a:gd name="connsiteX1518" fmla="*/ 4292016 w 8877359"/>
              <a:gd name="connsiteY1518" fmla="*/ 4668777 h 4893730"/>
              <a:gd name="connsiteX1519" fmla="*/ 4285636 w 8877359"/>
              <a:gd name="connsiteY1519" fmla="*/ 4670757 h 4893730"/>
              <a:gd name="connsiteX1520" fmla="*/ 4255506 w 8877359"/>
              <a:gd name="connsiteY1520" fmla="*/ 4716212 h 4893730"/>
              <a:gd name="connsiteX1521" fmla="*/ 4285636 w 8877359"/>
              <a:gd name="connsiteY1521" fmla="*/ 4761667 h 4893730"/>
              <a:gd name="connsiteX1522" fmla="*/ 4292648 w 8877359"/>
              <a:gd name="connsiteY1522" fmla="*/ 4763844 h 4893730"/>
              <a:gd name="connsiteX1523" fmla="*/ 4289380 w 8877359"/>
              <a:gd name="connsiteY1523" fmla="*/ 4767804 h 4893730"/>
              <a:gd name="connsiteX1524" fmla="*/ 4280955 w 8877359"/>
              <a:gd name="connsiteY1524" fmla="*/ 4795386 h 4893730"/>
              <a:gd name="connsiteX1525" fmla="*/ 4330287 w 8877359"/>
              <a:gd name="connsiteY1525" fmla="*/ 4844717 h 4893730"/>
              <a:gd name="connsiteX1526" fmla="*/ 4340229 w 8877359"/>
              <a:gd name="connsiteY1526" fmla="*/ 4843715 h 4893730"/>
              <a:gd name="connsiteX1527" fmla="*/ 4349167 w 8877359"/>
              <a:gd name="connsiteY1527" fmla="*/ 4840941 h 4893730"/>
              <a:gd name="connsiteX1528" fmla="*/ 4348819 w 8877359"/>
              <a:gd name="connsiteY1528" fmla="*/ 4844398 h 4893730"/>
              <a:gd name="connsiteX1529" fmla="*/ 4398151 w 8877359"/>
              <a:gd name="connsiteY1529" fmla="*/ 4893730 h 4893730"/>
              <a:gd name="connsiteX1530" fmla="*/ 3688906 w 8877359"/>
              <a:gd name="connsiteY1530" fmla="*/ 4893730 h 4893730"/>
              <a:gd name="connsiteX1531" fmla="*/ 3723789 w 8877359"/>
              <a:gd name="connsiteY1531" fmla="*/ 4879281 h 4893730"/>
              <a:gd name="connsiteX1532" fmla="*/ 3729435 w 8877359"/>
              <a:gd name="connsiteY1532" fmla="*/ 4872437 h 4893730"/>
              <a:gd name="connsiteX1533" fmla="*/ 3735082 w 8877359"/>
              <a:gd name="connsiteY1533" fmla="*/ 4879281 h 4893730"/>
              <a:gd name="connsiteX1534" fmla="*/ 3769966 w 8877359"/>
              <a:gd name="connsiteY1534" fmla="*/ 4893730 h 4893730"/>
              <a:gd name="connsiteX1535" fmla="*/ 3819297 w 8877359"/>
              <a:gd name="connsiteY1535" fmla="*/ 4844398 h 4893730"/>
              <a:gd name="connsiteX1536" fmla="*/ 3818949 w 8877359"/>
              <a:gd name="connsiteY1536" fmla="*/ 4840941 h 4893730"/>
              <a:gd name="connsiteX1537" fmla="*/ 3827887 w 8877359"/>
              <a:gd name="connsiteY1537" fmla="*/ 4843715 h 4893730"/>
              <a:gd name="connsiteX1538" fmla="*/ 3837829 w 8877359"/>
              <a:gd name="connsiteY1538" fmla="*/ 4844717 h 4893730"/>
              <a:gd name="connsiteX1539" fmla="*/ 3887161 w 8877359"/>
              <a:gd name="connsiteY1539" fmla="*/ 4795386 h 4893730"/>
              <a:gd name="connsiteX1540" fmla="*/ 3878736 w 8877359"/>
              <a:gd name="connsiteY1540" fmla="*/ 4767804 h 4893730"/>
              <a:gd name="connsiteX1541" fmla="*/ 3875469 w 8877359"/>
              <a:gd name="connsiteY1541" fmla="*/ 4763844 h 4893730"/>
              <a:gd name="connsiteX1542" fmla="*/ 3882480 w 8877359"/>
              <a:gd name="connsiteY1542" fmla="*/ 4761667 h 4893730"/>
              <a:gd name="connsiteX1543" fmla="*/ 3912610 w 8877359"/>
              <a:gd name="connsiteY1543" fmla="*/ 4716212 h 4893730"/>
              <a:gd name="connsiteX1544" fmla="*/ 3882480 w 8877359"/>
              <a:gd name="connsiteY1544" fmla="*/ 4670757 h 4893730"/>
              <a:gd name="connsiteX1545" fmla="*/ 3876100 w 8877359"/>
              <a:gd name="connsiteY1545" fmla="*/ 4668777 h 4893730"/>
              <a:gd name="connsiteX1546" fmla="*/ 3878736 w 8877359"/>
              <a:gd name="connsiteY1546" fmla="*/ 4665583 h 4893730"/>
              <a:gd name="connsiteX1547" fmla="*/ 3887161 w 8877359"/>
              <a:gd name="connsiteY1547" fmla="*/ 4638001 h 4893730"/>
              <a:gd name="connsiteX1548" fmla="*/ 3837829 w 8877359"/>
              <a:gd name="connsiteY1548" fmla="*/ 4588669 h 4893730"/>
              <a:gd name="connsiteX1549" fmla="*/ 3823160 w 8877359"/>
              <a:gd name="connsiteY1549" fmla="*/ 4590887 h 4893730"/>
              <a:gd name="connsiteX1550" fmla="*/ 3818900 w 8877359"/>
              <a:gd name="connsiteY1550" fmla="*/ 4592935 h 4893730"/>
              <a:gd name="connsiteX1551" fmla="*/ 3819297 w 8877359"/>
              <a:gd name="connsiteY1551" fmla="*/ 4588989 h 4893730"/>
              <a:gd name="connsiteX1552" fmla="*/ 3769966 w 8877359"/>
              <a:gd name="connsiteY1552" fmla="*/ 4539657 h 4893730"/>
              <a:gd name="connsiteX1553" fmla="*/ 3735082 w 8877359"/>
              <a:gd name="connsiteY1553" fmla="*/ 4554106 h 4893730"/>
              <a:gd name="connsiteX1554" fmla="*/ 3729437 w 8877359"/>
              <a:gd name="connsiteY1554" fmla="*/ 4560950 h 4893730"/>
              <a:gd name="connsiteX1555" fmla="*/ 3723789 w 8877359"/>
              <a:gd name="connsiteY1555" fmla="*/ 4554106 h 4893730"/>
              <a:gd name="connsiteX1556" fmla="*/ 3688906 w 8877359"/>
              <a:gd name="connsiteY1556" fmla="*/ 4539657 h 4893730"/>
              <a:gd name="connsiteX1557" fmla="*/ 3639575 w 8877359"/>
              <a:gd name="connsiteY1557" fmla="*/ 4588989 h 4893730"/>
              <a:gd name="connsiteX1558" fmla="*/ 3639922 w 8877359"/>
              <a:gd name="connsiteY1558" fmla="*/ 4592446 h 4893730"/>
              <a:gd name="connsiteX1559" fmla="*/ 3630985 w 8877359"/>
              <a:gd name="connsiteY1559" fmla="*/ 4589671 h 4893730"/>
              <a:gd name="connsiteX1560" fmla="*/ 3621044 w 8877359"/>
              <a:gd name="connsiteY1560" fmla="*/ 4588669 h 4893730"/>
              <a:gd name="connsiteX1561" fmla="*/ 3571711 w 8877359"/>
              <a:gd name="connsiteY1561" fmla="*/ 4638001 h 4893730"/>
              <a:gd name="connsiteX1562" fmla="*/ 3580137 w 8877359"/>
              <a:gd name="connsiteY1562" fmla="*/ 4665583 h 4893730"/>
              <a:gd name="connsiteX1563" fmla="*/ 3582772 w 8877359"/>
              <a:gd name="connsiteY1563" fmla="*/ 4668777 h 4893730"/>
              <a:gd name="connsiteX1564" fmla="*/ 3576392 w 8877359"/>
              <a:gd name="connsiteY1564" fmla="*/ 4670757 h 4893730"/>
              <a:gd name="connsiteX1565" fmla="*/ 3546263 w 8877359"/>
              <a:gd name="connsiteY1565" fmla="*/ 4716212 h 4893730"/>
              <a:gd name="connsiteX1566" fmla="*/ 3576392 w 8877359"/>
              <a:gd name="connsiteY1566" fmla="*/ 4761667 h 4893730"/>
              <a:gd name="connsiteX1567" fmla="*/ 3583404 w 8877359"/>
              <a:gd name="connsiteY1567" fmla="*/ 4763844 h 4893730"/>
              <a:gd name="connsiteX1568" fmla="*/ 3580137 w 8877359"/>
              <a:gd name="connsiteY1568" fmla="*/ 4767804 h 4893730"/>
              <a:gd name="connsiteX1569" fmla="*/ 3571711 w 8877359"/>
              <a:gd name="connsiteY1569" fmla="*/ 4795386 h 4893730"/>
              <a:gd name="connsiteX1570" fmla="*/ 3621044 w 8877359"/>
              <a:gd name="connsiteY1570" fmla="*/ 4844717 h 4893730"/>
              <a:gd name="connsiteX1571" fmla="*/ 3630986 w 8877359"/>
              <a:gd name="connsiteY1571" fmla="*/ 4843715 h 4893730"/>
              <a:gd name="connsiteX1572" fmla="*/ 3639922 w 8877359"/>
              <a:gd name="connsiteY1572" fmla="*/ 4840941 h 4893730"/>
              <a:gd name="connsiteX1573" fmla="*/ 3639575 w 8877359"/>
              <a:gd name="connsiteY1573" fmla="*/ 4844398 h 4893730"/>
              <a:gd name="connsiteX1574" fmla="*/ 3688906 w 8877359"/>
              <a:gd name="connsiteY1574" fmla="*/ 4893730 h 4893730"/>
              <a:gd name="connsiteX1575" fmla="*/ 2979655 w 8877359"/>
              <a:gd name="connsiteY1575" fmla="*/ 4893730 h 4893730"/>
              <a:gd name="connsiteX1576" fmla="*/ 3014537 w 8877359"/>
              <a:gd name="connsiteY1576" fmla="*/ 4879281 h 4893730"/>
              <a:gd name="connsiteX1577" fmla="*/ 3020184 w 8877359"/>
              <a:gd name="connsiteY1577" fmla="*/ 4872437 h 4893730"/>
              <a:gd name="connsiteX1578" fmla="*/ 3025830 w 8877359"/>
              <a:gd name="connsiteY1578" fmla="*/ 4879281 h 4893730"/>
              <a:gd name="connsiteX1579" fmla="*/ 3060713 w 8877359"/>
              <a:gd name="connsiteY1579" fmla="*/ 4893730 h 4893730"/>
              <a:gd name="connsiteX1580" fmla="*/ 3110044 w 8877359"/>
              <a:gd name="connsiteY1580" fmla="*/ 4844398 h 4893730"/>
              <a:gd name="connsiteX1581" fmla="*/ 3109696 w 8877359"/>
              <a:gd name="connsiteY1581" fmla="*/ 4840941 h 4893730"/>
              <a:gd name="connsiteX1582" fmla="*/ 3118635 w 8877359"/>
              <a:gd name="connsiteY1582" fmla="*/ 4843715 h 4893730"/>
              <a:gd name="connsiteX1583" fmla="*/ 3128576 w 8877359"/>
              <a:gd name="connsiteY1583" fmla="*/ 4844717 h 4893730"/>
              <a:gd name="connsiteX1584" fmla="*/ 3177909 w 8877359"/>
              <a:gd name="connsiteY1584" fmla="*/ 4795386 h 4893730"/>
              <a:gd name="connsiteX1585" fmla="*/ 3169483 w 8877359"/>
              <a:gd name="connsiteY1585" fmla="*/ 4767804 h 4893730"/>
              <a:gd name="connsiteX1586" fmla="*/ 3166215 w 8877359"/>
              <a:gd name="connsiteY1586" fmla="*/ 4763844 h 4893730"/>
              <a:gd name="connsiteX1587" fmla="*/ 3173228 w 8877359"/>
              <a:gd name="connsiteY1587" fmla="*/ 4761667 h 4893730"/>
              <a:gd name="connsiteX1588" fmla="*/ 3203355 w 8877359"/>
              <a:gd name="connsiteY1588" fmla="*/ 4716212 h 4893730"/>
              <a:gd name="connsiteX1589" fmla="*/ 3173228 w 8877359"/>
              <a:gd name="connsiteY1589" fmla="*/ 4670757 h 4893730"/>
              <a:gd name="connsiteX1590" fmla="*/ 3166849 w 8877359"/>
              <a:gd name="connsiteY1590" fmla="*/ 4668777 h 4893730"/>
              <a:gd name="connsiteX1591" fmla="*/ 3169483 w 8877359"/>
              <a:gd name="connsiteY1591" fmla="*/ 4665583 h 4893730"/>
              <a:gd name="connsiteX1592" fmla="*/ 3177909 w 8877359"/>
              <a:gd name="connsiteY1592" fmla="*/ 4638001 h 4893730"/>
              <a:gd name="connsiteX1593" fmla="*/ 3128576 w 8877359"/>
              <a:gd name="connsiteY1593" fmla="*/ 4588669 h 4893730"/>
              <a:gd name="connsiteX1594" fmla="*/ 3113908 w 8877359"/>
              <a:gd name="connsiteY1594" fmla="*/ 4590887 h 4893730"/>
              <a:gd name="connsiteX1595" fmla="*/ 3109647 w 8877359"/>
              <a:gd name="connsiteY1595" fmla="*/ 4592935 h 4893730"/>
              <a:gd name="connsiteX1596" fmla="*/ 3110044 w 8877359"/>
              <a:gd name="connsiteY1596" fmla="*/ 4588989 h 4893730"/>
              <a:gd name="connsiteX1597" fmla="*/ 3060713 w 8877359"/>
              <a:gd name="connsiteY1597" fmla="*/ 4539657 h 4893730"/>
              <a:gd name="connsiteX1598" fmla="*/ 3025830 w 8877359"/>
              <a:gd name="connsiteY1598" fmla="*/ 4554106 h 4893730"/>
              <a:gd name="connsiteX1599" fmla="*/ 3020184 w 8877359"/>
              <a:gd name="connsiteY1599" fmla="*/ 4560950 h 4893730"/>
              <a:gd name="connsiteX1600" fmla="*/ 3014537 w 8877359"/>
              <a:gd name="connsiteY1600" fmla="*/ 4554106 h 4893730"/>
              <a:gd name="connsiteX1601" fmla="*/ 2979655 w 8877359"/>
              <a:gd name="connsiteY1601" fmla="*/ 4539657 h 4893730"/>
              <a:gd name="connsiteX1602" fmla="*/ 2930324 w 8877359"/>
              <a:gd name="connsiteY1602" fmla="*/ 4588989 h 4893730"/>
              <a:gd name="connsiteX1603" fmla="*/ 2930672 w 8877359"/>
              <a:gd name="connsiteY1603" fmla="*/ 4592446 h 4893730"/>
              <a:gd name="connsiteX1604" fmla="*/ 2921734 w 8877359"/>
              <a:gd name="connsiteY1604" fmla="*/ 4589671 h 4893730"/>
              <a:gd name="connsiteX1605" fmla="*/ 2911792 w 8877359"/>
              <a:gd name="connsiteY1605" fmla="*/ 4588669 h 4893730"/>
              <a:gd name="connsiteX1606" fmla="*/ 2862460 w 8877359"/>
              <a:gd name="connsiteY1606" fmla="*/ 4638001 h 4893730"/>
              <a:gd name="connsiteX1607" fmla="*/ 2870885 w 8877359"/>
              <a:gd name="connsiteY1607" fmla="*/ 4665583 h 4893730"/>
              <a:gd name="connsiteX1608" fmla="*/ 2873521 w 8877359"/>
              <a:gd name="connsiteY1608" fmla="*/ 4668777 h 4893730"/>
              <a:gd name="connsiteX1609" fmla="*/ 2867140 w 8877359"/>
              <a:gd name="connsiteY1609" fmla="*/ 4670757 h 4893730"/>
              <a:gd name="connsiteX1610" fmla="*/ 2837012 w 8877359"/>
              <a:gd name="connsiteY1610" fmla="*/ 4716212 h 4893730"/>
              <a:gd name="connsiteX1611" fmla="*/ 2867140 w 8877359"/>
              <a:gd name="connsiteY1611" fmla="*/ 4761667 h 4893730"/>
              <a:gd name="connsiteX1612" fmla="*/ 2874154 w 8877359"/>
              <a:gd name="connsiteY1612" fmla="*/ 4763844 h 4893730"/>
              <a:gd name="connsiteX1613" fmla="*/ 2870885 w 8877359"/>
              <a:gd name="connsiteY1613" fmla="*/ 4767804 h 4893730"/>
              <a:gd name="connsiteX1614" fmla="*/ 2862460 w 8877359"/>
              <a:gd name="connsiteY1614" fmla="*/ 4795386 h 4893730"/>
              <a:gd name="connsiteX1615" fmla="*/ 2911792 w 8877359"/>
              <a:gd name="connsiteY1615" fmla="*/ 4844717 h 4893730"/>
              <a:gd name="connsiteX1616" fmla="*/ 2921734 w 8877359"/>
              <a:gd name="connsiteY1616" fmla="*/ 4843715 h 4893730"/>
              <a:gd name="connsiteX1617" fmla="*/ 2930672 w 8877359"/>
              <a:gd name="connsiteY1617" fmla="*/ 4840941 h 4893730"/>
              <a:gd name="connsiteX1618" fmla="*/ 2930324 w 8877359"/>
              <a:gd name="connsiteY1618" fmla="*/ 4844398 h 4893730"/>
              <a:gd name="connsiteX1619" fmla="*/ 2979655 w 8877359"/>
              <a:gd name="connsiteY1619" fmla="*/ 4893730 h 4893730"/>
              <a:gd name="connsiteX1620" fmla="*/ 2270403 w 8877359"/>
              <a:gd name="connsiteY1620" fmla="*/ 4893730 h 4893730"/>
              <a:gd name="connsiteX1621" fmla="*/ 2305285 w 8877359"/>
              <a:gd name="connsiteY1621" fmla="*/ 4879281 h 4893730"/>
              <a:gd name="connsiteX1622" fmla="*/ 2310932 w 8877359"/>
              <a:gd name="connsiteY1622" fmla="*/ 4872437 h 4893730"/>
              <a:gd name="connsiteX1623" fmla="*/ 2316578 w 8877359"/>
              <a:gd name="connsiteY1623" fmla="*/ 4879281 h 4893730"/>
              <a:gd name="connsiteX1624" fmla="*/ 2351461 w 8877359"/>
              <a:gd name="connsiteY1624" fmla="*/ 4893730 h 4893730"/>
              <a:gd name="connsiteX1625" fmla="*/ 2400794 w 8877359"/>
              <a:gd name="connsiteY1625" fmla="*/ 4844398 h 4893730"/>
              <a:gd name="connsiteX1626" fmla="*/ 2400445 w 8877359"/>
              <a:gd name="connsiteY1626" fmla="*/ 4840941 h 4893730"/>
              <a:gd name="connsiteX1627" fmla="*/ 2409382 w 8877359"/>
              <a:gd name="connsiteY1627" fmla="*/ 4843715 h 4893730"/>
              <a:gd name="connsiteX1628" fmla="*/ 2419325 w 8877359"/>
              <a:gd name="connsiteY1628" fmla="*/ 4844717 h 4893730"/>
              <a:gd name="connsiteX1629" fmla="*/ 2468657 w 8877359"/>
              <a:gd name="connsiteY1629" fmla="*/ 4795386 h 4893730"/>
              <a:gd name="connsiteX1630" fmla="*/ 2460232 w 8877359"/>
              <a:gd name="connsiteY1630" fmla="*/ 4767804 h 4893730"/>
              <a:gd name="connsiteX1631" fmla="*/ 2456965 w 8877359"/>
              <a:gd name="connsiteY1631" fmla="*/ 4763844 h 4893730"/>
              <a:gd name="connsiteX1632" fmla="*/ 2463977 w 8877359"/>
              <a:gd name="connsiteY1632" fmla="*/ 4761667 h 4893730"/>
              <a:gd name="connsiteX1633" fmla="*/ 2494106 w 8877359"/>
              <a:gd name="connsiteY1633" fmla="*/ 4716212 h 4893730"/>
              <a:gd name="connsiteX1634" fmla="*/ 2463977 w 8877359"/>
              <a:gd name="connsiteY1634" fmla="*/ 4670757 h 4893730"/>
              <a:gd name="connsiteX1635" fmla="*/ 2457596 w 8877359"/>
              <a:gd name="connsiteY1635" fmla="*/ 4668777 h 4893730"/>
              <a:gd name="connsiteX1636" fmla="*/ 2460232 w 8877359"/>
              <a:gd name="connsiteY1636" fmla="*/ 4665583 h 4893730"/>
              <a:gd name="connsiteX1637" fmla="*/ 2468657 w 8877359"/>
              <a:gd name="connsiteY1637" fmla="*/ 4638001 h 4893730"/>
              <a:gd name="connsiteX1638" fmla="*/ 2419325 w 8877359"/>
              <a:gd name="connsiteY1638" fmla="*/ 4588669 h 4893730"/>
              <a:gd name="connsiteX1639" fmla="*/ 2404655 w 8877359"/>
              <a:gd name="connsiteY1639" fmla="*/ 4590887 h 4893730"/>
              <a:gd name="connsiteX1640" fmla="*/ 2400396 w 8877359"/>
              <a:gd name="connsiteY1640" fmla="*/ 4592935 h 4893730"/>
              <a:gd name="connsiteX1641" fmla="*/ 2400794 w 8877359"/>
              <a:gd name="connsiteY1641" fmla="*/ 4588989 h 4893730"/>
              <a:gd name="connsiteX1642" fmla="*/ 2351461 w 8877359"/>
              <a:gd name="connsiteY1642" fmla="*/ 4539657 h 4893730"/>
              <a:gd name="connsiteX1643" fmla="*/ 2316578 w 8877359"/>
              <a:gd name="connsiteY1643" fmla="*/ 4554106 h 4893730"/>
              <a:gd name="connsiteX1644" fmla="*/ 2310933 w 8877359"/>
              <a:gd name="connsiteY1644" fmla="*/ 4560950 h 4893730"/>
              <a:gd name="connsiteX1645" fmla="*/ 2305285 w 8877359"/>
              <a:gd name="connsiteY1645" fmla="*/ 4554106 h 4893730"/>
              <a:gd name="connsiteX1646" fmla="*/ 2270403 w 8877359"/>
              <a:gd name="connsiteY1646" fmla="*/ 4539657 h 4893730"/>
              <a:gd name="connsiteX1647" fmla="*/ 2221070 w 8877359"/>
              <a:gd name="connsiteY1647" fmla="*/ 4588989 h 4893730"/>
              <a:gd name="connsiteX1648" fmla="*/ 2221420 w 8877359"/>
              <a:gd name="connsiteY1648" fmla="*/ 4592446 h 4893730"/>
              <a:gd name="connsiteX1649" fmla="*/ 2212481 w 8877359"/>
              <a:gd name="connsiteY1649" fmla="*/ 4589671 h 4893730"/>
              <a:gd name="connsiteX1650" fmla="*/ 2202539 w 8877359"/>
              <a:gd name="connsiteY1650" fmla="*/ 4588669 h 4893730"/>
              <a:gd name="connsiteX1651" fmla="*/ 2153208 w 8877359"/>
              <a:gd name="connsiteY1651" fmla="*/ 4638001 h 4893730"/>
              <a:gd name="connsiteX1652" fmla="*/ 2161632 w 8877359"/>
              <a:gd name="connsiteY1652" fmla="*/ 4665583 h 4893730"/>
              <a:gd name="connsiteX1653" fmla="*/ 2164267 w 8877359"/>
              <a:gd name="connsiteY1653" fmla="*/ 4668777 h 4893730"/>
              <a:gd name="connsiteX1654" fmla="*/ 2157888 w 8877359"/>
              <a:gd name="connsiteY1654" fmla="*/ 4670757 h 4893730"/>
              <a:gd name="connsiteX1655" fmla="*/ 2127759 w 8877359"/>
              <a:gd name="connsiteY1655" fmla="*/ 4716212 h 4893730"/>
              <a:gd name="connsiteX1656" fmla="*/ 2157888 w 8877359"/>
              <a:gd name="connsiteY1656" fmla="*/ 4761667 h 4893730"/>
              <a:gd name="connsiteX1657" fmla="*/ 2164900 w 8877359"/>
              <a:gd name="connsiteY1657" fmla="*/ 4763844 h 4893730"/>
              <a:gd name="connsiteX1658" fmla="*/ 2161632 w 8877359"/>
              <a:gd name="connsiteY1658" fmla="*/ 4767804 h 4893730"/>
              <a:gd name="connsiteX1659" fmla="*/ 2153208 w 8877359"/>
              <a:gd name="connsiteY1659" fmla="*/ 4795386 h 4893730"/>
              <a:gd name="connsiteX1660" fmla="*/ 2202539 w 8877359"/>
              <a:gd name="connsiteY1660" fmla="*/ 4844717 h 4893730"/>
              <a:gd name="connsiteX1661" fmla="*/ 2212481 w 8877359"/>
              <a:gd name="connsiteY1661" fmla="*/ 4843715 h 4893730"/>
              <a:gd name="connsiteX1662" fmla="*/ 2221419 w 8877359"/>
              <a:gd name="connsiteY1662" fmla="*/ 4840941 h 4893730"/>
              <a:gd name="connsiteX1663" fmla="*/ 2221070 w 8877359"/>
              <a:gd name="connsiteY1663" fmla="*/ 4844398 h 4893730"/>
              <a:gd name="connsiteX1664" fmla="*/ 2270403 w 8877359"/>
              <a:gd name="connsiteY1664" fmla="*/ 4893730 h 4893730"/>
              <a:gd name="connsiteX1665" fmla="*/ 1561150 w 8877359"/>
              <a:gd name="connsiteY1665" fmla="*/ 4893730 h 4893730"/>
              <a:gd name="connsiteX1666" fmla="*/ 1596033 w 8877359"/>
              <a:gd name="connsiteY1666" fmla="*/ 4879281 h 4893730"/>
              <a:gd name="connsiteX1667" fmla="*/ 1601680 w 8877359"/>
              <a:gd name="connsiteY1667" fmla="*/ 4872437 h 4893730"/>
              <a:gd name="connsiteX1668" fmla="*/ 1607327 w 8877359"/>
              <a:gd name="connsiteY1668" fmla="*/ 4879281 h 4893730"/>
              <a:gd name="connsiteX1669" fmla="*/ 1642209 w 8877359"/>
              <a:gd name="connsiteY1669" fmla="*/ 4893730 h 4893730"/>
              <a:gd name="connsiteX1670" fmla="*/ 1691542 w 8877359"/>
              <a:gd name="connsiteY1670" fmla="*/ 4844398 h 4893730"/>
              <a:gd name="connsiteX1671" fmla="*/ 1691193 w 8877359"/>
              <a:gd name="connsiteY1671" fmla="*/ 4840941 h 4893730"/>
              <a:gd name="connsiteX1672" fmla="*/ 1700131 w 8877359"/>
              <a:gd name="connsiteY1672" fmla="*/ 4843715 h 4893730"/>
              <a:gd name="connsiteX1673" fmla="*/ 1710073 w 8877359"/>
              <a:gd name="connsiteY1673" fmla="*/ 4844717 h 4893730"/>
              <a:gd name="connsiteX1674" fmla="*/ 1759405 w 8877359"/>
              <a:gd name="connsiteY1674" fmla="*/ 4795386 h 4893730"/>
              <a:gd name="connsiteX1675" fmla="*/ 1750980 w 8877359"/>
              <a:gd name="connsiteY1675" fmla="*/ 4767804 h 4893730"/>
              <a:gd name="connsiteX1676" fmla="*/ 1747712 w 8877359"/>
              <a:gd name="connsiteY1676" fmla="*/ 4763844 h 4893730"/>
              <a:gd name="connsiteX1677" fmla="*/ 1754724 w 8877359"/>
              <a:gd name="connsiteY1677" fmla="*/ 4761667 h 4893730"/>
              <a:gd name="connsiteX1678" fmla="*/ 1784854 w 8877359"/>
              <a:gd name="connsiteY1678" fmla="*/ 4716212 h 4893730"/>
              <a:gd name="connsiteX1679" fmla="*/ 1754724 w 8877359"/>
              <a:gd name="connsiteY1679" fmla="*/ 4670757 h 4893730"/>
              <a:gd name="connsiteX1680" fmla="*/ 1748345 w 8877359"/>
              <a:gd name="connsiteY1680" fmla="*/ 4668777 h 4893730"/>
              <a:gd name="connsiteX1681" fmla="*/ 1750980 w 8877359"/>
              <a:gd name="connsiteY1681" fmla="*/ 4665583 h 4893730"/>
              <a:gd name="connsiteX1682" fmla="*/ 1759405 w 8877359"/>
              <a:gd name="connsiteY1682" fmla="*/ 4638001 h 4893730"/>
              <a:gd name="connsiteX1683" fmla="*/ 1710073 w 8877359"/>
              <a:gd name="connsiteY1683" fmla="*/ 4588669 h 4893730"/>
              <a:gd name="connsiteX1684" fmla="*/ 1695403 w 8877359"/>
              <a:gd name="connsiteY1684" fmla="*/ 4590887 h 4893730"/>
              <a:gd name="connsiteX1685" fmla="*/ 1691144 w 8877359"/>
              <a:gd name="connsiteY1685" fmla="*/ 4592935 h 4893730"/>
              <a:gd name="connsiteX1686" fmla="*/ 1691542 w 8877359"/>
              <a:gd name="connsiteY1686" fmla="*/ 4588989 h 4893730"/>
              <a:gd name="connsiteX1687" fmla="*/ 1642209 w 8877359"/>
              <a:gd name="connsiteY1687" fmla="*/ 4539657 h 4893730"/>
              <a:gd name="connsiteX1688" fmla="*/ 1607327 w 8877359"/>
              <a:gd name="connsiteY1688" fmla="*/ 4554106 h 4893730"/>
              <a:gd name="connsiteX1689" fmla="*/ 1601680 w 8877359"/>
              <a:gd name="connsiteY1689" fmla="*/ 4560950 h 4893730"/>
              <a:gd name="connsiteX1690" fmla="*/ 1596034 w 8877359"/>
              <a:gd name="connsiteY1690" fmla="*/ 4554106 h 4893730"/>
              <a:gd name="connsiteX1691" fmla="*/ 1561151 w 8877359"/>
              <a:gd name="connsiteY1691" fmla="*/ 4539657 h 4893730"/>
              <a:gd name="connsiteX1692" fmla="*/ 1511819 w 8877359"/>
              <a:gd name="connsiteY1692" fmla="*/ 4588989 h 4893730"/>
              <a:gd name="connsiteX1693" fmla="*/ 1512167 w 8877359"/>
              <a:gd name="connsiteY1693" fmla="*/ 4592446 h 4893730"/>
              <a:gd name="connsiteX1694" fmla="*/ 1503230 w 8877359"/>
              <a:gd name="connsiteY1694" fmla="*/ 4589671 h 4893730"/>
              <a:gd name="connsiteX1695" fmla="*/ 1493287 w 8877359"/>
              <a:gd name="connsiteY1695" fmla="*/ 4588669 h 4893730"/>
              <a:gd name="connsiteX1696" fmla="*/ 1443955 w 8877359"/>
              <a:gd name="connsiteY1696" fmla="*/ 4638001 h 4893730"/>
              <a:gd name="connsiteX1697" fmla="*/ 1452380 w 8877359"/>
              <a:gd name="connsiteY1697" fmla="*/ 4665583 h 4893730"/>
              <a:gd name="connsiteX1698" fmla="*/ 1455015 w 8877359"/>
              <a:gd name="connsiteY1698" fmla="*/ 4668777 h 4893730"/>
              <a:gd name="connsiteX1699" fmla="*/ 1448636 w 8877359"/>
              <a:gd name="connsiteY1699" fmla="*/ 4670757 h 4893730"/>
              <a:gd name="connsiteX1700" fmla="*/ 1418506 w 8877359"/>
              <a:gd name="connsiteY1700" fmla="*/ 4716212 h 4893730"/>
              <a:gd name="connsiteX1701" fmla="*/ 1448636 w 8877359"/>
              <a:gd name="connsiteY1701" fmla="*/ 4761667 h 4893730"/>
              <a:gd name="connsiteX1702" fmla="*/ 1455648 w 8877359"/>
              <a:gd name="connsiteY1702" fmla="*/ 4763844 h 4893730"/>
              <a:gd name="connsiteX1703" fmla="*/ 1452380 w 8877359"/>
              <a:gd name="connsiteY1703" fmla="*/ 4767804 h 4893730"/>
              <a:gd name="connsiteX1704" fmla="*/ 1443955 w 8877359"/>
              <a:gd name="connsiteY1704" fmla="*/ 4795386 h 4893730"/>
              <a:gd name="connsiteX1705" fmla="*/ 1493287 w 8877359"/>
              <a:gd name="connsiteY1705" fmla="*/ 4844717 h 4893730"/>
              <a:gd name="connsiteX1706" fmla="*/ 1503230 w 8877359"/>
              <a:gd name="connsiteY1706" fmla="*/ 4843715 h 4893730"/>
              <a:gd name="connsiteX1707" fmla="*/ 1512167 w 8877359"/>
              <a:gd name="connsiteY1707" fmla="*/ 4840941 h 4893730"/>
              <a:gd name="connsiteX1708" fmla="*/ 1511818 w 8877359"/>
              <a:gd name="connsiteY1708" fmla="*/ 4844398 h 4893730"/>
              <a:gd name="connsiteX1709" fmla="*/ 1561150 w 8877359"/>
              <a:gd name="connsiteY1709" fmla="*/ 4893730 h 4893730"/>
              <a:gd name="connsiteX1710" fmla="*/ 851898 w 8877359"/>
              <a:gd name="connsiteY1710" fmla="*/ 4893730 h 4893730"/>
              <a:gd name="connsiteX1711" fmla="*/ 886780 w 8877359"/>
              <a:gd name="connsiteY1711" fmla="*/ 4879281 h 4893730"/>
              <a:gd name="connsiteX1712" fmla="*/ 892427 w 8877359"/>
              <a:gd name="connsiteY1712" fmla="*/ 4872437 h 4893730"/>
              <a:gd name="connsiteX1713" fmla="*/ 898074 w 8877359"/>
              <a:gd name="connsiteY1713" fmla="*/ 4879281 h 4893730"/>
              <a:gd name="connsiteX1714" fmla="*/ 932958 w 8877359"/>
              <a:gd name="connsiteY1714" fmla="*/ 4893730 h 4893730"/>
              <a:gd name="connsiteX1715" fmla="*/ 982290 w 8877359"/>
              <a:gd name="connsiteY1715" fmla="*/ 4844398 h 4893730"/>
              <a:gd name="connsiteX1716" fmla="*/ 981941 w 8877359"/>
              <a:gd name="connsiteY1716" fmla="*/ 4840941 h 4893730"/>
              <a:gd name="connsiteX1717" fmla="*/ 990880 w 8877359"/>
              <a:gd name="connsiteY1717" fmla="*/ 4843715 h 4893730"/>
              <a:gd name="connsiteX1718" fmla="*/ 1000822 w 8877359"/>
              <a:gd name="connsiteY1718" fmla="*/ 4844717 h 4893730"/>
              <a:gd name="connsiteX1719" fmla="*/ 1050154 w 8877359"/>
              <a:gd name="connsiteY1719" fmla="*/ 4795386 h 4893730"/>
              <a:gd name="connsiteX1720" fmla="*/ 1041729 w 8877359"/>
              <a:gd name="connsiteY1720" fmla="*/ 4767804 h 4893730"/>
              <a:gd name="connsiteX1721" fmla="*/ 1038461 w 8877359"/>
              <a:gd name="connsiteY1721" fmla="*/ 4763844 h 4893730"/>
              <a:gd name="connsiteX1722" fmla="*/ 1045473 w 8877359"/>
              <a:gd name="connsiteY1722" fmla="*/ 4761667 h 4893730"/>
              <a:gd name="connsiteX1723" fmla="*/ 1075602 w 8877359"/>
              <a:gd name="connsiteY1723" fmla="*/ 4716212 h 4893730"/>
              <a:gd name="connsiteX1724" fmla="*/ 1045473 w 8877359"/>
              <a:gd name="connsiteY1724" fmla="*/ 4670757 h 4893730"/>
              <a:gd name="connsiteX1725" fmla="*/ 1039092 w 8877359"/>
              <a:gd name="connsiteY1725" fmla="*/ 4668777 h 4893730"/>
              <a:gd name="connsiteX1726" fmla="*/ 1041729 w 8877359"/>
              <a:gd name="connsiteY1726" fmla="*/ 4665583 h 4893730"/>
              <a:gd name="connsiteX1727" fmla="*/ 1050154 w 8877359"/>
              <a:gd name="connsiteY1727" fmla="*/ 4638001 h 4893730"/>
              <a:gd name="connsiteX1728" fmla="*/ 1000822 w 8877359"/>
              <a:gd name="connsiteY1728" fmla="*/ 4588669 h 4893730"/>
              <a:gd name="connsiteX1729" fmla="*/ 986151 w 8877359"/>
              <a:gd name="connsiteY1729" fmla="*/ 4590887 h 4893730"/>
              <a:gd name="connsiteX1730" fmla="*/ 981892 w 8877359"/>
              <a:gd name="connsiteY1730" fmla="*/ 4592935 h 4893730"/>
              <a:gd name="connsiteX1731" fmla="*/ 982290 w 8877359"/>
              <a:gd name="connsiteY1731" fmla="*/ 4588989 h 4893730"/>
              <a:gd name="connsiteX1732" fmla="*/ 932959 w 8877359"/>
              <a:gd name="connsiteY1732" fmla="*/ 4539657 h 4893730"/>
              <a:gd name="connsiteX1733" fmla="*/ 898074 w 8877359"/>
              <a:gd name="connsiteY1733" fmla="*/ 4554106 h 4893730"/>
              <a:gd name="connsiteX1734" fmla="*/ 892427 w 8877359"/>
              <a:gd name="connsiteY1734" fmla="*/ 4560950 h 4893730"/>
              <a:gd name="connsiteX1735" fmla="*/ 886781 w 8877359"/>
              <a:gd name="connsiteY1735" fmla="*/ 4554106 h 4893730"/>
              <a:gd name="connsiteX1736" fmla="*/ 851898 w 8877359"/>
              <a:gd name="connsiteY1736" fmla="*/ 4539657 h 4893730"/>
              <a:gd name="connsiteX1737" fmla="*/ 802566 w 8877359"/>
              <a:gd name="connsiteY1737" fmla="*/ 4588989 h 4893730"/>
              <a:gd name="connsiteX1738" fmla="*/ 802914 w 8877359"/>
              <a:gd name="connsiteY1738" fmla="*/ 4592446 h 4893730"/>
              <a:gd name="connsiteX1739" fmla="*/ 793976 w 8877359"/>
              <a:gd name="connsiteY1739" fmla="*/ 4589671 h 4893730"/>
              <a:gd name="connsiteX1740" fmla="*/ 784034 w 8877359"/>
              <a:gd name="connsiteY1740" fmla="*/ 4588669 h 4893730"/>
              <a:gd name="connsiteX1741" fmla="*/ 734702 w 8877359"/>
              <a:gd name="connsiteY1741" fmla="*/ 4638001 h 4893730"/>
              <a:gd name="connsiteX1742" fmla="*/ 743127 w 8877359"/>
              <a:gd name="connsiteY1742" fmla="*/ 4665583 h 4893730"/>
              <a:gd name="connsiteX1743" fmla="*/ 745763 w 8877359"/>
              <a:gd name="connsiteY1743" fmla="*/ 4668777 h 4893730"/>
              <a:gd name="connsiteX1744" fmla="*/ 739383 w 8877359"/>
              <a:gd name="connsiteY1744" fmla="*/ 4670757 h 4893730"/>
              <a:gd name="connsiteX1745" fmla="*/ 709253 w 8877359"/>
              <a:gd name="connsiteY1745" fmla="*/ 4716212 h 4893730"/>
              <a:gd name="connsiteX1746" fmla="*/ 739383 w 8877359"/>
              <a:gd name="connsiteY1746" fmla="*/ 4761667 h 4893730"/>
              <a:gd name="connsiteX1747" fmla="*/ 746395 w 8877359"/>
              <a:gd name="connsiteY1747" fmla="*/ 4763844 h 4893730"/>
              <a:gd name="connsiteX1748" fmla="*/ 743127 w 8877359"/>
              <a:gd name="connsiteY1748" fmla="*/ 4767804 h 4893730"/>
              <a:gd name="connsiteX1749" fmla="*/ 734702 w 8877359"/>
              <a:gd name="connsiteY1749" fmla="*/ 4795386 h 4893730"/>
              <a:gd name="connsiteX1750" fmla="*/ 784034 w 8877359"/>
              <a:gd name="connsiteY1750" fmla="*/ 4844717 h 4893730"/>
              <a:gd name="connsiteX1751" fmla="*/ 793976 w 8877359"/>
              <a:gd name="connsiteY1751" fmla="*/ 4843715 h 4893730"/>
              <a:gd name="connsiteX1752" fmla="*/ 802914 w 8877359"/>
              <a:gd name="connsiteY1752" fmla="*/ 4840941 h 4893730"/>
              <a:gd name="connsiteX1753" fmla="*/ 802566 w 8877359"/>
              <a:gd name="connsiteY1753" fmla="*/ 4844398 h 4893730"/>
              <a:gd name="connsiteX1754" fmla="*/ 851898 w 8877359"/>
              <a:gd name="connsiteY1754" fmla="*/ 4893730 h 4893730"/>
              <a:gd name="connsiteX1755" fmla="*/ 142646 w 8877359"/>
              <a:gd name="connsiteY1755" fmla="*/ 4893730 h 4893730"/>
              <a:gd name="connsiteX1756" fmla="*/ 177529 w 8877359"/>
              <a:gd name="connsiteY1756" fmla="*/ 4879281 h 4893730"/>
              <a:gd name="connsiteX1757" fmla="*/ 183175 w 8877359"/>
              <a:gd name="connsiteY1757" fmla="*/ 4872437 h 4893730"/>
              <a:gd name="connsiteX1758" fmla="*/ 188822 w 8877359"/>
              <a:gd name="connsiteY1758" fmla="*/ 4879281 h 4893730"/>
              <a:gd name="connsiteX1759" fmla="*/ 223705 w 8877359"/>
              <a:gd name="connsiteY1759" fmla="*/ 4893730 h 4893730"/>
              <a:gd name="connsiteX1760" fmla="*/ 273037 w 8877359"/>
              <a:gd name="connsiteY1760" fmla="*/ 4844398 h 4893730"/>
              <a:gd name="connsiteX1761" fmla="*/ 272688 w 8877359"/>
              <a:gd name="connsiteY1761" fmla="*/ 4840941 h 4893730"/>
              <a:gd name="connsiteX1762" fmla="*/ 281627 w 8877359"/>
              <a:gd name="connsiteY1762" fmla="*/ 4843715 h 4893730"/>
              <a:gd name="connsiteX1763" fmla="*/ 291569 w 8877359"/>
              <a:gd name="connsiteY1763" fmla="*/ 4844717 h 4893730"/>
              <a:gd name="connsiteX1764" fmla="*/ 340901 w 8877359"/>
              <a:gd name="connsiteY1764" fmla="*/ 4795386 h 4893730"/>
              <a:gd name="connsiteX1765" fmla="*/ 332476 w 8877359"/>
              <a:gd name="connsiteY1765" fmla="*/ 4767804 h 4893730"/>
              <a:gd name="connsiteX1766" fmla="*/ 329208 w 8877359"/>
              <a:gd name="connsiteY1766" fmla="*/ 4763844 h 4893730"/>
              <a:gd name="connsiteX1767" fmla="*/ 336220 w 8877359"/>
              <a:gd name="connsiteY1767" fmla="*/ 4761667 h 4893730"/>
              <a:gd name="connsiteX1768" fmla="*/ 366349 w 8877359"/>
              <a:gd name="connsiteY1768" fmla="*/ 4716212 h 4893730"/>
              <a:gd name="connsiteX1769" fmla="*/ 336220 w 8877359"/>
              <a:gd name="connsiteY1769" fmla="*/ 4670757 h 4893730"/>
              <a:gd name="connsiteX1770" fmla="*/ 329840 w 8877359"/>
              <a:gd name="connsiteY1770" fmla="*/ 4668777 h 4893730"/>
              <a:gd name="connsiteX1771" fmla="*/ 332476 w 8877359"/>
              <a:gd name="connsiteY1771" fmla="*/ 4665583 h 4893730"/>
              <a:gd name="connsiteX1772" fmla="*/ 340901 w 8877359"/>
              <a:gd name="connsiteY1772" fmla="*/ 4638001 h 4893730"/>
              <a:gd name="connsiteX1773" fmla="*/ 291569 w 8877359"/>
              <a:gd name="connsiteY1773" fmla="*/ 4588669 h 4893730"/>
              <a:gd name="connsiteX1774" fmla="*/ 276899 w 8877359"/>
              <a:gd name="connsiteY1774" fmla="*/ 4590887 h 4893730"/>
              <a:gd name="connsiteX1775" fmla="*/ 272640 w 8877359"/>
              <a:gd name="connsiteY1775" fmla="*/ 4592935 h 4893730"/>
              <a:gd name="connsiteX1776" fmla="*/ 273037 w 8877359"/>
              <a:gd name="connsiteY1776" fmla="*/ 4588989 h 4893730"/>
              <a:gd name="connsiteX1777" fmla="*/ 223705 w 8877359"/>
              <a:gd name="connsiteY1777" fmla="*/ 4539657 h 4893730"/>
              <a:gd name="connsiteX1778" fmla="*/ 188823 w 8877359"/>
              <a:gd name="connsiteY1778" fmla="*/ 4554106 h 4893730"/>
              <a:gd name="connsiteX1779" fmla="*/ 183176 w 8877359"/>
              <a:gd name="connsiteY1779" fmla="*/ 4560950 h 4893730"/>
              <a:gd name="connsiteX1780" fmla="*/ 177529 w 8877359"/>
              <a:gd name="connsiteY1780" fmla="*/ 4554106 h 4893730"/>
              <a:gd name="connsiteX1781" fmla="*/ 142646 w 8877359"/>
              <a:gd name="connsiteY1781" fmla="*/ 4539657 h 4893730"/>
              <a:gd name="connsiteX1782" fmla="*/ 93314 w 8877359"/>
              <a:gd name="connsiteY1782" fmla="*/ 4588989 h 4893730"/>
              <a:gd name="connsiteX1783" fmla="*/ 93663 w 8877359"/>
              <a:gd name="connsiteY1783" fmla="*/ 4592446 h 4893730"/>
              <a:gd name="connsiteX1784" fmla="*/ 84725 w 8877359"/>
              <a:gd name="connsiteY1784" fmla="*/ 4589671 h 4893730"/>
              <a:gd name="connsiteX1785" fmla="*/ 74783 w 8877359"/>
              <a:gd name="connsiteY1785" fmla="*/ 4588669 h 4893730"/>
              <a:gd name="connsiteX1786" fmla="*/ 25451 w 8877359"/>
              <a:gd name="connsiteY1786" fmla="*/ 4638001 h 4893730"/>
              <a:gd name="connsiteX1787" fmla="*/ 33876 w 8877359"/>
              <a:gd name="connsiteY1787" fmla="*/ 4665583 h 4893730"/>
              <a:gd name="connsiteX1788" fmla="*/ 36511 w 8877359"/>
              <a:gd name="connsiteY1788" fmla="*/ 4668777 h 4893730"/>
              <a:gd name="connsiteX1789" fmla="*/ 30131 w 8877359"/>
              <a:gd name="connsiteY1789" fmla="*/ 4670757 h 4893730"/>
              <a:gd name="connsiteX1790" fmla="*/ 2 w 8877359"/>
              <a:gd name="connsiteY1790" fmla="*/ 4716212 h 4893730"/>
              <a:gd name="connsiteX1791" fmla="*/ 30131 w 8877359"/>
              <a:gd name="connsiteY1791" fmla="*/ 4761667 h 4893730"/>
              <a:gd name="connsiteX1792" fmla="*/ 37144 w 8877359"/>
              <a:gd name="connsiteY1792" fmla="*/ 4763844 h 4893730"/>
              <a:gd name="connsiteX1793" fmla="*/ 33876 w 8877359"/>
              <a:gd name="connsiteY1793" fmla="*/ 4767804 h 4893730"/>
              <a:gd name="connsiteX1794" fmla="*/ 25451 w 8877359"/>
              <a:gd name="connsiteY1794" fmla="*/ 4795386 h 4893730"/>
              <a:gd name="connsiteX1795" fmla="*/ 74783 w 8877359"/>
              <a:gd name="connsiteY1795" fmla="*/ 4844717 h 4893730"/>
              <a:gd name="connsiteX1796" fmla="*/ 84725 w 8877359"/>
              <a:gd name="connsiteY1796" fmla="*/ 4843715 h 4893730"/>
              <a:gd name="connsiteX1797" fmla="*/ 93663 w 8877359"/>
              <a:gd name="connsiteY1797" fmla="*/ 4840941 h 4893730"/>
              <a:gd name="connsiteX1798" fmla="*/ 93314 w 8877359"/>
              <a:gd name="connsiteY1798" fmla="*/ 4844398 h 4893730"/>
              <a:gd name="connsiteX1799" fmla="*/ 142646 w 8877359"/>
              <a:gd name="connsiteY1799" fmla="*/ 4893730 h 4893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</a:cxnLst>
            <a:rect l="l" t="t" r="r" b="b"/>
            <a:pathLst>
              <a:path w="8877359" h="4893730">
                <a:moveTo>
                  <a:pt x="8339566" y="220099"/>
                </a:moveTo>
                <a:cubicBezTo>
                  <a:pt x="8361147" y="220099"/>
                  <a:pt x="8378642" y="202604"/>
                  <a:pt x="8378642" y="181023"/>
                </a:cubicBezTo>
                <a:cubicBezTo>
                  <a:pt x="8378642" y="159442"/>
                  <a:pt x="8361147" y="141947"/>
                  <a:pt x="8339566" y="141947"/>
                </a:cubicBezTo>
                <a:cubicBezTo>
                  <a:pt x="8317985" y="141947"/>
                  <a:pt x="8300490" y="159442"/>
                  <a:pt x="8300490" y="181023"/>
                </a:cubicBezTo>
                <a:cubicBezTo>
                  <a:pt x="8300490" y="202604"/>
                  <a:pt x="8317985" y="220099"/>
                  <a:pt x="8339566" y="220099"/>
                </a:cubicBezTo>
                <a:close/>
                <a:moveTo>
                  <a:pt x="7630314" y="220099"/>
                </a:moveTo>
                <a:cubicBezTo>
                  <a:pt x="7651895" y="220099"/>
                  <a:pt x="7669390" y="202604"/>
                  <a:pt x="7669390" y="181023"/>
                </a:cubicBezTo>
                <a:cubicBezTo>
                  <a:pt x="7669390" y="159442"/>
                  <a:pt x="7651895" y="141947"/>
                  <a:pt x="7630314" y="141947"/>
                </a:cubicBezTo>
                <a:cubicBezTo>
                  <a:pt x="7608733" y="141947"/>
                  <a:pt x="7591238" y="159442"/>
                  <a:pt x="7591238" y="181023"/>
                </a:cubicBezTo>
                <a:cubicBezTo>
                  <a:pt x="7591238" y="202604"/>
                  <a:pt x="7608733" y="220099"/>
                  <a:pt x="7630314" y="220099"/>
                </a:cubicBezTo>
                <a:close/>
                <a:moveTo>
                  <a:pt x="6921062" y="220099"/>
                </a:moveTo>
                <a:cubicBezTo>
                  <a:pt x="6942643" y="220099"/>
                  <a:pt x="6960138" y="202604"/>
                  <a:pt x="6960138" y="181023"/>
                </a:cubicBezTo>
                <a:cubicBezTo>
                  <a:pt x="6960138" y="159442"/>
                  <a:pt x="6942643" y="141947"/>
                  <a:pt x="6921062" y="141947"/>
                </a:cubicBezTo>
                <a:cubicBezTo>
                  <a:pt x="6899481" y="141947"/>
                  <a:pt x="6881986" y="159442"/>
                  <a:pt x="6881986" y="181023"/>
                </a:cubicBezTo>
                <a:cubicBezTo>
                  <a:pt x="6881986" y="202604"/>
                  <a:pt x="6899481" y="220099"/>
                  <a:pt x="6921062" y="220099"/>
                </a:cubicBezTo>
                <a:close/>
                <a:moveTo>
                  <a:pt x="6211810" y="220099"/>
                </a:moveTo>
                <a:cubicBezTo>
                  <a:pt x="6233391" y="220099"/>
                  <a:pt x="6250886" y="202604"/>
                  <a:pt x="6250886" y="181023"/>
                </a:cubicBezTo>
                <a:cubicBezTo>
                  <a:pt x="6250886" y="159442"/>
                  <a:pt x="6233391" y="141947"/>
                  <a:pt x="6211810" y="141947"/>
                </a:cubicBezTo>
                <a:cubicBezTo>
                  <a:pt x="6190229" y="141947"/>
                  <a:pt x="6172734" y="159442"/>
                  <a:pt x="6172734" y="181023"/>
                </a:cubicBezTo>
                <a:cubicBezTo>
                  <a:pt x="6172734" y="202604"/>
                  <a:pt x="6190229" y="220099"/>
                  <a:pt x="6211810" y="220099"/>
                </a:cubicBezTo>
                <a:close/>
                <a:moveTo>
                  <a:pt x="5502558" y="220099"/>
                </a:moveTo>
                <a:cubicBezTo>
                  <a:pt x="5524139" y="220099"/>
                  <a:pt x="5541634" y="202604"/>
                  <a:pt x="5541634" y="181023"/>
                </a:cubicBezTo>
                <a:cubicBezTo>
                  <a:pt x="5541634" y="159442"/>
                  <a:pt x="5524139" y="141947"/>
                  <a:pt x="5502558" y="141947"/>
                </a:cubicBezTo>
                <a:cubicBezTo>
                  <a:pt x="5480977" y="141947"/>
                  <a:pt x="5463482" y="159442"/>
                  <a:pt x="5463482" y="181023"/>
                </a:cubicBezTo>
                <a:cubicBezTo>
                  <a:pt x="5463482" y="202604"/>
                  <a:pt x="5480977" y="220099"/>
                  <a:pt x="5502558" y="220099"/>
                </a:cubicBezTo>
                <a:close/>
                <a:moveTo>
                  <a:pt x="4793306" y="220099"/>
                </a:moveTo>
                <a:cubicBezTo>
                  <a:pt x="4814887" y="220099"/>
                  <a:pt x="4832382" y="202604"/>
                  <a:pt x="4832382" y="181023"/>
                </a:cubicBezTo>
                <a:cubicBezTo>
                  <a:pt x="4832382" y="159442"/>
                  <a:pt x="4814887" y="141947"/>
                  <a:pt x="4793306" y="141947"/>
                </a:cubicBezTo>
                <a:cubicBezTo>
                  <a:pt x="4771725" y="141947"/>
                  <a:pt x="4754230" y="159442"/>
                  <a:pt x="4754230" y="181023"/>
                </a:cubicBezTo>
                <a:cubicBezTo>
                  <a:pt x="4754230" y="202604"/>
                  <a:pt x="4771725" y="220099"/>
                  <a:pt x="4793306" y="220099"/>
                </a:cubicBezTo>
                <a:close/>
                <a:moveTo>
                  <a:pt x="4084054" y="220099"/>
                </a:moveTo>
                <a:cubicBezTo>
                  <a:pt x="4105635" y="220099"/>
                  <a:pt x="4123130" y="202604"/>
                  <a:pt x="4123130" y="181023"/>
                </a:cubicBezTo>
                <a:cubicBezTo>
                  <a:pt x="4123130" y="159442"/>
                  <a:pt x="4105635" y="141947"/>
                  <a:pt x="4084054" y="141947"/>
                </a:cubicBezTo>
                <a:cubicBezTo>
                  <a:pt x="4062473" y="141947"/>
                  <a:pt x="4044984" y="159442"/>
                  <a:pt x="4044984" y="181023"/>
                </a:cubicBezTo>
                <a:cubicBezTo>
                  <a:pt x="4044984" y="202604"/>
                  <a:pt x="4062473" y="220099"/>
                  <a:pt x="4084054" y="220099"/>
                </a:cubicBezTo>
                <a:close/>
                <a:moveTo>
                  <a:pt x="3374807" y="220099"/>
                </a:moveTo>
                <a:cubicBezTo>
                  <a:pt x="3396389" y="220099"/>
                  <a:pt x="3413884" y="202604"/>
                  <a:pt x="3413884" y="181023"/>
                </a:cubicBezTo>
                <a:cubicBezTo>
                  <a:pt x="3413884" y="159442"/>
                  <a:pt x="3396389" y="141947"/>
                  <a:pt x="3374807" y="141947"/>
                </a:cubicBezTo>
                <a:cubicBezTo>
                  <a:pt x="3353226" y="141947"/>
                  <a:pt x="3335731" y="159442"/>
                  <a:pt x="3335731" y="181023"/>
                </a:cubicBezTo>
                <a:cubicBezTo>
                  <a:pt x="3335731" y="202604"/>
                  <a:pt x="3353226" y="220099"/>
                  <a:pt x="3374807" y="220099"/>
                </a:cubicBezTo>
                <a:close/>
                <a:moveTo>
                  <a:pt x="2665556" y="220099"/>
                </a:moveTo>
                <a:cubicBezTo>
                  <a:pt x="2687137" y="220099"/>
                  <a:pt x="2704632" y="202604"/>
                  <a:pt x="2704632" y="181023"/>
                </a:cubicBezTo>
                <a:cubicBezTo>
                  <a:pt x="2704632" y="159442"/>
                  <a:pt x="2687137" y="141947"/>
                  <a:pt x="2665556" y="141947"/>
                </a:cubicBezTo>
                <a:cubicBezTo>
                  <a:pt x="2643975" y="141947"/>
                  <a:pt x="2626479" y="159442"/>
                  <a:pt x="2626479" y="181023"/>
                </a:cubicBezTo>
                <a:cubicBezTo>
                  <a:pt x="2626479" y="202604"/>
                  <a:pt x="2643975" y="220099"/>
                  <a:pt x="2665556" y="220099"/>
                </a:cubicBezTo>
                <a:close/>
                <a:moveTo>
                  <a:pt x="1956304" y="220099"/>
                </a:moveTo>
                <a:cubicBezTo>
                  <a:pt x="1977886" y="220099"/>
                  <a:pt x="1995381" y="202604"/>
                  <a:pt x="1995381" y="181023"/>
                </a:cubicBezTo>
                <a:cubicBezTo>
                  <a:pt x="1995381" y="159442"/>
                  <a:pt x="1977886" y="141947"/>
                  <a:pt x="1956304" y="141947"/>
                </a:cubicBezTo>
                <a:cubicBezTo>
                  <a:pt x="1934723" y="141947"/>
                  <a:pt x="1917228" y="159442"/>
                  <a:pt x="1917228" y="181023"/>
                </a:cubicBezTo>
                <a:cubicBezTo>
                  <a:pt x="1917228" y="202604"/>
                  <a:pt x="1934723" y="220099"/>
                  <a:pt x="1956304" y="220099"/>
                </a:cubicBezTo>
                <a:close/>
                <a:moveTo>
                  <a:pt x="1247052" y="220099"/>
                </a:moveTo>
                <a:cubicBezTo>
                  <a:pt x="1268634" y="220099"/>
                  <a:pt x="1286129" y="202604"/>
                  <a:pt x="1286129" y="181023"/>
                </a:cubicBezTo>
                <a:cubicBezTo>
                  <a:pt x="1286129" y="159442"/>
                  <a:pt x="1268634" y="141947"/>
                  <a:pt x="1247052" y="141947"/>
                </a:cubicBezTo>
                <a:cubicBezTo>
                  <a:pt x="1225471" y="141947"/>
                  <a:pt x="1207977" y="159442"/>
                  <a:pt x="1207977" y="181023"/>
                </a:cubicBezTo>
                <a:cubicBezTo>
                  <a:pt x="1207977" y="202604"/>
                  <a:pt x="1225471" y="220099"/>
                  <a:pt x="1247052" y="220099"/>
                </a:cubicBezTo>
                <a:close/>
                <a:moveTo>
                  <a:pt x="537800" y="220099"/>
                </a:moveTo>
                <a:cubicBezTo>
                  <a:pt x="559381" y="220099"/>
                  <a:pt x="576876" y="202604"/>
                  <a:pt x="576876" y="181023"/>
                </a:cubicBezTo>
                <a:cubicBezTo>
                  <a:pt x="576876" y="159442"/>
                  <a:pt x="559381" y="141947"/>
                  <a:pt x="537800" y="141947"/>
                </a:cubicBezTo>
                <a:cubicBezTo>
                  <a:pt x="516219" y="141947"/>
                  <a:pt x="498724" y="159442"/>
                  <a:pt x="498724" y="181023"/>
                </a:cubicBezTo>
                <a:cubicBezTo>
                  <a:pt x="498724" y="202604"/>
                  <a:pt x="516219" y="220099"/>
                  <a:pt x="537800" y="220099"/>
                </a:cubicBezTo>
                <a:close/>
                <a:moveTo>
                  <a:pt x="8653655" y="354073"/>
                </a:moveTo>
                <a:cubicBezTo>
                  <a:pt x="8667278" y="354073"/>
                  <a:pt x="8679611" y="348551"/>
                  <a:pt x="8688538" y="339624"/>
                </a:cubicBezTo>
                <a:lnTo>
                  <a:pt x="8694185" y="332780"/>
                </a:lnTo>
                <a:lnTo>
                  <a:pt x="8699832" y="339624"/>
                </a:lnTo>
                <a:cubicBezTo>
                  <a:pt x="8708759" y="348551"/>
                  <a:pt x="8721092" y="354073"/>
                  <a:pt x="8734715" y="354073"/>
                </a:cubicBezTo>
                <a:cubicBezTo>
                  <a:pt x="8761960" y="354073"/>
                  <a:pt x="8784046" y="331986"/>
                  <a:pt x="8784046" y="304741"/>
                </a:cubicBezTo>
                <a:lnTo>
                  <a:pt x="8783698" y="301284"/>
                </a:lnTo>
                <a:lnTo>
                  <a:pt x="8792636" y="304058"/>
                </a:lnTo>
                <a:cubicBezTo>
                  <a:pt x="8795848" y="304715"/>
                  <a:pt x="8799173" y="305060"/>
                  <a:pt x="8802578" y="305060"/>
                </a:cubicBezTo>
                <a:cubicBezTo>
                  <a:pt x="8829823" y="305060"/>
                  <a:pt x="8851910" y="282974"/>
                  <a:pt x="8851910" y="255729"/>
                </a:cubicBezTo>
                <a:cubicBezTo>
                  <a:pt x="8851910" y="245512"/>
                  <a:pt x="8848804" y="236020"/>
                  <a:pt x="8843485" y="228147"/>
                </a:cubicBezTo>
                <a:lnTo>
                  <a:pt x="8840217" y="224187"/>
                </a:lnTo>
                <a:lnTo>
                  <a:pt x="8847229" y="222010"/>
                </a:lnTo>
                <a:cubicBezTo>
                  <a:pt x="8864935" y="214521"/>
                  <a:pt x="8877359" y="196989"/>
                  <a:pt x="8877359" y="176555"/>
                </a:cubicBezTo>
                <a:cubicBezTo>
                  <a:pt x="8877359" y="156121"/>
                  <a:pt x="8864935" y="138589"/>
                  <a:pt x="8847229" y="131100"/>
                </a:cubicBezTo>
                <a:lnTo>
                  <a:pt x="8840850" y="129120"/>
                </a:lnTo>
                <a:lnTo>
                  <a:pt x="8843485" y="125926"/>
                </a:lnTo>
                <a:cubicBezTo>
                  <a:pt x="8848804" y="118052"/>
                  <a:pt x="8851910" y="108561"/>
                  <a:pt x="8851910" y="98344"/>
                </a:cubicBezTo>
                <a:cubicBezTo>
                  <a:pt x="8851910" y="71099"/>
                  <a:pt x="8829823" y="49012"/>
                  <a:pt x="8802578" y="49012"/>
                </a:cubicBezTo>
                <a:cubicBezTo>
                  <a:pt x="8797470" y="49012"/>
                  <a:pt x="8792543" y="49789"/>
                  <a:pt x="8787908" y="51230"/>
                </a:cubicBezTo>
                <a:lnTo>
                  <a:pt x="8783649" y="53278"/>
                </a:lnTo>
                <a:lnTo>
                  <a:pt x="8784047" y="49331"/>
                </a:lnTo>
                <a:cubicBezTo>
                  <a:pt x="8784047" y="22086"/>
                  <a:pt x="8761960" y="0"/>
                  <a:pt x="8734715" y="0"/>
                </a:cubicBezTo>
                <a:cubicBezTo>
                  <a:pt x="8721092" y="0"/>
                  <a:pt x="8708759" y="5521"/>
                  <a:pt x="8699832" y="14449"/>
                </a:cubicBezTo>
                <a:lnTo>
                  <a:pt x="8694185" y="21293"/>
                </a:lnTo>
                <a:lnTo>
                  <a:pt x="8688538" y="14449"/>
                </a:lnTo>
                <a:cubicBezTo>
                  <a:pt x="8679611" y="5521"/>
                  <a:pt x="8667278" y="0"/>
                  <a:pt x="8653655" y="0"/>
                </a:cubicBezTo>
                <a:cubicBezTo>
                  <a:pt x="8626410" y="0"/>
                  <a:pt x="8604324" y="22086"/>
                  <a:pt x="8604324" y="49331"/>
                </a:cubicBezTo>
                <a:lnTo>
                  <a:pt x="8604672" y="52789"/>
                </a:lnTo>
                <a:lnTo>
                  <a:pt x="8595734" y="50014"/>
                </a:lnTo>
                <a:cubicBezTo>
                  <a:pt x="8592523" y="49357"/>
                  <a:pt x="8589198" y="49012"/>
                  <a:pt x="8585792" y="49012"/>
                </a:cubicBezTo>
                <a:cubicBezTo>
                  <a:pt x="8558547" y="49012"/>
                  <a:pt x="8536460" y="71099"/>
                  <a:pt x="8536460" y="98344"/>
                </a:cubicBezTo>
                <a:cubicBezTo>
                  <a:pt x="8536460" y="108561"/>
                  <a:pt x="8539566" y="118052"/>
                  <a:pt x="8544885" y="125926"/>
                </a:cubicBezTo>
                <a:lnTo>
                  <a:pt x="8547520" y="129120"/>
                </a:lnTo>
                <a:lnTo>
                  <a:pt x="8541141" y="131100"/>
                </a:lnTo>
                <a:cubicBezTo>
                  <a:pt x="8523435" y="138589"/>
                  <a:pt x="8511011" y="156121"/>
                  <a:pt x="8511011" y="176555"/>
                </a:cubicBezTo>
                <a:cubicBezTo>
                  <a:pt x="8511011" y="196989"/>
                  <a:pt x="8523435" y="214521"/>
                  <a:pt x="8541141" y="222010"/>
                </a:cubicBezTo>
                <a:lnTo>
                  <a:pt x="8548153" y="224187"/>
                </a:lnTo>
                <a:lnTo>
                  <a:pt x="8544885" y="228147"/>
                </a:lnTo>
                <a:cubicBezTo>
                  <a:pt x="8539566" y="236020"/>
                  <a:pt x="8536460" y="245512"/>
                  <a:pt x="8536460" y="255729"/>
                </a:cubicBezTo>
                <a:cubicBezTo>
                  <a:pt x="8536460" y="282974"/>
                  <a:pt x="8558547" y="305060"/>
                  <a:pt x="8585792" y="305060"/>
                </a:cubicBezTo>
                <a:cubicBezTo>
                  <a:pt x="8589198" y="305060"/>
                  <a:pt x="8592523" y="304715"/>
                  <a:pt x="8595734" y="304058"/>
                </a:cubicBezTo>
                <a:lnTo>
                  <a:pt x="8604672" y="301284"/>
                </a:lnTo>
                <a:lnTo>
                  <a:pt x="8604323" y="304741"/>
                </a:lnTo>
                <a:cubicBezTo>
                  <a:pt x="8604323" y="331986"/>
                  <a:pt x="8626410" y="354073"/>
                  <a:pt x="8653655" y="354073"/>
                </a:cubicBezTo>
                <a:close/>
                <a:moveTo>
                  <a:pt x="7944411" y="354073"/>
                </a:moveTo>
                <a:cubicBezTo>
                  <a:pt x="7958033" y="354073"/>
                  <a:pt x="7970366" y="348551"/>
                  <a:pt x="7979293" y="339624"/>
                </a:cubicBezTo>
                <a:lnTo>
                  <a:pt x="7984940" y="332780"/>
                </a:lnTo>
                <a:lnTo>
                  <a:pt x="7990587" y="339624"/>
                </a:lnTo>
                <a:cubicBezTo>
                  <a:pt x="7999514" y="348551"/>
                  <a:pt x="8011847" y="354073"/>
                  <a:pt x="8025470" y="354073"/>
                </a:cubicBezTo>
                <a:cubicBezTo>
                  <a:pt x="8052715" y="354073"/>
                  <a:pt x="8074802" y="331986"/>
                  <a:pt x="8074802" y="304741"/>
                </a:cubicBezTo>
                <a:lnTo>
                  <a:pt x="8074453" y="301284"/>
                </a:lnTo>
                <a:lnTo>
                  <a:pt x="8083391" y="304058"/>
                </a:lnTo>
                <a:cubicBezTo>
                  <a:pt x="8086603" y="304715"/>
                  <a:pt x="8089928" y="305060"/>
                  <a:pt x="8093333" y="305060"/>
                </a:cubicBezTo>
                <a:cubicBezTo>
                  <a:pt x="8120579" y="305060"/>
                  <a:pt x="8142665" y="282974"/>
                  <a:pt x="8142665" y="255729"/>
                </a:cubicBezTo>
                <a:cubicBezTo>
                  <a:pt x="8142665" y="245512"/>
                  <a:pt x="8139559" y="236020"/>
                  <a:pt x="8134240" y="228147"/>
                </a:cubicBezTo>
                <a:lnTo>
                  <a:pt x="8130973" y="224187"/>
                </a:lnTo>
                <a:lnTo>
                  <a:pt x="8137985" y="222010"/>
                </a:lnTo>
                <a:cubicBezTo>
                  <a:pt x="8155691" y="214521"/>
                  <a:pt x="8168114" y="196989"/>
                  <a:pt x="8168114" y="176555"/>
                </a:cubicBezTo>
                <a:cubicBezTo>
                  <a:pt x="8168114" y="156121"/>
                  <a:pt x="8155691" y="138589"/>
                  <a:pt x="8137985" y="131100"/>
                </a:cubicBezTo>
                <a:lnTo>
                  <a:pt x="8131605" y="129120"/>
                </a:lnTo>
                <a:lnTo>
                  <a:pt x="8134240" y="125926"/>
                </a:lnTo>
                <a:cubicBezTo>
                  <a:pt x="8139559" y="118052"/>
                  <a:pt x="8142665" y="108561"/>
                  <a:pt x="8142665" y="98344"/>
                </a:cubicBezTo>
                <a:cubicBezTo>
                  <a:pt x="8142665" y="71099"/>
                  <a:pt x="8120579" y="49012"/>
                  <a:pt x="8093333" y="49012"/>
                </a:cubicBezTo>
                <a:cubicBezTo>
                  <a:pt x="8088225" y="49012"/>
                  <a:pt x="8083298" y="49789"/>
                  <a:pt x="8078664" y="51230"/>
                </a:cubicBezTo>
                <a:lnTo>
                  <a:pt x="8074404" y="53278"/>
                </a:lnTo>
                <a:lnTo>
                  <a:pt x="8074802" y="49331"/>
                </a:lnTo>
                <a:cubicBezTo>
                  <a:pt x="8074802" y="22086"/>
                  <a:pt x="8052715" y="0"/>
                  <a:pt x="8025470" y="0"/>
                </a:cubicBezTo>
                <a:cubicBezTo>
                  <a:pt x="8011847" y="0"/>
                  <a:pt x="7999515" y="5521"/>
                  <a:pt x="7990587" y="14449"/>
                </a:cubicBezTo>
                <a:lnTo>
                  <a:pt x="7984940" y="21293"/>
                </a:lnTo>
                <a:lnTo>
                  <a:pt x="7979294" y="14449"/>
                </a:lnTo>
                <a:cubicBezTo>
                  <a:pt x="7970366" y="5521"/>
                  <a:pt x="7958033" y="0"/>
                  <a:pt x="7944411" y="0"/>
                </a:cubicBezTo>
                <a:cubicBezTo>
                  <a:pt x="7917165" y="0"/>
                  <a:pt x="7895079" y="22086"/>
                  <a:pt x="7895079" y="49331"/>
                </a:cubicBezTo>
                <a:lnTo>
                  <a:pt x="7895427" y="52789"/>
                </a:lnTo>
                <a:lnTo>
                  <a:pt x="7886489" y="50014"/>
                </a:lnTo>
                <a:cubicBezTo>
                  <a:pt x="7883278" y="49357"/>
                  <a:pt x="7879953" y="49012"/>
                  <a:pt x="7876547" y="49012"/>
                </a:cubicBezTo>
                <a:cubicBezTo>
                  <a:pt x="7849302" y="49012"/>
                  <a:pt x="7827215" y="71099"/>
                  <a:pt x="7827215" y="98344"/>
                </a:cubicBezTo>
                <a:cubicBezTo>
                  <a:pt x="7827215" y="108561"/>
                  <a:pt x="7830321" y="118052"/>
                  <a:pt x="7835640" y="125926"/>
                </a:cubicBezTo>
                <a:lnTo>
                  <a:pt x="7838276" y="129120"/>
                </a:lnTo>
                <a:lnTo>
                  <a:pt x="7831896" y="131100"/>
                </a:lnTo>
                <a:cubicBezTo>
                  <a:pt x="7814190" y="138589"/>
                  <a:pt x="7801766" y="156121"/>
                  <a:pt x="7801766" y="176555"/>
                </a:cubicBezTo>
                <a:cubicBezTo>
                  <a:pt x="7801766" y="196989"/>
                  <a:pt x="7814190" y="214521"/>
                  <a:pt x="7831896" y="222010"/>
                </a:cubicBezTo>
                <a:lnTo>
                  <a:pt x="7838908" y="224187"/>
                </a:lnTo>
                <a:lnTo>
                  <a:pt x="7835640" y="228147"/>
                </a:lnTo>
                <a:cubicBezTo>
                  <a:pt x="7830321" y="236020"/>
                  <a:pt x="7827215" y="245512"/>
                  <a:pt x="7827215" y="255729"/>
                </a:cubicBezTo>
                <a:cubicBezTo>
                  <a:pt x="7827215" y="282974"/>
                  <a:pt x="7849302" y="305060"/>
                  <a:pt x="7876547" y="305060"/>
                </a:cubicBezTo>
                <a:cubicBezTo>
                  <a:pt x="7879953" y="305060"/>
                  <a:pt x="7883278" y="304715"/>
                  <a:pt x="7886489" y="304058"/>
                </a:cubicBezTo>
                <a:lnTo>
                  <a:pt x="7895427" y="301284"/>
                </a:lnTo>
                <a:lnTo>
                  <a:pt x="7895079" y="304741"/>
                </a:lnTo>
                <a:cubicBezTo>
                  <a:pt x="7895079" y="331986"/>
                  <a:pt x="7917165" y="354073"/>
                  <a:pt x="7944411" y="354073"/>
                </a:cubicBezTo>
                <a:close/>
                <a:moveTo>
                  <a:pt x="7235159" y="354073"/>
                </a:moveTo>
                <a:cubicBezTo>
                  <a:pt x="7248781" y="354073"/>
                  <a:pt x="7261114" y="348551"/>
                  <a:pt x="7270041" y="339624"/>
                </a:cubicBezTo>
                <a:lnTo>
                  <a:pt x="7275688" y="332780"/>
                </a:lnTo>
                <a:lnTo>
                  <a:pt x="7281335" y="339624"/>
                </a:lnTo>
                <a:cubicBezTo>
                  <a:pt x="7290262" y="348551"/>
                  <a:pt x="7302595" y="354073"/>
                  <a:pt x="7316218" y="354073"/>
                </a:cubicBezTo>
                <a:cubicBezTo>
                  <a:pt x="7343463" y="354073"/>
                  <a:pt x="7365550" y="331986"/>
                  <a:pt x="7365550" y="304741"/>
                </a:cubicBezTo>
                <a:lnTo>
                  <a:pt x="7365201" y="301284"/>
                </a:lnTo>
                <a:lnTo>
                  <a:pt x="7374139" y="304058"/>
                </a:lnTo>
                <a:cubicBezTo>
                  <a:pt x="7377351" y="304715"/>
                  <a:pt x="7380676" y="305060"/>
                  <a:pt x="7384081" y="305060"/>
                </a:cubicBezTo>
                <a:cubicBezTo>
                  <a:pt x="7411327" y="305060"/>
                  <a:pt x="7433413" y="282974"/>
                  <a:pt x="7433413" y="255729"/>
                </a:cubicBezTo>
                <a:cubicBezTo>
                  <a:pt x="7433413" y="245512"/>
                  <a:pt x="7430307" y="236020"/>
                  <a:pt x="7424988" y="228147"/>
                </a:cubicBezTo>
                <a:lnTo>
                  <a:pt x="7421721" y="224187"/>
                </a:lnTo>
                <a:lnTo>
                  <a:pt x="7428733" y="222010"/>
                </a:lnTo>
                <a:cubicBezTo>
                  <a:pt x="7446439" y="214521"/>
                  <a:pt x="7458862" y="196989"/>
                  <a:pt x="7458862" y="176555"/>
                </a:cubicBezTo>
                <a:cubicBezTo>
                  <a:pt x="7458862" y="156121"/>
                  <a:pt x="7446439" y="138589"/>
                  <a:pt x="7428733" y="131100"/>
                </a:cubicBezTo>
                <a:lnTo>
                  <a:pt x="7422353" y="129120"/>
                </a:lnTo>
                <a:lnTo>
                  <a:pt x="7424988" y="125926"/>
                </a:lnTo>
                <a:cubicBezTo>
                  <a:pt x="7430307" y="118052"/>
                  <a:pt x="7433413" y="108561"/>
                  <a:pt x="7433413" y="98344"/>
                </a:cubicBezTo>
                <a:cubicBezTo>
                  <a:pt x="7433413" y="71099"/>
                  <a:pt x="7411327" y="49012"/>
                  <a:pt x="7384081" y="49012"/>
                </a:cubicBezTo>
                <a:cubicBezTo>
                  <a:pt x="7378973" y="49012"/>
                  <a:pt x="7374046" y="49789"/>
                  <a:pt x="7369412" y="51230"/>
                </a:cubicBezTo>
                <a:lnTo>
                  <a:pt x="7365152" y="53278"/>
                </a:lnTo>
                <a:lnTo>
                  <a:pt x="7365550" y="49331"/>
                </a:lnTo>
                <a:cubicBezTo>
                  <a:pt x="7365550" y="22086"/>
                  <a:pt x="7343463" y="0"/>
                  <a:pt x="7316218" y="0"/>
                </a:cubicBezTo>
                <a:cubicBezTo>
                  <a:pt x="7302595" y="0"/>
                  <a:pt x="7290263" y="5521"/>
                  <a:pt x="7281335" y="14449"/>
                </a:cubicBezTo>
                <a:lnTo>
                  <a:pt x="7275688" y="21293"/>
                </a:lnTo>
                <a:lnTo>
                  <a:pt x="7270042" y="14449"/>
                </a:lnTo>
                <a:cubicBezTo>
                  <a:pt x="7261114" y="5521"/>
                  <a:pt x="7248781" y="0"/>
                  <a:pt x="7235159" y="0"/>
                </a:cubicBezTo>
                <a:cubicBezTo>
                  <a:pt x="7207913" y="0"/>
                  <a:pt x="7185827" y="22086"/>
                  <a:pt x="7185827" y="49331"/>
                </a:cubicBezTo>
                <a:lnTo>
                  <a:pt x="7186175" y="52789"/>
                </a:lnTo>
                <a:lnTo>
                  <a:pt x="7177237" y="50014"/>
                </a:lnTo>
                <a:cubicBezTo>
                  <a:pt x="7174026" y="49357"/>
                  <a:pt x="7170701" y="49012"/>
                  <a:pt x="7167295" y="49012"/>
                </a:cubicBezTo>
                <a:cubicBezTo>
                  <a:pt x="7140050" y="49012"/>
                  <a:pt x="7117963" y="71099"/>
                  <a:pt x="7117963" y="98344"/>
                </a:cubicBezTo>
                <a:cubicBezTo>
                  <a:pt x="7117963" y="108561"/>
                  <a:pt x="7121069" y="118052"/>
                  <a:pt x="7126388" y="125926"/>
                </a:cubicBezTo>
                <a:lnTo>
                  <a:pt x="7129024" y="129120"/>
                </a:lnTo>
                <a:lnTo>
                  <a:pt x="7122644" y="131100"/>
                </a:lnTo>
                <a:cubicBezTo>
                  <a:pt x="7104938" y="138589"/>
                  <a:pt x="7092514" y="156121"/>
                  <a:pt x="7092514" y="176555"/>
                </a:cubicBezTo>
                <a:cubicBezTo>
                  <a:pt x="7092514" y="196989"/>
                  <a:pt x="7104938" y="214521"/>
                  <a:pt x="7122644" y="222010"/>
                </a:cubicBezTo>
                <a:lnTo>
                  <a:pt x="7129656" y="224187"/>
                </a:lnTo>
                <a:lnTo>
                  <a:pt x="7126388" y="228147"/>
                </a:lnTo>
                <a:cubicBezTo>
                  <a:pt x="7121069" y="236020"/>
                  <a:pt x="7117963" y="245512"/>
                  <a:pt x="7117963" y="255729"/>
                </a:cubicBezTo>
                <a:cubicBezTo>
                  <a:pt x="7117963" y="282974"/>
                  <a:pt x="7140050" y="305060"/>
                  <a:pt x="7167295" y="305060"/>
                </a:cubicBezTo>
                <a:cubicBezTo>
                  <a:pt x="7170701" y="305060"/>
                  <a:pt x="7174026" y="304715"/>
                  <a:pt x="7177237" y="304058"/>
                </a:cubicBezTo>
                <a:lnTo>
                  <a:pt x="7186175" y="301284"/>
                </a:lnTo>
                <a:lnTo>
                  <a:pt x="7185827" y="304741"/>
                </a:lnTo>
                <a:cubicBezTo>
                  <a:pt x="7185827" y="331986"/>
                  <a:pt x="7207913" y="354073"/>
                  <a:pt x="7235159" y="354073"/>
                </a:cubicBezTo>
                <a:close/>
                <a:moveTo>
                  <a:pt x="6525907" y="354073"/>
                </a:moveTo>
                <a:cubicBezTo>
                  <a:pt x="6539529" y="354073"/>
                  <a:pt x="6551862" y="348551"/>
                  <a:pt x="6560789" y="339624"/>
                </a:cubicBezTo>
                <a:lnTo>
                  <a:pt x="6566436" y="332780"/>
                </a:lnTo>
                <a:lnTo>
                  <a:pt x="6572083" y="339624"/>
                </a:lnTo>
                <a:cubicBezTo>
                  <a:pt x="6581010" y="348551"/>
                  <a:pt x="6593343" y="354073"/>
                  <a:pt x="6606966" y="354073"/>
                </a:cubicBezTo>
                <a:cubicBezTo>
                  <a:pt x="6634211" y="354073"/>
                  <a:pt x="6656298" y="331986"/>
                  <a:pt x="6656298" y="304741"/>
                </a:cubicBezTo>
                <a:lnTo>
                  <a:pt x="6655949" y="301284"/>
                </a:lnTo>
                <a:lnTo>
                  <a:pt x="6664887" y="304058"/>
                </a:lnTo>
                <a:cubicBezTo>
                  <a:pt x="6668099" y="304715"/>
                  <a:pt x="6671424" y="305060"/>
                  <a:pt x="6674829" y="305060"/>
                </a:cubicBezTo>
                <a:cubicBezTo>
                  <a:pt x="6702075" y="305060"/>
                  <a:pt x="6724161" y="282974"/>
                  <a:pt x="6724161" y="255729"/>
                </a:cubicBezTo>
                <a:cubicBezTo>
                  <a:pt x="6724161" y="245512"/>
                  <a:pt x="6721055" y="236020"/>
                  <a:pt x="6715736" y="228147"/>
                </a:cubicBezTo>
                <a:lnTo>
                  <a:pt x="6712469" y="224187"/>
                </a:lnTo>
                <a:lnTo>
                  <a:pt x="6719481" y="222010"/>
                </a:lnTo>
                <a:cubicBezTo>
                  <a:pt x="6737187" y="214521"/>
                  <a:pt x="6749610" y="196989"/>
                  <a:pt x="6749610" y="176555"/>
                </a:cubicBezTo>
                <a:cubicBezTo>
                  <a:pt x="6749610" y="156121"/>
                  <a:pt x="6737187" y="138589"/>
                  <a:pt x="6719481" y="131100"/>
                </a:cubicBezTo>
                <a:lnTo>
                  <a:pt x="6713101" y="129120"/>
                </a:lnTo>
                <a:lnTo>
                  <a:pt x="6715736" y="125926"/>
                </a:lnTo>
                <a:cubicBezTo>
                  <a:pt x="6721055" y="118052"/>
                  <a:pt x="6724161" y="108561"/>
                  <a:pt x="6724161" y="98344"/>
                </a:cubicBezTo>
                <a:cubicBezTo>
                  <a:pt x="6724161" y="71099"/>
                  <a:pt x="6702075" y="49012"/>
                  <a:pt x="6674829" y="49012"/>
                </a:cubicBezTo>
                <a:cubicBezTo>
                  <a:pt x="6669721" y="49012"/>
                  <a:pt x="6664794" y="49789"/>
                  <a:pt x="6660160" y="51230"/>
                </a:cubicBezTo>
                <a:lnTo>
                  <a:pt x="6655900" y="53278"/>
                </a:lnTo>
                <a:lnTo>
                  <a:pt x="6656298" y="49331"/>
                </a:lnTo>
                <a:cubicBezTo>
                  <a:pt x="6656298" y="22086"/>
                  <a:pt x="6634211" y="0"/>
                  <a:pt x="6606966" y="0"/>
                </a:cubicBezTo>
                <a:cubicBezTo>
                  <a:pt x="6593343" y="0"/>
                  <a:pt x="6581011" y="5521"/>
                  <a:pt x="6572083" y="14449"/>
                </a:cubicBezTo>
                <a:lnTo>
                  <a:pt x="6566436" y="21293"/>
                </a:lnTo>
                <a:lnTo>
                  <a:pt x="6560790" y="14449"/>
                </a:lnTo>
                <a:cubicBezTo>
                  <a:pt x="6551862" y="5521"/>
                  <a:pt x="6539529" y="0"/>
                  <a:pt x="6525907" y="0"/>
                </a:cubicBezTo>
                <a:cubicBezTo>
                  <a:pt x="6498661" y="0"/>
                  <a:pt x="6476575" y="22086"/>
                  <a:pt x="6476575" y="49331"/>
                </a:cubicBezTo>
                <a:lnTo>
                  <a:pt x="6476923" y="52789"/>
                </a:lnTo>
                <a:lnTo>
                  <a:pt x="6467985" y="50014"/>
                </a:lnTo>
                <a:cubicBezTo>
                  <a:pt x="6464774" y="49357"/>
                  <a:pt x="6461449" y="49012"/>
                  <a:pt x="6458043" y="49012"/>
                </a:cubicBezTo>
                <a:cubicBezTo>
                  <a:pt x="6430798" y="49012"/>
                  <a:pt x="6408711" y="71099"/>
                  <a:pt x="6408711" y="98344"/>
                </a:cubicBezTo>
                <a:cubicBezTo>
                  <a:pt x="6408711" y="108561"/>
                  <a:pt x="6411817" y="118052"/>
                  <a:pt x="6417136" y="125926"/>
                </a:cubicBezTo>
                <a:lnTo>
                  <a:pt x="6419772" y="129120"/>
                </a:lnTo>
                <a:lnTo>
                  <a:pt x="6413392" y="131100"/>
                </a:lnTo>
                <a:cubicBezTo>
                  <a:pt x="6395686" y="138589"/>
                  <a:pt x="6383262" y="156121"/>
                  <a:pt x="6383262" y="176555"/>
                </a:cubicBezTo>
                <a:cubicBezTo>
                  <a:pt x="6383262" y="196989"/>
                  <a:pt x="6395686" y="214521"/>
                  <a:pt x="6413392" y="222010"/>
                </a:cubicBezTo>
                <a:lnTo>
                  <a:pt x="6420404" y="224187"/>
                </a:lnTo>
                <a:lnTo>
                  <a:pt x="6417136" y="228147"/>
                </a:lnTo>
                <a:cubicBezTo>
                  <a:pt x="6411817" y="236020"/>
                  <a:pt x="6408711" y="245512"/>
                  <a:pt x="6408711" y="255729"/>
                </a:cubicBezTo>
                <a:cubicBezTo>
                  <a:pt x="6408711" y="282974"/>
                  <a:pt x="6430798" y="305060"/>
                  <a:pt x="6458043" y="305060"/>
                </a:cubicBezTo>
                <a:cubicBezTo>
                  <a:pt x="6461449" y="305060"/>
                  <a:pt x="6464774" y="304715"/>
                  <a:pt x="6467985" y="304058"/>
                </a:cubicBezTo>
                <a:lnTo>
                  <a:pt x="6476923" y="301284"/>
                </a:lnTo>
                <a:lnTo>
                  <a:pt x="6476575" y="304741"/>
                </a:lnTo>
                <a:cubicBezTo>
                  <a:pt x="6476575" y="331986"/>
                  <a:pt x="6498661" y="354073"/>
                  <a:pt x="6525907" y="354073"/>
                </a:cubicBezTo>
                <a:close/>
                <a:moveTo>
                  <a:pt x="5816655" y="354073"/>
                </a:moveTo>
                <a:cubicBezTo>
                  <a:pt x="5830277" y="354073"/>
                  <a:pt x="5842610" y="348551"/>
                  <a:pt x="5851537" y="339624"/>
                </a:cubicBezTo>
                <a:lnTo>
                  <a:pt x="5857184" y="332780"/>
                </a:lnTo>
                <a:lnTo>
                  <a:pt x="5862831" y="339624"/>
                </a:lnTo>
                <a:cubicBezTo>
                  <a:pt x="5871758" y="348551"/>
                  <a:pt x="5884091" y="354073"/>
                  <a:pt x="5897714" y="354073"/>
                </a:cubicBezTo>
                <a:cubicBezTo>
                  <a:pt x="5924959" y="354073"/>
                  <a:pt x="5947046" y="331986"/>
                  <a:pt x="5947046" y="304741"/>
                </a:cubicBezTo>
                <a:lnTo>
                  <a:pt x="5946697" y="301284"/>
                </a:lnTo>
                <a:lnTo>
                  <a:pt x="5955635" y="304058"/>
                </a:lnTo>
                <a:cubicBezTo>
                  <a:pt x="5958847" y="304715"/>
                  <a:pt x="5962172" y="305060"/>
                  <a:pt x="5965577" y="305060"/>
                </a:cubicBezTo>
                <a:cubicBezTo>
                  <a:pt x="5992823" y="305060"/>
                  <a:pt x="6014909" y="282974"/>
                  <a:pt x="6014909" y="255729"/>
                </a:cubicBezTo>
                <a:cubicBezTo>
                  <a:pt x="6014909" y="245512"/>
                  <a:pt x="6011803" y="236020"/>
                  <a:pt x="6006484" y="228147"/>
                </a:cubicBezTo>
                <a:lnTo>
                  <a:pt x="6003217" y="224187"/>
                </a:lnTo>
                <a:lnTo>
                  <a:pt x="6010229" y="222010"/>
                </a:lnTo>
                <a:cubicBezTo>
                  <a:pt x="6027935" y="214521"/>
                  <a:pt x="6040358" y="196989"/>
                  <a:pt x="6040358" y="176555"/>
                </a:cubicBezTo>
                <a:cubicBezTo>
                  <a:pt x="6040358" y="156121"/>
                  <a:pt x="6027935" y="138589"/>
                  <a:pt x="6010229" y="131100"/>
                </a:cubicBezTo>
                <a:lnTo>
                  <a:pt x="6003849" y="129120"/>
                </a:lnTo>
                <a:lnTo>
                  <a:pt x="6006484" y="125926"/>
                </a:lnTo>
                <a:cubicBezTo>
                  <a:pt x="6011803" y="118052"/>
                  <a:pt x="6014909" y="108561"/>
                  <a:pt x="6014909" y="98344"/>
                </a:cubicBezTo>
                <a:cubicBezTo>
                  <a:pt x="6014909" y="71099"/>
                  <a:pt x="5992823" y="49012"/>
                  <a:pt x="5965577" y="49012"/>
                </a:cubicBezTo>
                <a:cubicBezTo>
                  <a:pt x="5960469" y="49012"/>
                  <a:pt x="5955542" y="49789"/>
                  <a:pt x="5950908" y="51230"/>
                </a:cubicBezTo>
                <a:lnTo>
                  <a:pt x="5946648" y="53278"/>
                </a:lnTo>
                <a:lnTo>
                  <a:pt x="5947046" y="49331"/>
                </a:lnTo>
                <a:cubicBezTo>
                  <a:pt x="5947046" y="22086"/>
                  <a:pt x="5924959" y="0"/>
                  <a:pt x="5897714" y="0"/>
                </a:cubicBezTo>
                <a:cubicBezTo>
                  <a:pt x="5884091" y="0"/>
                  <a:pt x="5871759" y="5521"/>
                  <a:pt x="5862831" y="14449"/>
                </a:cubicBezTo>
                <a:lnTo>
                  <a:pt x="5857184" y="21293"/>
                </a:lnTo>
                <a:lnTo>
                  <a:pt x="5851538" y="14449"/>
                </a:lnTo>
                <a:cubicBezTo>
                  <a:pt x="5842610" y="5521"/>
                  <a:pt x="5830277" y="0"/>
                  <a:pt x="5816655" y="0"/>
                </a:cubicBezTo>
                <a:cubicBezTo>
                  <a:pt x="5789409" y="0"/>
                  <a:pt x="5767323" y="22086"/>
                  <a:pt x="5767323" y="49331"/>
                </a:cubicBezTo>
                <a:lnTo>
                  <a:pt x="5767671" y="52789"/>
                </a:lnTo>
                <a:lnTo>
                  <a:pt x="5758733" y="50014"/>
                </a:lnTo>
                <a:cubicBezTo>
                  <a:pt x="5755522" y="49357"/>
                  <a:pt x="5752197" y="49012"/>
                  <a:pt x="5748791" y="49012"/>
                </a:cubicBezTo>
                <a:cubicBezTo>
                  <a:pt x="5721546" y="49012"/>
                  <a:pt x="5699459" y="71099"/>
                  <a:pt x="5699459" y="98344"/>
                </a:cubicBezTo>
                <a:cubicBezTo>
                  <a:pt x="5699459" y="108561"/>
                  <a:pt x="5702565" y="118052"/>
                  <a:pt x="5707884" y="125926"/>
                </a:cubicBezTo>
                <a:lnTo>
                  <a:pt x="5710520" y="129120"/>
                </a:lnTo>
                <a:lnTo>
                  <a:pt x="5704140" y="131100"/>
                </a:lnTo>
                <a:cubicBezTo>
                  <a:pt x="5686434" y="138589"/>
                  <a:pt x="5674010" y="156121"/>
                  <a:pt x="5674010" y="176555"/>
                </a:cubicBezTo>
                <a:cubicBezTo>
                  <a:pt x="5674010" y="196989"/>
                  <a:pt x="5686434" y="214521"/>
                  <a:pt x="5704140" y="222010"/>
                </a:cubicBezTo>
                <a:lnTo>
                  <a:pt x="5711152" y="224187"/>
                </a:lnTo>
                <a:lnTo>
                  <a:pt x="5707884" y="228147"/>
                </a:lnTo>
                <a:cubicBezTo>
                  <a:pt x="5702565" y="236020"/>
                  <a:pt x="5699459" y="245512"/>
                  <a:pt x="5699459" y="255729"/>
                </a:cubicBezTo>
                <a:cubicBezTo>
                  <a:pt x="5699459" y="282974"/>
                  <a:pt x="5721546" y="305060"/>
                  <a:pt x="5748791" y="305060"/>
                </a:cubicBezTo>
                <a:cubicBezTo>
                  <a:pt x="5752197" y="305060"/>
                  <a:pt x="5755522" y="304715"/>
                  <a:pt x="5758733" y="304058"/>
                </a:cubicBezTo>
                <a:lnTo>
                  <a:pt x="5767671" y="301284"/>
                </a:lnTo>
                <a:lnTo>
                  <a:pt x="5767323" y="304741"/>
                </a:lnTo>
                <a:cubicBezTo>
                  <a:pt x="5767323" y="331986"/>
                  <a:pt x="5789409" y="354073"/>
                  <a:pt x="5816655" y="354073"/>
                </a:cubicBezTo>
                <a:close/>
                <a:moveTo>
                  <a:pt x="5107403" y="354073"/>
                </a:moveTo>
                <a:cubicBezTo>
                  <a:pt x="5121025" y="354073"/>
                  <a:pt x="5133358" y="348551"/>
                  <a:pt x="5142285" y="339624"/>
                </a:cubicBezTo>
                <a:lnTo>
                  <a:pt x="5147932" y="332780"/>
                </a:lnTo>
                <a:lnTo>
                  <a:pt x="5153579" y="339624"/>
                </a:lnTo>
                <a:cubicBezTo>
                  <a:pt x="5162506" y="348551"/>
                  <a:pt x="5174839" y="354073"/>
                  <a:pt x="5188462" y="354073"/>
                </a:cubicBezTo>
                <a:cubicBezTo>
                  <a:pt x="5215707" y="354073"/>
                  <a:pt x="5237794" y="331986"/>
                  <a:pt x="5237794" y="304741"/>
                </a:cubicBezTo>
                <a:lnTo>
                  <a:pt x="5237445" y="301284"/>
                </a:lnTo>
                <a:lnTo>
                  <a:pt x="5246383" y="304058"/>
                </a:lnTo>
                <a:cubicBezTo>
                  <a:pt x="5249595" y="304715"/>
                  <a:pt x="5252920" y="305060"/>
                  <a:pt x="5256325" y="305060"/>
                </a:cubicBezTo>
                <a:cubicBezTo>
                  <a:pt x="5283571" y="305060"/>
                  <a:pt x="5305657" y="282974"/>
                  <a:pt x="5305657" y="255729"/>
                </a:cubicBezTo>
                <a:cubicBezTo>
                  <a:pt x="5305657" y="245512"/>
                  <a:pt x="5302551" y="236020"/>
                  <a:pt x="5297232" y="228147"/>
                </a:cubicBezTo>
                <a:lnTo>
                  <a:pt x="5293965" y="224187"/>
                </a:lnTo>
                <a:lnTo>
                  <a:pt x="5300977" y="222010"/>
                </a:lnTo>
                <a:cubicBezTo>
                  <a:pt x="5318683" y="214521"/>
                  <a:pt x="5331106" y="196989"/>
                  <a:pt x="5331106" y="176555"/>
                </a:cubicBezTo>
                <a:cubicBezTo>
                  <a:pt x="5331106" y="156121"/>
                  <a:pt x="5318683" y="138589"/>
                  <a:pt x="5300977" y="131100"/>
                </a:cubicBezTo>
                <a:lnTo>
                  <a:pt x="5294597" y="129120"/>
                </a:lnTo>
                <a:lnTo>
                  <a:pt x="5297232" y="125926"/>
                </a:lnTo>
                <a:cubicBezTo>
                  <a:pt x="5302551" y="118052"/>
                  <a:pt x="5305657" y="108561"/>
                  <a:pt x="5305657" y="98344"/>
                </a:cubicBezTo>
                <a:cubicBezTo>
                  <a:pt x="5305657" y="71099"/>
                  <a:pt x="5283571" y="49012"/>
                  <a:pt x="5256325" y="49012"/>
                </a:cubicBezTo>
                <a:cubicBezTo>
                  <a:pt x="5251217" y="49012"/>
                  <a:pt x="5246290" y="49789"/>
                  <a:pt x="5241656" y="51230"/>
                </a:cubicBezTo>
                <a:lnTo>
                  <a:pt x="5237396" y="53278"/>
                </a:lnTo>
                <a:lnTo>
                  <a:pt x="5237794" y="49331"/>
                </a:lnTo>
                <a:cubicBezTo>
                  <a:pt x="5237794" y="22086"/>
                  <a:pt x="5215707" y="0"/>
                  <a:pt x="5188462" y="0"/>
                </a:cubicBezTo>
                <a:cubicBezTo>
                  <a:pt x="5174839" y="0"/>
                  <a:pt x="5162507" y="5521"/>
                  <a:pt x="5153579" y="14449"/>
                </a:cubicBezTo>
                <a:lnTo>
                  <a:pt x="5147932" y="21293"/>
                </a:lnTo>
                <a:lnTo>
                  <a:pt x="5142286" y="14449"/>
                </a:lnTo>
                <a:cubicBezTo>
                  <a:pt x="5133358" y="5521"/>
                  <a:pt x="5121025" y="0"/>
                  <a:pt x="5107403" y="0"/>
                </a:cubicBezTo>
                <a:cubicBezTo>
                  <a:pt x="5080157" y="0"/>
                  <a:pt x="5058071" y="22086"/>
                  <a:pt x="5058071" y="49331"/>
                </a:cubicBezTo>
                <a:lnTo>
                  <a:pt x="5058419" y="52789"/>
                </a:lnTo>
                <a:lnTo>
                  <a:pt x="5049481" y="50014"/>
                </a:lnTo>
                <a:cubicBezTo>
                  <a:pt x="5046270" y="49357"/>
                  <a:pt x="5042945" y="49012"/>
                  <a:pt x="5039539" y="49012"/>
                </a:cubicBezTo>
                <a:cubicBezTo>
                  <a:pt x="5012294" y="49012"/>
                  <a:pt x="4990207" y="71099"/>
                  <a:pt x="4990207" y="98344"/>
                </a:cubicBezTo>
                <a:cubicBezTo>
                  <a:pt x="4990207" y="108561"/>
                  <a:pt x="4993313" y="118052"/>
                  <a:pt x="4998632" y="125926"/>
                </a:cubicBezTo>
                <a:lnTo>
                  <a:pt x="5001268" y="129120"/>
                </a:lnTo>
                <a:lnTo>
                  <a:pt x="4994888" y="131100"/>
                </a:lnTo>
                <a:cubicBezTo>
                  <a:pt x="4977182" y="138589"/>
                  <a:pt x="4964758" y="156121"/>
                  <a:pt x="4964758" y="176555"/>
                </a:cubicBezTo>
                <a:cubicBezTo>
                  <a:pt x="4964758" y="196989"/>
                  <a:pt x="4977182" y="214521"/>
                  <a:pt x="4994888" y="222010"/>
                </a:cubicBezTo>
                <a:lnTo>
                  <a:pt x="5001900" y="224187"/>
                </a:lnTo>
                <a:lnTo>
                  <a:pt x="4998632" y="228147"/>
                </a:lnTo>
                <a:cubicBezTo>
                  <a:pt x="4993313" y="236020"/>
                  <a:pt x="4990207" y="245512"/>
                  <a:pt x="4990207" y="255729"/>
                </a:cubicBezTo>
                <a:cubicBezTo>
                  <a:pt x="4990207" y="282974"/>
                  <a:pt x="5012294" y="305060"/>
                  <a:pt x="5039539" y="305060"/>
                </a:cubicBezTo>
                <a:cubicBezTo>
                  <a:pt x="5042945" y="305060"/>
                  <a:pt x="5046270" y="304715"/>
                  <a:pt x="5049481" y="304058"/>
                </a:cubicBezTo>
                <a:lnTo>
                  <a:pt x="5058419" y="301284"/>
                </a:lnTo>
                <a:lnTo>
                  <a:pt x="5058071" y="304741"/>
                </a:lnTo>
                <a:cubicBezTo>
                  <a:pt x="5058071" y="331986"/>
                  <a:pt x="5080157" y="354073"/>
                  <a:pt x="5107403" y="354073"/>
                </a:cubicBezTo>
                <a:close/>
                <a:moveTo>
                  <a:pt x="4398151" y="354073"/>
                </a:moveTo>
                <a:cubicBezTo>
                  <a:pt x="4411773" y="354073"/>
                  <a:pt x="4424106" y="348551"/>
                  <a:pt x="4433033" y="339624"/>
                </a:cubicBezTo>
                <a:lnTo>
                  <a:pt x="4438680" y="332780"/>
                </a:lnTo>
                <a:lnTo>
                  <a:pt x="4444327" y="339624"/>
                </a:lnTo>
                <a:cubicBezTo>
                  <a:pt x="4453254" y="348551"/>
                  <a:pt x="4465587" y="354073"/>
                  <a:pt x="4479210" y="354073"/>
                </a:cubicBezTo>
                <a:cubicBezTo>
                  <a:pt x="4506455" y="354073"/>
                  <a:pt x="4528542" y="331986"/>
                  <a:pt x="4528542" y="304741"/>
                </a:cubicBezTo>
                <a:lnTo>
                  <a:pt x="4528193" y="301284"/>
                </a:lnTo>
                <a:lnTo>
                  <a:pt x="4537131" y="304058"/>
                </a:lnTo>
                <a:cubicBezTo>
                  <a:pt x="4540343" y="304715"/>
                  <a:pt x="4543668" y="305060"/>
                  <a:pt x="4547073" y="305060"/>
                </a:cubicBezTo>
                <a:cubicBezTo>
                  <a:pt x="4574319" y="305060"/>
                  <a:pt x="4596405" y="282974"/>
                  <a:pt x="4596405" y="255729"/>
                </a:cubicBezTo>
                <a:cubicBezTo>
                  <a:pt x="4596405" y="245512"/>
                  <a:pt x="4593299" y="236020"/>
                  <a:pt x="4587980" y="228147"/>
                </a:cubicBezTo>
                <a:lnTo>
                  <a:pt x="4584713" y="224187"/>
                </a:lnTo>
                <a:lnTo>
                  <a:pt x="4591725" y="222010"/>
                </a:lnTo>
                <a:cubicBezTo>
                  <a:pt x="4609431" y="214521"/>
                  <a:pt x="4621854" y="196989"/>
                  <a:pt x="4621854" y="176555"/>
                </a:cubicBezTo>
                <a:cubicBezTo>
                  <a:pt x="4621854" y="156121"/>
                  <a:pt x="4609431" y="138589"/>
                  <a:pt x="4591725" y="131100"/>
                </a:cubicBezTo>
                <a:lnTo>
                  <a:pt x="4585345" y="129120"/>
                </a:lnTo>
                <a:lnTo>
                  <a:pt x="4587980" y="125926"/>
                </a:lnTo>
                <a:cubicBezTo>
                  <a:pt x="4593299" y="118052"/>
                  <a:pt x="4596405" y="108561"/>
                  <a:pt x="4596405" y="98344"/>
                </a:cubicBezTo>
                <a:cubicBezTo>
                  <a:pt x="4596405" y="71099"/>
                  <a:pt x="4574319" y="49012"/>
                  <a:pt x="4547073" y="49012"/>
                </a:cubicBezTo>
                <a:cubicBezTo>
                  <a:pt x="4541965" y="49012"/>
                  <a:pt x="4537038" y="49789"/>
                  <a:pt x="4532404" y="51230"/>
                </a:cubicBezTo>
                <a:lnTo>
                  <a:pt x="4528144" y="53278"/>
                </a:lnTo>
                <a:lnTo>
                  <a:pt x="4528542" y="49331"/>
                </a:lnTo>
                <a:cubicBezTo>
                  <a:pt x="4528542" y="22086"/>
                  <a:pt x="4506455" y="0"/>
                  <a:pt x="4479210" y="0"/>
                </a:cubicBezTo>
                <a:cubicBezTo>
                  <a:pt x="4465587" y="0"/>
                  <a:pt x="4453255" y="5521"/>
                  <a:pt x="4444327" y="14449"/>
                </a:cubicBezTo>
                <a:lnTo>
                  <a:pt x="4438680" y="21293"/>
                </a:lnTo>
                <a:lnTo>
                  <a:pt x="4433034" y="14449"/>
                </a:lnTo>
                <a:cubicBezTo>
                  <a:pt x="4424106" y="5521"/>
                  <a:pt x="4411773" y="0"/>
                  <a:pt x="4398151" y="0"/>
                </a:cubicBezTo>
                <a:cubicBezTo>
                  <a:pt x="4370905" y="0"/>
                  <a:pt x="4348819" y="22086"/>
                  <a:pt x="4348819" y="49331"/>
                </a:cubicBezTo>
                <a:lnTo>
                  <a:pt x="4349167" y="52789"/>
                </a:lnTo>
                <a:lnTo>
                  <a:pt x="4340229" y="50014"/>
                </a:lnTo>
                <a:cubicBezTo>
                  <a:pt x="4337018" y="49357"/>
                  <a:pt x="4333693" y="49012"/>
                  <a:pt x="4330287" y="49012"/>
                </a:cubicBezTo>
                <a:cubicBezTo>
                  <a:pt x="4303042" y="49012"/>
                  <a:pt x="4280955" y="71099"/>
                  <a:pt x="4280955" y="98344"/>
                </a:cubicBezTo>
                <a:cubicBezTo>
                  <a:pt x="4280955" y="108561"/>
                  <a:pt x="4284061" y="118052"/>
                  <a:pt x="4289380" y="125926"/>
                </a:cubicBezTo>
                <a:lnTo>
                  <a:pt x="4292016" y="129120"/>
                </a:lnTo>
                <a:lnTo>
                  <a:pt x="4285636" y="131100"/>
                </a:lnTo>
                <a:cubicBezTo>
                  <a:pt x="4267930" y="138589"/>
                  <a:pt x="4255506" y="156121"/>
                  <a:pt x="4255506" y="176555"/>
                </a:cubicBezTo>
                <a:cubicBezTo>
                  <a:pt x="4255506" y="196989"/>
                  <a:pt x="4267930" y="214521"/>
                  <a:pt x="4285636" y="222010"/>
                </a:cubicBezTo>
                <a:lnTo>
                  <a:pt x="4292648" y="224187"/>
                </a:lnTo>
                <a:lnTo>
                  <a:pt x="4289380" y="228147"/>
                </a:lnTo>
                <a:cubicBezTo>
                  <a:pt x="4284061" y="236020"/>
                  <a:pt x="4280955" y="245512"/>
                  <a:pt x="4280955" y="255729"/>
                </a:cubicBezTo>
                <a:cubicBezTo>
                  <a:pt x="4280955" y="282974"/>
                  <a:pt x="4303042" y="305060"/>
                  <a:pt x="4330287" y="305060"/>
                </a:cubicBezTo>
                <a:cubicBezTo>
                  <a:pt x="4333693" y="305060"/>
                  <a:pt x="4337018" y="304715"/>
                  <a:pt x="4340229" y="304058"/>
                </a:cubicBezTo>
                <a:lnTo>
                  <a:pt x="4349167" y="301284"/>
                </a:lnTo>
                <a:lnTo>
                  <a:pt x="4348819" y="304741"/>
                </a:lnTo>
                <a:cubicBezTo>
                  <a:pt x="4348819" y="331986"/>
                  <a:pt x="4370905" y="354073"/>
                  <a:pt x="4398151" y="354073"/>
                </a:cubicBezTo>
                <a:close/>
                <a:moveTo>
                  <a:pt x="3688904" y="354073"/>
                </a:moveTo>
                <a:cubicBezTo>
                  <a:pt x="3702527" y="354073"/>
                  <a:pt x="3714860" y="348551"/>
                  <a:pt x="3723787" y="339624"/>
                </a:cubicBezTo>
                <a:lnTo>
                  <a:pt x="3729434" y="332780"/>
                </a:lnTo>
                <a:lnTo>
                  <a:pt x="3735080" y="339624"/>
                </a:lnTo>
                <a:cubicBezTo>
                  <a:pt x="3744007" y="348551"/>
                  <a:pt x="3756341" y="354073"/>
                  <a:pt x="3769963" y="354073"/>
                </a:cubicBezTo>
                <a:cubicBezTo>
                  <a:pt x="3797208" y="354073"/>
                  <a:pt x="3819295" y="331986"/>
                  <a:pt x="3819295" y="304741"/>
                </a:cubicBezTo>
                <a:lnTo>
                  <a:pt x="3818947" y="301284"/>
                </a:lnTo>
                <a:lnTo>
                  <a:pt x="3827885" y="304058"/>
                </a:lnTo>
                <a:cubicBezTo>
                  <a:pt x="3831096" y="304715"/>
                  <a:pt x="3834421" y="305060"/>
                  <a:pt x="3837827" y="305060"/>
                </a:cubicBezTo>
                <a:cubicBezTo>
                  <a:pt x="3865072" y="305060"/>
                  <a:pt x="3887158" y="282974"/>
                  <a:pt x="3887158" y="255729"/>
                </a:cubicBezTo>
                <a:cubicBezTo>
                  <a:pt x="3887158" y="245512"/>
                  <a:pt x="3884053" y="236020"/>
                  <a:pt x="3878733" y="228147"/>
                </a:cubicBezTo>
                <a:lnTo>
                  <a:pt x="3875466" y="224187"/>
                </a:lnTo>
                <a:lnTo>
                  <a:pt x="3882478" y="222010"/>
                </a:lnTo>
                <a:cubicBezTo>
                  <a:pt x="3900184" y="214521"/>
                  <a:pt x="3912607" y="196989"/>
                  <a:pt x="3912607" y="176555"/>
                </a:cubicBezTo>
                <a:cubicBezTo>
                  <a:pt x="3912607" y="156121"/>
                  <a:pt x="3900184" y="138589"/>
                  <a:pt x="3882478" y="131100"/>
                </a:cubicBezTo>
                <a:lnTo>
                  <a:pt x="3876098" y="129120"/>
                </a:lnTo>
                <a:lnTo>
                  <a:pt x="3878733" y="125926"/>
                </a:lnTo>
                <a:cubicBezTo>
                  <a:pt x="3884053" y="118052"/>
                  <a:pt x="3887158" y="108561"/>
                  <a:pt x="3887158" y="98344"/>
                </a:cubicBezTo>
                <a:cubicBezTo>
                  <a:pt x="3887158" y="71099"/>
                  <a:pt x="3865072" y="49012"/>
                  <a:pt x="3837827" y="49012"/>
                </a:cubicBezTo>
                <a:cubicBezTo>
                  <a:pt x="3832718" y="49012"/>
                  <a:pt x="3827791" y="49789"/>
                  <a:pt x="3823157" y="51230"/>
                </a:cubicBezTo>
                <a:lnTo>
                  <a:pt x="3818898" y="53278"/>
                </a:lnTo>
                <a:lnTo>
                  <a:pt x="3819295" y="49331"/>
                </a:lnTo>
                <a:cubicBezTo>
                  <a:pt x="3819295" y="22086"/>
                  <a:pt x="3797208" y="0"/>
                  <a:pt x="3769963" y="0"/>
                </a:cubicBezTo>
                <a:cubicBezTo>
                  <a:pt x="3756341" y="0"/>
                  <a:pt x="3744008" y="5521"/>
                  <a:pt x="3735080" y="14449"/>
                </a:cubicBezTo>
                <a:lnTo>
                  <a:pt x="3729434" y="21293"/>
                </a:lnTo>
                <a:lnTo>
                  <a:pt x="3723787" y="14449"/>
                </a:lnTo>
                <a:cubicBezTo>
                  <a:pt x="3714860" y="5521"/>
                  <a:pt x="3702527" y="0"/>
                  <a:pt x="3688904" y="0"/>
                </a:cubicBezTo>
                <a:cubicBezTo>
                  <a:pt x="3661659" y="0"/>
                  <a:pt x="3639572" y="22086"/>
                  <a:pt x="3639572" y="49331"/>
                </a:cubicBezTo>
                <a:lnTo>
                  <a:pt x="3639921" y="52789"/>
                </a:lnTo>
                <a:lnTo>
                  <a:pt x="3630983" y="50014"/>
                </a:lnTo>
                <a:cubicBezTo>
                  <a:pt x="3627771" y="49357"/>
                  <a:pt x="3624446" y="49012"/>
                  <a:pt x="3621040" y="49012"/>
                </a:cubicBezTo>
                <a:cubicBezTo>
                  <a:pt x="3593795" y="49012"/>
                  <a:pt x="3571709" y="71099"/>
                  <a:pt x="3571709" y="98344"/>
                </a:cubicBezTo>
                <a:cubicBezTo>
                  <a:pt x="3571709" y="108561"/>
                  <a:pt x="3574815" y="118052"/>
                  <a:pt x="3580134" y="125926"/>
                </a:cubicBezTo>
                <a:lnTo>
                  <a:pt x="3582769" y="129120"/>
                </a:lnTo>
                <a:lnTo>
                  <a:pt x="3576390" y="131100"/>
                </a:lnTo>
                <a:cubicBezTo>
                  <a:pt x="3558684" y="138589"/>
                  <a:pt x="3546260" y="156121"/>
                  <a:pt x="3546260" y="176555"/>
                </a:cubicBezTo>
                <a:cubicBezTo>
                  <a:pt x="3546260" y="196989"/>
                  <a:pt x="3558684" y="214521"/>
                  <a:pt x="3576390" y="222010"/>
                </a:cubicBezTo>
                <a:lnTo>
                  <a:pt x="3583402" y="224187"/>
                </a:lnTo>
                <a:lnTo>
                  <a:pt x="3580134" y="228147"/>
                </a:lnTo>
                <a:cubicBezTo>
                  <a:pt x="3574815" y="236020"/>
                  <a:pt x="3571709" y="245512"/>
                  <a:pt x="3571709" y="255729"/>
                </a:cubicBezTo>
                <a:cubicBezTo>
                  <a:pt x="3571709" y="282974"/>
                  <a:pt x="3593795" y="305060"/>
                  <a:pt x="3621040" y="305060"/>
                </a:cubicBezTo>
                <a:cubicBezTo>
                  <a:pt x="3624446" y="305060"/>
                  <a:pt x="3627771" y="304715"/>
                  <a:pt x="3630983" y="304058"/>
                </a:cubicBezTo>
                <a:lnTo>
                  <a:pt x="3639921" y="301284"/>
                </a:lnTo>
                <a:lnTo>
                  <a:pt x="3639572" y="304741"/>
                </a:lnTo>
                <a:cubicBezTo>
                  <a:pt x="3639572" y="331986"/>
                  <a:pt x="3661659" y="354073"/>
                  <a:pt x="3688904" y="354073"/>
                </a:cubicBezTo>
                <a:close/>
                <a:moveTo>
                  <a:pt x="2979652" y="354073"/>
                </a:moveTo>
                <a:cubicBezTo>
                  <a:pt x="2993274" y="354073"/>
                  <a:pt x="3005607" y="348551"/>
                  <a:pt x="3014535" y="339624"/>
                </a:cubicBezTo>
                <a:lnTo>
                  <a:pt x="3020182" y="332780"/>
                </a:lnTo>
                <a:lnTo>
                  <a:pt x="3025828" y="339624"/>
                </a:lnTo>
                <a:cubicBezTo>
                  <a:pt x="3034755" y="348551"/>
                  <a:pt x="3047088" y="354073"/>
                  <a:pt x="3060710" y="354073"/>
                </a:cubicBezTo>
                <a:cubicBezTo>
                  <a:pt x="3087956" y="354073"/>
                  <a:pt x="3110042" y="331986"/>
                  <a:pt x="3110042" y="304741"/>
                </a:cubicBezTo>
                <a:lnTo>
                  <a:pt x="3109694" y="301284"/>
                </a:lnTo>
                <a:lnTo>
                  <a:pt x="3118633" y="304058"/>
                </a:lnTo>
                <a:cubicBezTo>
                  <a:pt x="3121844" y="304715"/>
                  <a:pt x="3125169" y="305060"/>
                  <a:pt x="3128575" y="305060"/>
                </a:cubicBezTo>
                <a:cubicBezTo>
                  <a:pt x="3155821" y="305060"/>
                  <a:pt x="3177907" y="282974"/>
                  <a:pt x="3177907" y="255729"/>
                </a:cubicBezTo>
                <a:cubicBezTo>
                  <a:pt x="3177907" y="245512"/>
                  <a:pt x="3174800" y="236020"/>
                  <a:pt x="3169481" y="228147"/>
                </a:cubicBezTo>
                <a:lnTo>
                  <a:pt x="3166213" y="224187"/>
                </a:lnTo>
                <a:lnTo>
                  <a:pt x="3173226" y="222010"/>
                </a:lnTo>
                <a:cubicBezTo>
                  <a:pt x="3190931" y="214521"/>
                  <a:pt x="3203353" y="196989"/>
                  <a:pt x="3203353" y="176555"/>
                </a:cubicBezTo>
                <a:cubicBezTo>
                  <a:pt x="3203353" y="156121"/>
                  <a:pt x="3190931" y="138589"/>
                  <a:pt x="3173226" y="131100"/>
                </a:cubicBezTo>
                <a:lnTo>
                  <a:pt x="3166845" y="129120"/>
                </a:lnTo>
                <a:lnTo>
                  <a:pt x="3169481" y="125926"/>
                </a:lnTo>
                <a:cubicBezTo>
                  <a:pt x="3174800" y="118052"/>
                  <a:pt x="3177907" y="108561"/>
                  <a:pt x="3177907" y="98344"/>
                </a:cubicBezTo>
                <a:cubicBezTo>
                  <a:pt x="3177907" y="71099"/>
                  <a:pt x="3155821" y="49012"/>
                  <a:pt x="3128575" y="49012"/>
                </a:cubicBezTo>
                <a:cubicBezTo>
                  <a:pt x="3123467" y="49012"/>
                  <a:pt x="3118538" y="49789"/>
                  <a:pt x="3113904" y="51230"/>
                </a:cubicBezTo>
                <a:lnTo>
                  <a:pt x="3109645" y="53278"/>
                </a:lnTo>
                <a:lnTo>
                  <a:pt x="3110042" y="49331"/>
                </a:lnTo>
                <a:cubicBezTo>
                  <a:pt x="3110042" y="22086"/>
                  <a:pt x="3087956" y="0"/>
                  <a:pt x="3060712" y="0"/>
                </a:cubicBezTo>
                <a:cubicBezTo>
                  <a:pt x="3047088" y="0"/>
                  <a:pt x="3034755" y="5521"/>
                  <a:pt x="3025828" y="14449"/>
                </a:cubicBezTo>
                <a:lnTo>
                  <a:pt x="3020182" y="21293"/>
                </a:lnTo>
                <a:lnTo>
                  <a:pt x="3014535" y="14449"/>
                </a:lnTo>
                <a:cubicBezTo>
                  <a:pt x="3005607" y="5521"/>
                  <a:pt x="2993275" y="0"/>
                  <a:pt x="2979652" y="0"/>
                </a:cubicBezTo>
                <a:cubicBezTo>
                  <a:pt x="2952407" y="0"/>
                  <a:pt x="2930320" y="22086"/>
                  <a:pt x="2930320" y="49331"/>
                </a:cubicBezTo>
                <a:lnTo>
                  <a:pt x="2930670" y="52789"/>
                </a:lnTo>
                <a:lnTo>
                  <a:pt x="2921731" y="50014"/>
                </a:lnTo>
                <a:cubicBezTo>
                  <a:pt x="2918520" y="49357"/>
                  <a:pt x="2915195" y="49012"/>
                  <a:pt x="2911789" y="49012"/>
                </a:cubicBezTo>
                <a:cubicBezTo>
                  <a:pt x="2884544" y="49012"/>
                  <a:pt x="2862458" y="71099"/>
                  <a:pt x="2862458" y="98344"/>
                </a:cubicBezTo>
                <a:cubicBezTo>
                  <a:pt x="2862458" y="108561"/>
                  <a:pt x="2865564" y="118052"/>
                  <a:pt x="2870883" y="125926"/>
                </a:cubicBezTo>
                <a:lnTo>
                  <a:pt x="2873518" y="129120"/>
                </a:lnTo>
                <a:lnTo>
                  <a:pt x="2867137" y="131100"/>
                </a:lnTo>
                <a:cubicBezTo>
                  <a:pt x="2849433" y="138589"/>
                  <a:pt x="2837009" y="156121"/>
                  <a:pt x="2837009" y="176555"/>
                </a:cubicBezTo>
                <a:cubicBezTo>
                  <a:pt x="2837009" y="196989"/>
                  <a:pt x="2849433" y="214521"/>
                  <a:pt x="2867137" y="222010"/>
                </a:cubicBezTo>
                <a:lnTo>
                  <a:pt x="2874151" y="224187"/>
                </a:lnTo>
                <a:lnTo>
                  <a:pt x="2870883" y="228147"/>
                </a:lnTo>
                <a:cubicBezTo>
                  <a:pt x="2865564" y="236020"/>
                  <a:pt x="2862458" y="245512"/>
                  <a:pt x="2862458" y="255729"/>
                </a:cubicBezTo>
                <a:cubicBezTo>
                  <a:pt x="2862458" y="282974"/>
                  <a:pt x="2884544" y="305060"/>
                  <a:pt x="2911789" y="305060"/>
                </a:cubicBezTo>
                <a:cubicBezTo>
                  <a:pt x="2915195" y="305060"/>
                  <a:pt x="2918520" y="304715"/>
                  <a:pt x="2921731" y="304058"/>
                </a:cubicBezTo>
                <a:lnTo>
                  <a:pt x="2930669" y="301284"/>
                </a:lnTo>
                <a:lnTo>
                  <a:pt x="2930320" y="304741"/>
                </a:lnTo>
                <a:cubicBezTo>
                  <a:pt x="2930320" y="331986"/>
                  <a:pt x="2952407" y="354073"/>
                  <a:pt x="2979652" y="354073"/>
                </a:cubicBezTo>
                <a:close/>
                <a:moveTo>
                  <a:pt x="2270400" y="354073"/>
                </a:moveTo>
                <a:cubicBezTo>
                  <a:pt x="2284023" y="354073"/>
                  <a:pt x="2296356" y="348551"/>
                  <a:pt x="2305283" y="339624"/>
                </a:cubicBezTo>
                <a:lnTo>
                  <a:pt x="2310930" y="332780"/>
                </a:lnTo>
                <a:lnTo>
                  <a:pt x="2316577" y="339624"/>
                </a:lnTo>
                <a:cubicBezTo>
                  <a:pt x="2325504" y="348551"/>
                  <a:pt x="2337837" y="354073"/>
                  <a:pt x="2351459" y="354073"/>
                </a:cubicBezTo>
                <a:cubicBezTo>
                  <a:pt x="2378705" y="354073"/>
                  <a:pt x="2400792" y="331986"/>
                  <a:pt x="2400792" y="304741"/>
                </a:cubicBezTo>
                <a:lnTo>
                  <a:pt x="2400443" y="301284"/>
                </a:lnTo>
                <a:lnTo>
                  <a:pt x="2409381" y="304058"/>
                </a:lnTo>
                <a:cubicBezTo>
                  <a:pt x="2412593" y="304715"/>
                  <a:pt x="2415918" y="305060"/>
                  <a:pt x="2419323" y="305060"/>
                </a:cubicBezTo>
                <a:cubicBezTo>
                  <a:pt x="2446569" y="305060"/>
                  <a:pt x="2468655" y="282974"/>
                  <a:pt x="2468655" y="255729"/>
                </a:cubicBezTo>
                <a:cubicBezTo>
                  <a:pt x="2468655" y="245512"/>
                  <a:pt x="2465549" y="236020"/>
                  <a:pt x="2460230" y="228147"/>
                </a:cubicBezTo>
                <a:lnTo>
                  <a:pt x="2456962" y="224187"/>
                </a:lnTo>
                <a:lnTo>
                  <a:pt x="2463975" y="222010"/>
                </a:lnTo>
                <a:cubicBezTo>
                  <a:pt x="2481681" y="214521"/>
                  <a:pt x="2494104" y="196989"/>
                  <a:pt x="2494104" y="176555"/>
                </a:cubicBezTo>
                <a:cubicBezTo>
                  <a:pt x="2494104" y="156121"/>
                  <a:pt x="2481681" y="138589"/>
                  <a:pt x="2463975" y="131100"/>
                </a:cubicBezTo>
                <a:lnTo>
                  <a:pt x="2457594" y="129120"/>
                </a:lnTo>
                <a:lnTo>
                  <a:pt x="2460230" y="125926"/>
                </a:lnTo>
                <a:cubicBezTo>
                  <a:pt x="2465549" y="118052"/>
                  <a:pt x="2468655" y="108561"/>
                  <a:pt x="2468655" y="98344"/>
                </a:cubicBezTo>
                <a:cubicBezTo>
                  <a:pt x="2468655" y="71099"/>
                  <a:pt x="2446569" y="49012"/>
                  <a:pt x="2419323" y="49012"/>
                </a:cubicBezTo>
                <a:cubicBezTo>
                  <a:pt x="2414215" y="49012"/>
                  <a:pt x="2409288" y="49789"/>
                  <a:pt x="2404654" y="51230"/>
                </a:cubicBezTo>
                <a:lnTo>
                  <a:pt x="2400394" y="53278"/>
                </a:lnTo>
                <a:lnTo>
                  <a:pt x="2400792" y="49331"/>
                </a:lnTo>
                <a:cubicBezTo>
                  <a:pt x="2400792" y="22086"/>
                  <a:pt x="2378705" y="0"/>
                  <a:pt x="2351460" y="0"/>
                </a:cubicBezTo>
                <a:cubicBezTo>
                  <a:pt x="2337837" y="0"/>
                  <a:pt x="2325504" y="5521"/>
                  <a:pt x="2316577" y="14449"/>
                </a:cubicBezTo>
                <a:lnTo>
                  <a:pt x="2310930" y="21293"/>
                </a:lnTo>
                <a:lnTo>
                  <a:pt x="2305283" y="14449"/>
                </a:lnTo>
                <a:cubicBezTo>
                  <a:pt x="2296356" y="5521"/>
                  <a:pt x="2284023" y="0"/>
                  <a:pt x="2270401" y="0"/>
                </a:cubicBezTo>
                <a:cubicBezTo>
                  <a:pt x="2243155" y="0"/>
                  <a:pt x="2221069" y="22086"/>
                  <a:pt x="2221069" y="49331"/>
                </a:cubicBezTo>
                <a:lnTo>
                  <a:pt x="2221418" y="52789"/>
                </a:lnTo>
                <a:lnTo>
                  <a:pt x="2212479" y="50014"/>
                </a:lnTo>
                <a:cubicBezTo>
                  <a:pt x="2209268" y="49357"/>
                  <a:pt x="2205943" y="49012"/>
                  <a:pt x="2202537" y="49012"/>
                </a:cubicBezTo>
                <a:cubicBezTo>
                  <a:pt x="2175292" y="49012"/>
                  <a:pt x="2153205" y="71099"/>
                  <a:pt x="2153205" y="98344"/>
                </a:cubicBezTo>
                <a:cubicBezTo>
                  <a:pt x="2153205" y="108561"/>
                  <a:pt x="2156311" y="118052"/>
                  <a:pt x="2161631" y="125926"/>
                </a:cubicBezTo>
                <a:lnTo>
                  <a:pt x="2164266" y="129120"/>
                </a:lnTo>
                <a:lnTo>
                  <a:pt x="2157886" y="131100"/>
                </a:lnTo>
                <a:cubicBezTo>
                  <a:pt x="2140180" y="138589"/>
                  <a:pt x="2127757" y="156121"/>
                  <a:pt x="2127757" y="176555"/>
                </a:cubicBezTo>
                <a:cubicBezTo>
                  <a:pt x="2127757" y="196989"/>
                  <a:pt x="2140180" y="214521"/>
                  <a:pt x="2157886" y="222010"/>
                </a:cubicBezTo>
                <a:lnTo>
                  <a:pt x="2164898" y="224187"/>
                </a:lnTo>
                <a:lnTo>
                  <a:pt x="2161631" y="228147"/>
                </a:lnTo>
                <a:cubicBezTo>
                  <a:pt x="2156311" y="236020"/>
                  <a:pt x="2153205" y="245512"/>
                  <a:pt x="2153205" y="255729"/>
                </a:cubicBezTo>
                <a:cubicBezTo>
                  <a:pt x="2153205" y="282974"/>
                  <a:pt x="2175292" y="305060"/>
                  <a:pt x="2202537" y="305060"/>
                </a:cubicBezTo>
                <a:cubicBezTo>
                  <a:pt x="2205943" y="305060"/>
                  <a:pt x="2209268" y="304715"/>
                  <a:pt x="2212479" y="304058"/>
                </a:cubicBezTo>
                <a:lnTo>
                  <a:pt x="2221417" y="301284"/>
                </a:lnTo>
                <a:lnTo>
                  <a:pt x="2221069" y="304741"/>
                </a:lnTo>
                <a:cubicBezTo>
                  <a:pt x="2221069" y="331986"/>
                  <a:pt x="2243155" y="354073"/>
                  <a:pt x="2270400" y="354073"/>
                </a:cubicBezTo>
                <a:close/>
                <a:moveTo>
                  <a:pt x="1561148" y="354073"/>
                </a:moveTo>
                <a:cubicBezTo>
                  <a:pt x="1574771" y="354073"/>
                  <a:pt x="1587104" y="348551"/>
                  <a:pt x="1596031" y="339624"/>
                </a:cubicBezTo>
                <a:lnTo>
                  <a:pt x="1601678" y="332780"/>
                </a:lnTo>
                <a:lnTo>
                  <a:pt x="1607324" y="339624"/>
                </a:lnTo>
                <a:cubicBezTo>
                  <a:pt x="1616252" y="348551"/>
                  <a:pt x="1628585" y="354073"/>
                  <a:pt x="1642207" y="354073"/>
                </a:cubicBezTo>
                <a:cubicBezTo>
                  <a:pt x="1669452" y="354073"/>
                  <a:pt x="1691539" y="331986"/>
                  <a:pt x="1691539" y="304741"/>
                </a:cubicBezTo>
                <a:lnTo>
                  <a:pt x="1691191" y="301284"/>
                </a:lnTo>
                <a:lnTo>
                  <a:pt x="1700129" y="304058"/>
                </a:lnTo>
                <a:cubicBezTo>
                  <a:pt x="1703341" y="304715"/>
                  <a:pt x="1706666" y="305060"/>
                  <a:pt x="1710071" y="305060"/>
                </a:cubicBezTo>
                <a:cubicBezTo>
                  <a:pt x="1737316" y="305060"/>
                  <a:pt x="1759403" y="282974"/>
                  <a:pt x="1759403" y="255729"/>
                </a:cubicBezTo>
                <a:cubicBezTo>
                  <a:pt x="1759403" y="245512"/>
                  <a:pt x="1756297" y="236020"/>
                  <a:pt x="1750978" y="228147"/>
                </a:cubicBezTo>
                <a:lnTo>
                  <a:pt x="1747710" y="224187"/>
                </a:lnTo>
                <a:lnTo>
                  <a:pt x="1754722" y="222010"/>
                </a:lnTo>
                <a:cubicBezTo>
                  <a:pt x="1772428" y="214521"/>
                  <a:pt x="1784852" y="196989"/>
                  <a:pt x="1784852" y="176555"/>
                </a:cubicBezTo>
                <a:cubicBezTo>
                  <a:pt x="1784852" y="156121"/>
                  <a:pt x="1772428" y="138589"/>
                  <a:pt x="1754722" y="131100"/>
                </a:cubicBezTo>
                <a:lnTo>
                  <a:pt x="1748343" y="129120"/>
                </a:lnTo>
                <a:lnTo>
                  <a:pt x="1750978" y="125926"/>
                </a:lnTo>
                <a:cubicBezTo>
                  <a:pt x="1756297" y="118052"/>
                  <a:pt x="1759403" y="108561"/>
                  <a:pt x="1759403" y="98344"/>
                </a:cubicBezTo>
                <a:cubicBezTo>
                  <a:pt x="1759403" y="71099"/>
                  <a:pt x="1737316" y="49012"/>
                  <a:pt x="1710071" y="49012"/>
                </a:cubicBezTo>
                <a:cubicBezTo>
                  <a:pt x="1704963" y="49012"/>
                  <a:pt x="1700036" y="49789"/>
                  <a:pt x="1695401" y="51230"/>
                </a:cubicBezTo>
                <a:lnTo>
                  <a:pt x="1691142" y="53278"/>
                </a:lnTo>
                <a:lnTo>
                  <a:pt x="1691539" y="49331"/>
                </a:lnTo>
                <a:cubicBezTo>
                  <a:pt x="1691539" y="22086"/>
                  <a:pt x="1669452" y="0"/>
                  <a:pt x="1642207" y="0"/>
                </a:cubicBezTo>
                <a:cubicBezTo>
                  <a:pt x="1628585" y="0"/>
                  <a:pt x="1616252" y="5521"/>
                  <a:pt x="1607324" y="14449"/>
                </a:cubicBezTo>
                <a:lnTo>
                  <a:pt x="1601678" y="21293"/>
                </a:lnTo>
                <a:lnTo>
                  <a:pt x="1596031" y="14449"/>
                </a:lnTo>
                <a:cubicBezTo>
                  <a:pt x="1587104" y="5521"/>
                  <a:pt x="1574771" y="0"/>
                  <a:pt x="1561149" y="0"/>
                </a:cubicBezTo>
                <a:cubicBezTo>
                  <a:pt x="1533903" y="0"/>
                  <a:pt x="1511816" y="22086"/>
                  <a:pt x="1511816" y="49331"/>
                </a:cubicBezTo>
                <a:lnTo>
                  <a:pt x="1512165" y="52789"/>
                </a:lnTo>
                <a:lnTo>
                  <a:pt x="1503226" y="50014"/>
                </a:lnTo>
                <a:cubicBezTo>
                  <a:pt x="1500015" y="49357"/>
                  <a:pt x="1496690" y="49012"/>
                  <a:pt x="1493284" y="49012"/>
                </a:cubicBezTo>
                <a:cubicBezTo>
                  <a:pt x="1466039" y="49012"/>
                  <a:pt x="1443953" y="71099"/>
                  <a:pt x="1443953" y="98344"/>
                </a:cubicBezTo>
                <a:cubicBezTo>
                  <a:pt x="1443953" y="108561"/>
                  <a:pt x="1447058" y="118052"/>
                  <a:pt x="1452378" y="125926"/>
                </a:cubicBezTo>
                <a:lnTo>
                  <a:pt x="1455013" y="129120"/>
                </a:lnTo>
                <a:lnTo>
                  <a:pt x="1448633" y="131100"/>
                </a:lnTo>
                <a:cubicBezTo>
                  <a:pt x="1430928" y="138589"/>
                  <a:pt x="1418504" y="156121"/>
                  <a:pt x="1418504" y="176555"/>
                </a:cubicBezTo>
                <a:cubicBezTo>
                  <a:pt x="1418504" y="196989"/>
                  <a:pt x="1430928" y="214521"/>
                  <a:pt x="1448633" y="222010"/>
                </a:cubicBezTo>
                <a:lnTo>
                  <a:pt x="1455645" y="224187"/>
                </a:lnTo>
                <a:lnTo>
                  <a:pt x="1452378" y="228147"/>
                </a:lnTo>
                <a:cubicBezTo>
                  <a:pt x="1447058" y="236020"/>
                  <a:pt x="1443953" y="245512"/>
                  <a:pt x="1443953" y="255729"/>
                </a:cubicBezTo>
                <a:cubicBezTo>
                  <a:pt x="1443953" y="282974"/>
                  <a:pt x="1466039" y="305060"/>
                  <a:pt x="1493284" y="305060"/>
                </a:cubicBezTo>
                <a:cubicBezTo>
                  <a:pt x="1496690" y="305060"/>
                  <a:pt x="1500015" y="304715"/>
                  <a:pt x="1503227" y="304058"/>
                </a:cubicBezTo>
                <a:lnTo>
                  <a:pt x="1512165" y="301284"/>
                </a:lnTo>
                <a:lnTo>
                  <a:pt x="1511816" y="304741"/>
                </a:lnTo>
                <a:cubicBezTo>
                  <a:pt x="1511816" y="331986"/>
                  <a:pt x="1533903" y="354073"/>
                  <a:pt x="1561148" y="354073"/>
                </a:cubicBezTo>
                <a:close/>
                <a:moveTo>
                  <a:pt x="851896" y="354073"/>
                </a:moveTo>
                <a:cubicBezTo>
                  <a:pt x="865518" y="354073"/>
                  <a:pt x="877851" y="348551"/>
                  <a:pt x="886778" y="339624"/>
                </a:cubicBezTo>
                <a:lnTo>
                  <a:pt x="892425" y="332780"/>
                </a:lnTo>
                <a:lnTo>
                  <a:pt x="898072" y="339624"/>
                </a:lnTo>
                <a:cubicBezTo>
                  <a:pt x="906999" y="348551"/>
                  <a:pt x="919334" y="354073"/>
                  <a:pt x="932957" y="354073"/>
                </a:cubicBezTo>
                <a:cubicBezTo>
                  <a:pt x="960202" y="354073"/>
                  <a:pt x="982288" y="331986"/>
                  <a:pt x="982288" y="304741"/>
                </a:cubicBezTo>
                <a:lnTo>
                  <a:pt x="981940" y="301284"/>
                </a:lnTo>
                <a:lnTo>
                  <a:pt x="990878" y="304058"/>
                </a:lnTo>
                <a:cubicBezTo>
                  <a:pt x="994089" y="304715"/>
                  <a:pt x="997414" y="305060"/>
                  <a:pt x="1000820" y="305060"/>
                </a:cubicBezTo>
                <a:cubicBezTo>
                  <a:pt x="1028065" y="305060"/>
                  <a:pt x="1050152" y="282974"/>
                  <a:pt x="1050152" y="255729"/>
                </a:cubicBezTo>
                <a:cubicBezTo>
                  <a:pt x="1050152" y="245512"/>
                  <a:pt x="1047046" y="236020"/>
                  <a:pt x="1041726" y="228147"/>
                </a:cubicBezTo>
                <a:lnTo>
                  <a:pt x="1038458" y="224187"/>
                </a:lnTo>
                <a:lnTo>
                  <a:pt x="1045471" y="222010"/>
                </a:lnTo>
                <a:cubicBezTo>
                  <a:pt x="1063177" y="214521"/>
                  <a:pt x="1075601" y="196989"/>
                  <a:pt x="1075601" y="176555"/>
                </a:cubicBezTo>
                <a:cubicBezTo>
                  <a:pt x="1075601" y="156121"/>
                  <a:pt x="1063177" y="138589"/>
                  <a:pt x="1045471" y="131100"/>
                </a:cubicBezTo>
                <a:lnTo>
                  <a:pt x="1039091" y="129120"/>
                </a:lnTo>
                <a:lnTo>
                  <a:pt x="1041726" y="125926"/>
                </a:lnTo>
                <a:cubicBezTo>
                  <a:pt x="1047046" y="118052"/>
                  <a:pt x="1050152" y="108561"/>
                  <a:pt x="1050152" y="98344"/>
                </a:cubicBezTo>
                <a:cubicBezTo>
                  <a:pt x="1050152" y="71099"/>
                  <a:pt x="1028065" y="49012"/>
                  <a:pt x="1000820" y="49012"/>
                </a:cubicBezTo>
                <a:cubicBezTo>
                  <a:pt x="995712" y="49012"/>
                  <a:pt x="990784" y="49789"/>
                  <a:pt x="986150" y="51230"/>
                </a:cubicBezTo>
                <a:lnTo>
                  <a:pt x="981890" y="53278"/>
                </a:lnTo>
                <a:lnTo>
                  <a:pt x="982288" y="49331"/>
                </a:lnTo>
                <a:cubicBezTo>
                  <a:pt x="982288" y="22086"/>
                  <a:pt x="960202" y="0"/>
                  <a:pt x="932957" y="0"/>
                </a:cubicBezTo>
                <a:cubicBezTo>
                  <a:pt x="919334" y="0"/>
                  <a:pt x="906999" y="5521"/>
                  <a:pt x="898072" y="14449"/>
                </a:cubicBezTo>
                <a:lnTo>
                  <a:pt x="892425" y="21293"/>
                </a:lnTo>
                <a:lnTo>
                  <a:pt x="886779" y="14449"/>
                </a:lnTo>
                <a:cubicBezTo>
                  <a:pt x="877851" y="5521"/>
                  <a:pt x="865518" y="0"/>
                  <a:pt x="851896" y="0"/>
                </a:cubicBezTo>
                <a:cubicBezTo>
                  <a:pt x="824651" y="0"/>
                  <a:pt x="802564" y="22086"/>
                  <a:pt x="802564" y="49331"/>
                </a:cubicBezTo>
                <a:lnTo>
                  <a:pt x="802912" y="52789"/>
                </a:lnTo>
                <a:lnTo>
                  <a:pt x="793974" y="50014"/>
                </a:lnTo>
                <a:cubicBezTo>
                  <a:pt x="790763" y="49357"/>
                  <a:pt x="787438" y="49012"/>
                  <a:pt x="784032" y="49012"/>
                </a:cubicBezTo>
                <a:cubicBezTo>
                  <a:pt x="756787" y="49012"/>
                  <a:pt x="734700" y="71099"/>
                  <a:pt x="734700" y="98344"/>
                </a:cubicBezTo>
                <a:cubicBezTo>
                  <a:pt x="734700" y="108561"/>
                  <a:pt x="737806" y="118052"/>
                  <a:pt x="743125" y="125926"/>
                </a:cubicBezTo>
                <a:lnTo>
                  <a:pt x="745761" y="129120"/>
                </a:lnTo>
                <a:lnTo>
                  <a:pt x="739381" y="131100"/>
                </a:lnTo>
                <a:cubicBezTo>
                  <a:pt x="721675" y="138589"/>
                  <a:pt x="709251" y="156121"/>
                  <a:pt x="709251" y="176555"/>
                </a:cubicBezTo>
                <a:cubicBezTo>
                  <a:pt x="709251" y="196989"/>
                  <a:pt x="721675" y="214521"/>
                  <a:pt x="739381" y="222010"/>
                </a:cubicBezTo>
                <a:lnTo>
                  <a:pt x="746393" y="224187"/>
                </a:lnTo>
                <a:lnTo>
                  <a:pt x="743125" y="228147"/>
                </a:lnTo>
                <a:cubicBezTo>
                  <a:pt x="737806" y="236020"/>
                  <a:pt x="734700" y="245512"/>
                  <a:pt x="734700" y="255729"/>
                </a:cubicBezTo>
                <a:cubicBezTo>
                  <a:pt x="734700" y="282974"/>
                  <a:pt x="756787" y="305060"/>
                  <a:pt x="784032" y="305060"/>
                </a:cubicBezTo>
                <a:cubicBezTo>
                  <a:pt x="787438" y="305060"/>
                  <a:pt x="790763" y="304715"/>
                  <a:pt x="793974" y="304058"/>
                </a:cubicBezTo>
                <a:lnTo>
                  <a:pt x="802912" y="301284"/>
                </a:lnTo>
                <a:lnTo>
                  <a:pt x="802564" y="304741"/>
                </a:lnTo>
                <a:cubicBezTo>
                  <a:pt x="802564" y="331986"/>
                  <a:pt x="824650" y="354073"/>
                  <a:pt x="851896" y="354073"/>
                </a:cubicBezTo>
                <a:close/>
                <a:moveTo>
                  <a:pt x="142644" y="354073"/>
                </a:moveTo>
                <a:cubicBezTo>
                  <a:pt x="156267" y="354073"/>
                  <a:pt x="168600" y="348551"/>
                  <a:pt x="177527" y="339624"/>
                </a:cubicBezTo>
                <a:lnTo>
                  <a:pt x="183174" y="332780"/>
                </a:lnTo>
                <a:lnTo>
                  <a:pt x="188821" y="339624"/>
                </a:lnTo>
                <a:cubicBezTo>
                  <a:pt x="197748" y="348551"/>
                  <a:pt x="210081" y="354073"/>
                  <a:pt x="223703" y="354073"/>
                </a:cubicBezTo>
                <a:cubicBezTo>
                  <a:pt x="250949" y="354073"/>
                  <a:pt x="273035" y="331986"/>
                  <a:pt x="273035" y="304741"/>
                </a:cubicBezTo>
                <a:lnTo>
                  <a:pt x="272687" y="301284"/>
                </a:lnTo>
                <a:lnTo>
                  <a:pt x="281625" y="304058"/>
                </a:lnTo>
                <a:cubicBezTo>
                  <a:pt x="284836" y="304715"/>
                  <a:pt x="288161" y="305060"/>
                  <a:pt x="291567" y="305060"/>
                </a:cubicBezTo>
                <a:cubicBezTo>
                  <a:pt x="318812" y="305060"/>
                  <a:pt x="340899" y="282974"/>
                  <a:pt x="340899" y="255729"/>
                </a:cubicBezTo>
                <a:cubicBezTo>
                  <a:pt x="340899" y="245512"/>
                  <a:pt x="337793" y="236020"/>
                  <a:pt x="332474" y="228147"/>
                </a:cubicBezTo>
                <a:lnTo>
                  <a:pt x="329206" y="224187"/>
                </a:lnTo>
                <a:lnTo>
                  <a:pt x="336218" y="222010"/>
                </a:lnTo>
                <a:cubicBezTo>
                  <a:pt x="353924" y="214521"/>
                  <a:pt x="366348" y="196989"/>
                  <a:pt x="366348" y="176555"/>
                </a:cubicBezTo>
                <a:cubicBezTo>
                  <a:pt x="366348" y="156121"/>
                  <a:pt x="353924" y="138589"/>
                  <a:pt x="336218" y="131100"/>
                </a:cubicBezTo>
                <a:lnTo>
                  <a:pt x="329838" y="129120"/>
                </a:lnTo>
                <a:lnTo>
                  <a:pt x="332474" y="125926"/>
                </a:lnTo>
                <a:cubicBezTo>
                  <a:pt x="337793" y="118052"/>
                  <a:pt x="340899" y="108561"/>
                  <a:pt x="340899" y="98344"/>
                </a:cubicBezTo>
                <a:cubicBezTo>
                  <a:pt x="340899" y="71099"/>
                  <a:pt x="318812" y="49012"/>
                  <a:pt x="291567" y="49012"/>
                </a:cubicBezTo>
                <a:cubicBezTo>
                  <a:pt x="286459" y="49012"/>
                  <a:pt x="281531" y="49789"/>
                  <a:pt x="276897" y="51230"/>
                </a:cubicBezTo>
                <a:lnTo>
                  <a:pt x="272638" y="53278"/>
                </a:lnTo>
                <a:lnTo>
                  <a:pt x="273035" y="49331"/>
                </a:lnTo>
                <a:cubicBezTo>
                  <a:pt x="273035" y="22086"/>
                  <a:pt x="250949" y="0"/>
                  <a:pt x="223704" y="0"/>
                </a:cubicBezTo>
                <a:cubicBezTo>
                  <a:pt x="210081" y="0"/>
                  <a:pt x="197748" y="5521"/>
                  <a:pt x="188821" y="14449"/>
                </a:cubicBezTo>
                <a:lnTo>
                  <a:pt x="183174" y="21293"/>
                </a:lnTo>
                <a:lnTo>
                  <a:pt x="177527" y="14449"/>
                </a:lnTo>
                <a:cubicBezTo>
                  <a:pt x="168600" y="5521"/>
                  <a:pt x="156267" y="0"/>
                  <a:pt x="142644" y="0"/>
                </a:cubicBezTo>
                <a:cubicBezTo>
                  <a:pt x="115399" y="0"/>
                  <a:pt x="93313" y="22086"/>
                  <a:pt x="93313" y="49331"/>
                </a:cubicBezTo>
                <a:lnTo>
                  <a:pt x="93661" y="52789"/>
                </a:lnTo>
                <a:lnTo>
                  <a:pt x="84723" y="50014"/>
                </a:lnTo>
                <a:cubicBezTo>
                  <a:pt x="81512" y="49357"/>
                  <a:pt x="78186" y="49012"/>
                  <a:pt x="74781" y="49012"/>
                </a:cubicBezTo>
                <a:cubicBezTo>
                  <a:pt x="47536" y="49012"/>
                  <a:pt x="25449" y="71099"/>
                  <a:pt x="25449" y="98344"/>
                </a:cubicBezTo>
                <a:cubicBezTo>
                  <a:pt x="25449" y="108561"/>
                  <a:pt x="28555" y="118052"/>
                  <a:pt x="33874" y="125926"/>
                </a:cubicBezTo>
                <a:lnTo>
                  <a:pt x="36509" y="129120"/>
                </a:lnTo>
                <a:lnTo>
                  <a:pt x="30130" y="131100"/>
                </a:lnTo>
                <a:cubicBezTo>
                  <a:pt x="12424" y="138589"/>
                  <a:pt x="0" y="156121"/>
                  <a:pt x="0" y="176555"/>
                </a:cubicBezTo>
                <a:cubicBezTo>
                  <a:pt x="0" y="196989"/>
                  <a:pt x="12424" y="214521"/>
                  <a:pt x="30130" y="222010"/>
                </a:cubicBezTo>
                <a:lnTo>
                  <a:pt x="37142" y="224187"/>
                </a:lnTo>
                <a:lnTo>
                  <a:pt x="33874" y="228147"/>
                </a:lnTo>
                <a:cubicBezTo>
                  <a:pt x="28555" y="236020"/>
                  <a:pt x="25449" y="245512"/>
                  <a:pt x="25449" y="255729"/>
                </a:cubicBezTo>
                <a:cubicBezTo>
                  <a:pt x="25449" y="282974"/>
                  <a:pt x="47536" y="305060"/>
                  <a:pt x="74781" y="305060"/>
                </a:cubicBezTo>
                <a:cubicBezTo>
                  <a:pt x="78186" y="305060"/>
                  <a:pt x="81512" y="304715"/>
                  <a:pt x="84723" y="304058"/>
                </a:cubicBezTo>
                <a:lnTo>
                  <a:pt x="93661" y="301284"/>
                </a:lnTo>
                <a:lnTo>
                  <a:pt x="93312" y="304741"/>
                </a:lnTo>
                <a:cubicBezTo>
                  <a:pt x="93312" y="331986"/>
                  <a:pt x="115399" y="354073"/>
                  <a:pt x="142644" y="354073"/>
                </a:cubicBezTo>
                <a:close/>
                <a:moveTo>
                  <a:pt x="8701715" y="619763"/>
                </a:moveTo>
                <a:cubicBezTo>
                  <a:pt x="8723296" y="619763"/>
                  <a:pt x="8740791" y="602268"/>
                  <a:pt x="8740791" y="580687"/>
                </a:cubicBezTo>
                <a:cubicBezTo>
                  <a:pt x="8740791" y="559106"/>
                  <a:pt x="8723296" y="541611"/>
                  <a:pt x="8701715" y="541611"/>
                </a:cubicBezTo>
                <a:cubicBezTo>
                  <a:pt x="8680134" y="541611"/>
                  <a:pt x="8662639" y="559106"/>
                  <a:pt x="8662639" y="580687"/>
                </a:cubicBezTo>
                <a:cubicBezTo>
                  <a:pt x="8662639" y="602268"/>
                  <a:pt x="8680134" y="619763"/>
                  <a:pt x="8701715" y="619763"/>
                </a:cubicBezTo>
                <a:close/>
                <a:moveTo>
                  <a:pt x="193983" y="619763"/>
                </a:moveTo>
                <a:cubicBezTo>
                  <a:pt x="215564" y="619763"/>
                  <a:pt x="233059" y="602268"/>
                  <a:pt x="233059" y="580687"/>
                </a:cubicBezTo>
                <a:cubicBezTo>
                  <a:pt x="233059" y="559106"/>
                  <a:pt x="215564" y="541611"/>
                  <a:pt x="193983" y="541611"/>
                </a:cubicBezTo>
                <a:cubicBezTo>
                  <a:pt x="172402" y="541611"/>
                  <a:pt x="154907" y="559106"/>
                  <a:pt x="154907" y="580687"/>
                </a:cubicBezTo>
                <a:cubicBezTo>
                  <a:pt x="154907" y="602268"/>
                  <a:pt x="172402" y="619763"/>
                  <a:pt x="193983" y="619763"/>
                </a:cubicBezTo>
                <a:close/>
                <a:moveTo>
                  <a:pt x="8697248" y="1138499"/>
                </a:moveTo>
                <a:cubicBezTo>
                  <a:pt x="8717682" y="1138499"/>
                  <a:pt x="8735214" y="1126076"/>
                  <a:pt x="8742703" y="1108370"/>
                </a:cubicBezTo>
                <a:lnTo>
                  <a:pt x="8744879" y="1101358"/>
                </a:lnTo>
                <a:lnTo>
                  <a:pt x="8748840" y="1104625"/>
                </a:lnTo>
                <a:cubicBezTo>
                  <a:pt x="8756713" y="1109945"/>
                  <a:pt x="8766204" y="1113050"/>
                  <a:pt x="8776421" y="1113050"/>
                </a:cubicBezTo>
                <a:cubicBezTo>
                  <a:pt x="8803667" y="1113050"/>
                  <a:pt x="8825753" y="1090964"/>
                  <a:pt x="8825753" y="1063719"/>
                </a:cubicBezTo>
                <a:cubicBezTo>
                  <a:pt x="8825753" y="1060313"/>
                  <a:pt x="8825408" y="1056988"/>
                  <a:pt x="8824751" y="1053776"/>
                </a:cubicBezTo>
                <a:lnTo>
                  <a:pt x="8821976" y="1044838"/>
                </a:lnTo>
                <a:lnTo>
                  <a:pt x="8825434" y="1045187"/>
                </a:lnTo>
                <a:cubicBezTo>
                  <a:pt x="8852679" y="1045187"/>
                  <a:pt x="8874765" y="1023100"/>
                  <a:pt x="8874765" y="995855"/>
                </a:cubicBezTo>
                <a:cubicBezTo>
                  <a:pt x="8874765" y="982233"/>
                  <a:pt x="8869244" y="969899"/>
                  <a:pt x="8860317" y="960972"/>
                </a:cubicBezTo>
                <a:lnTo>
                  <a:pt x="8853473" y="955325"/>
                </a:lnTo>
                <a:lnTo>
                  <a:pt x="8860317" y="949679"/>
                </a:lnTo>
                <a:cubicBezTo>
                  <a:pt x="8869244" y="940751"/>
                  <a:pt x="8874765" y="928418"/>
                  <a:pt x="8874765" y="914796"/>
                </a:cubicBezTo>
                <a:cubicBezTo>
                  <a:pt x="8874765" y="887551"/>
                  <a:pt x="8852679" y="865464"/>
                  <a:pt x="8825434" y="865464"/>
                </a:cubicBezTo>
                <a:lnTo>
                  <a:pt x="8821976" y="865812"/>
                </a:lnTo>
                <a:lnTo>
                  <a:pt x="8824751" y="856874"/>
                </a:lnTo>
                <a:cubicBezTo>
                  <a:pt x="8825408" y="853663"/>
                  <a:pt x="8825753" y="850338"/>
                  <a:pt x="8825753" y="846932"/>
                </a:cubicBezTo>
                <a:cubicBezTo>
                  <a:pt x="8825753" y="819687"/>
                  <a:pt x="8803667" y="797600"/>
                  <a:pt x="8776421" y="797600"/>
                </a:cubicBezTo>
                <a:cubicBezTo>
                  <a:pt x="8766204" y="797600"/>
                  <a:pt x="8756713" y="800706"/>
                  <a:pt x="8748840" y="806025"/>
                </a:cubicBezTo>
                <a:lnTo>
                  <a:pt x="8744879" y="809293"/>
                </a:lnTo>
                <a:lnTo>
                  <a:pt x="8742703" y="802281"/>
                </a:lnTo>
                <a:cubicBezTo>
                  <a:pt x="8735214" y="784575"/>
                  <a:pt x="8717682" y="772151"/>
                  <a:pt x="8697248" y="772151"/>
                </a:cubicBezTo>
                <a:cubicBezTo>
                  <a:pt x="8676814" y="772151"/>
                  <a:pt x="8659282" y="784575"/>
                  <a:pt x="8651793" y="802281"/>
                </a:cubicBezTo>
                <a:lnTo>
                  <a:pt x="8649812" y="808661"/>
                </a:lnTo>
                <a:lnTo>
                  <a:pt x="8646618" y="806025"/>
                </a:lnTo>
                <a:cubicBezTo>
                  <a:pt x="8638745" y="800706"/>
                  <a:pt x="8629253" y="797600"/>
                  <a:pt x="8619037" y="797600"/>
                </a:cubicBezTo>
                <a:cubicBezTo>
                  <a:pt x="8591791" y="797600"/>
                  <a:pt x="8569705" y="819687"/>
                  <a:pt x="8569705" y="846932"/>
                </a:cubicBezTo>
                <a:cubicBezTo>
                  <a:pt x="8569705" y="852041"/>
                  <a:pt x="8570481" y="856968"/>
                  <a:pt x="8571923" y="861602"/>
                </a:cubicBezTo>
                <a:lnTo>
                  <a:pt x="8573970" y="865861"/>
                </a:lnTo>
                <a:lnTo>
                  <a:pt x="8570024" y="865464"/>
                </a:lnTo>
                <a:cubicBezTo>
                  <a:pt x="8542779" y="865464"/>
                  <a:pt x="8520693" y="887550"/>
                  <a:pt x="8520693" y="914796"/>
                </a:cubicBezTo>
                <a:cubicBezTo>
                  <a:pt x="8520693" y="928418"/>
                  <a:pt x="8526214" y="940751"/>
                  <a:pt x="8535141" y="949679"/>
                </a:cubicBezTo>
                <a:lnTo>
                  <a:pt x="8541985" y="955325"/>
                </a:lnTo>
                <a:lnTo>
                  <a:pt x="8535141" y="960972"/>
                </a:lnTo>
                <a:cubicBezTo>
                  <a:pt x="8526214" y="969899"/>
                  <a:pt x="8520693" y="982232"/>
                  <a:pt x="8520693" y="995855"/>
                </a:cubicBezTo>
                <a:cubicBezTo>
                  <a:pt x="8520693" y="1023100"/>
                  <a:pt x="8542779" y="1045187"/>
                  <a:pt x="8570024" y="1045187"/>
                </a:cubicBezTo>
                <a:lnTo>
                  <a:pt x="8573482" y="1044838"/>
                </a:lnTo>
                <a:lnTo>
                  <a:pt x="8570707" y="1053777"/>
                </a:lnTo>
                <a:cubicBezTo>
                  <a:pt x="8570050" y="1056988"/>
                  <a:pt x="8569705" y="1060313"/>
                  <a:pt x="8569705" y="1063719"/>
                </a:cubicBezTo>
                <a:cubicBezTo>
                  <a:pt x="8569705" y="1090964"/>
                  <a:pt x="8591791" y="1113050"/>
                  <a:pt x="8619037" y="1113050"/>
                </a:cubicBezTo>
                <a:cubicBezTo>
                  <a:pt x="8629253" y="1113050"/>
                  <a:pt x="8638745" y="1109945"/>
                  <a:pt x="8646618" y="1104625"/>
                </a:cubicBezTo>
                <a:lnTo>
                  <a:pt x="8649812" y="1101990"/>
                </a:lnTo>
                <a:lnTo>
                  <a:pt x="8651793" y="1108370"/>
                </a:lnTo>
                <a:cubicBezTo>
                  <a:pt x="8659282" y="1126076"/>
                  <a:pt x="8676814" y="1138499"/>
                  <a:pt x="8697248" y="1138499"/>
                </a:cubicBezTo>
                <a:close/>
                <a:moveTo>
                  <a:pt x="189515" y="1138499"/>
                </a:moveTo>
                <a:cubicBezTo>
                  <a:pt x="209949" y="1138499"/>
                  <a:pt x="227481" y="1126076"/>
                  <a:pt x="234970" y="1108370"/>
                </a:cubicBezTo>
                <a:lnTo>
                  <a:pt x="237147" y="1101358"/>
                </a:lnTo>
                <a:lnTo>
                  <a:pt x="241107" y="1104625"/>
                </a:lnTo>
                <a:cubicBezTo>
                  <a:pt x="248981" y="1109945"/>
                  <a:pt x="258472" y="1113050"/>
                  <a:pt x="268689" y="1113050"/>
                </a:cubicBezTo>
                <a:cubicBezTo>
                  <a:pt x="295934" y="1113050"/>
                  <a:pt x="318021" y="1090964"/>
                  <a:pt x="318021" y="1063719"/>
                </a:cubicBezTo>
                <a:cubicBezTo>
                  <a:pt x="318021" y="1060313"/>
                  <a:pt x="317675" y="1056988"/>
                  <a:pt x="317018" y="1053776"/>
                </a:cubicBezTo>
                <a:lnTo>
                  <a:pt x="314244" y="1044838"/>
                </a:lnTo>
                <a:lnTo>
                  <a:pt x="317701" y="1045187"/>
                </a:lnTo>
                <a:cubicBezTo>
                  <a:pt x="344946" y="1045187"/>
                  <a:pt x="367033" y="1023100"/>
                  <a:pt x="367033" y="995855"/>
                </a:cubicBezTo>
                <a:cubicBezTo>
                  <a:pt x="367033" y="982233"/>
                  <a:pt x="361511" y="969899"/>
                  <a:pt x="352584" y="960972"/>
                </a:cubicBezTo>
                <a:lnTo>
                  <a:pt x="345740" y="955325"/>
                </a:lnTo>
                <a:lnTo>
                  <a:pt x="352584" y="949679"/>
                </a:lnTo>
                <a:cubicBezTo>
                  <a:pt x="361511" y="940751"/>
                  <a:pt x="367033" y="928418"/>
                  <a:pt x="367033" y="914796"/>
                </a:cubicBezTo>
                <a:cubicBezTo>
                  <a:pt x="367033" y="887551"/>
                  <a:pt x="344946" y="865464"/>
                  <a:pt x="317701" y="865464"/>
                </a:cubicBezTo>
                <a:lnTo>
                  <a:pt x="314244" y="865812"/>
                </a:lnTo>
                <a:lnTo>
                  <a:pt x="317018" y="856874"/>
                </a:lnTo>
                <a:cubicBezTo>
                  <a:pt x="317675" y="853663"/>
                  <a:pt x="318021" y="850338"/>
                  <a:pt x="318021" y="846932"/>
                </a:cubicBezTo>
                <a:cubicBezTo>
                  <a:pt x="318021" y="819687"/>
                  <a:pt x="295934" y="797600"/>
                  <a:pt x="268689" y="797600"/>
                </a:cubicBezTo>
                <a:cubicBezTo>
                  <a:pt x="258472" y="797600"/>
                  <a:pt x="248981" y="800706"/>
                  <a:pt x="241107" y="806025"/>
                </a:cubicBezTo>
                <a:lnTo>
                  <a:pt x="237147" y="809293"/>
                </a:lnTo>
                <a:lnTo>
                  <a:pt x="234970" y="802281"/>
                </a:lnTo>
                <a:cubicBezTo>
                  <a:pt x="227481" y="784575"/>
                  <a:pt x="209949" y="772151"/>
                  <a:pt x="189515" y="772151"/>
                </a:cubicBezTo>
                <a:cubicBezTo>
                  <a:pt x="169081" y="772151"/>
                  <a:pt x="151549" y="784575"/>
                  <a:pt x="144060" y="802281"/>
                </a:cubicBezTo>
                <a:lnTo>
                  <a:pt x="142080" y="808661"/>
                </a:lnTo>
                <a:lnTo>
                  <a:pt x="138886" y="806025"/>
                </a:lnTo>
                <a:cubicBezTo>
                  <a:pt x="131012" y="800706"/>
                  <a:pt x="121521" y="797600"/>
                  <a:pt x="111304" y="797600"/>
                </a:cubicBezTo>
                <a:cubicBezTo>
                  <a:pt x="84059" y="797600"/>
                  <a:pt x="61972" y="819687"/>
                  <a:pt x="61972" y="846932"/>
                </a:cubicBezTo>
                <a:cubicBezTo>
                  <a:pt x="61972" y="852041"/>
                  <a:pt x="62749" y="856968"/>
                  <a:pt x="64190" y="861602"/>
                </a:cubicBezTo>
                <a:lnTo>
                  <a:pt x="66238" y="865861"/>
                </a:lnTo>
                <a:lnTo>
                  <a:pt x="62292" y="865464"/>
                </a:lnTo>
                <a:cubicBezTo>
                  <a:pt x="35047" y="865464"/>
                  <a:pt x="12960" y="887550"/>
                  <a:pt x="12960" y="914796"/>
                </a:cubicBezTo>
                <a:cubicBezTo>
                  <a:pt x="12960" y="928418"/>
                  <a:pt x="18482" y="940751"/>
                  <a:pt x="27409" y="949679"/>
                </a:cubicBezTo>
                <a:lnTo>
                  <a:pt x="34253" y="955325"/>
                </a:lnTo>
                <a:lnTo>
                  <a:pt x="27409" y="960972"/>
                </a:lnTo>
                <a:cubicBezTo>
                  <a:pt x="18482" y="969899"/>
                  <a:pt x="12960" y="982232"/>
                  <a:pt x="12960" y="995855"/>
                </a:cubicBezTo>
                <a:cubicBezTo>
                  <a:pt x="12960" y="1023100"/>
                  <a:pt x="35047" y="1045187"/>
                  <a:pt x="62292" y="1045187"/>
                </a:cubicBezTo>
                <a:lnTo>
                  <a:pt x="65749" y="1044838"/>
                </a:lnTo>
                <a:lnTo>
                  <a:pt x="62975" y="1053777"/>
                </a:lnTo>
                <a:cubicBezTo>
                  <a:pt x="62317" y="1056988"/>
                  <a:pt x="61972" y="1060313"/>
                  <a:pt x="61972" y="1063719"/>
                </a:cubicBezTo>
                <a:cubicBezTo>
                  <a:pt x="61972" y="1090964"/>
                  <a:pt x="84059" y="1113050"/>
                  <a:pt x="111304" y="1113050"/>
                </a:cubicBezTo>
                <a:cubicBezTo>
                  <a:pt x="121521" y="1113050"/>
                  <a:pt x="131012" y="1109945"/>
                  <a:pt x="138886" y="1104625"/>
                </a:cubicBezTo>
                <a:lnTo>
                  <a:pt x="142080" y="1101990"/>
                </a:lnTo>
                <a:lnTo>
                  <a:pt x="144060" y="1108370"/>
                </a:lnTo>
                <a:cubicBezTo>
                  <a:pt x="151549" y="1126076"/>
                  <a:pt x="169081" y="1138499"/>
                  <a:pt x="189515" y="1138499"/>
                </a:cubicBezTo>
                <a:close/>
                <a:moveTo>
                  <a:pt x="8701715" y="1369042"/>
                </a:moveTo>
                <a:cubicBezTo>
                  <a:pt x="8723296" y="1369042"/>
                  <a:pt x="8740791" y="1351547"/>
                  <a:pt x="8740791" y="1329966"/>
                </a:cubicBezTo>
                <a:cubicBezTo>
                  <a:pt x="8740791" y="1308385"/>
                  <a:pt x="8723296" y="1290890"/>
                  <a:pt x="8701715" y="1290890"/>
                </a:cubicBezTo>
                <a:cubicBezTo>
                  <a:pt x="8680134" y="1290890"/>
                  <a:pt x="8662639" y="1308385"/>
                  <a:pt x="8662639" y="1329966"/>
                </a:cubicBezTo>
                <a:cubicBezTo>
                  <a:pt x="8662639" y="1351547"/>
                  <a:pt x="8680134" y="1369042"/>
                  <a:pt x="8701715" y="1369042"/>
                </a:cubicBezTo>
                <a:close/>
                <a:moveTo>
                  <a:pt x="193983" y="1369042"/>
                </a:moveTo>
                <a:cubicBezTo>
                  <a:pt x="215564" y="1369042"/>
                  <a:pt x="233059" y="1351547"/>
                  <a:pt x="233059" y="1329966"/>
                </a:cubicBezTo>
                <a:cubicBezTo>
                  <a:pt x="233059" y="1308385"/>
                  <a:pt x="215564" y="1290890"/>
                  <a:pt x="193983" y="1290890"/>
                </a:cubicBezTo>
                <a:cubicBezTo>
                  <a:pt x="172402" y="1290890"/>
                  <a:pt x="154907" y="1308385"/>
                  <a:pt x="154907" y="1329966"/>
                </a:cubicBezTo>
                <a:cubicBezTo>
                  <a:pt x="154907" y="1351547"/>
                  <a:pt x="172402" y="1369042"/>
                  <a:pt x="193983" y="1369042"/>
                </a:cubicBezTo>
                <a:close/>
                <a:moveTo>
                  <a:pt x="8697248" y="1887779"/>
                </a:moveTo>
                <a:cubicBezTo>
                  <a:pt x="8717682" y="1887779"/>
                  <a:pt x="8735214" y="1875356"/>
                  <a:pt x="8742703" y="1857650"/>
                </a:cubicBezTo>
                <a:lnTo>
                  <a:pt x="8744879" y="1850638"/>
                </a:lnTo>
                <a:lnTo>
                  <a:pt x="8748840" y="1853905"/>
                </a:lnTo>
                <a:cubicBezTo>
                  <a:pt x="8756713" y="1859225"/>
                  <a:pt x="8766204" y="1862330"/>
                  <a:pt x="8776421" y="1862330"/>
                </a:cubicBezTo>
                <a:cubicBezTo>
                  <a:pt x="8803667" y="1862330"/>
                  <a:pt x="8825753" y="1840244"/>
                  <a:pt x="8825753" y="1812999"/>
                </a:cubicBezTo>
                <a:cubicBezTo>
                  <a:pt x="8825753" y="1809593"/>
                  <a:pt x="8825408" y="1806268"/>
                  <a:pt x="8824751" y="1803056"/>
                </a:cubicBezTo>
                <a:lnTo>
                  <a:pt x="8821976" y="1794118"/>
                </a:lnTo>
                <a:lnTo>
                  <a:pt x="8825434" y="1794467"/>
                </a:lnTo>
                <a:cubicBezTo>
                  <a:pt x="8852679" y="1794467"/>
                  <a:pt x="8874765" y="1772380"/>
                  <a:pt x="8874765" y="1745135"/>
                </a:cubicBezTo>
                <a:cubicBezTo>
                  <a:pt x="8874765" y="1731513"/>
                  <a:pt x="8869244" y="1719179"/>
                  <a:pt x="8860317" y="1710252"/>
                </a:cubicBezTo>
                <a:lnTo>
                  <a:pt x="8853473" y="1704605"/>
                </a:lnTo>
                <a:lnTo>
                  <a:pt x="8860317" y="1698959"/>
                </a:lnTo>
                <a:cubicBezTo>
                  <a:pt x="8869244" y="1690031"/>
                  <a:pt x="8874765" y="1677698"/>
                  <a:pt x="8874765" y="1664076"/>
                </a:cubicBezTo>
                <a:cubicBezTo>
                  <a:pt x="8874765" y="1636831"/>
                  <a:pt x="8852679" y="1614744"/>
                  <a:pt x="8825434" y="1614744"/>
                </a:cubicBezTo>
                <a:lnTo>
                  <a:pt x="8821976" y="1615092"/>
                </a:lnTo>
                <a:lnTo>
                  <a:pt x="8824751" y="1606154"/>
                </a:lnTo>
                <a:cubicBezTo>
                  <a:pt x="8825408" y="1602943"/>
                  <a:pt x="8825753" y="1599618"/>
                  <a:pt x="8825753" y="1596212"/>
                </a:cubicBezTo>
                <a:cubicBezTo>
                  <a:pt x="8825753" y="1568967"/>
                  <a:pt x="8803667" y="1546880"/>
                  <a:pt x="8776421" y="1546880"/>
                </a:cubicBezTo>
                <a:cubicBezTo>
                  <a:pt x="8766204" y="1546880"/>
                  <a:pt x="8756713" y="1549986"/>
                  <a:pt x="8748840" y="1555305"/>
                </a:cubicBezTo>
                <a:lnTo>
                  <a:pt x="8744879" y="1558573"/>
                </a:lnTo>
                <a:lnTo>
                  <a:pt x="8742703" y="1551561"/>
                </a:lnTo>
                <a:cubicBezTo>
                  <a:pt x="8735214" y="1533855"/>
                  <a:pt x="8717682" y="1521431"/>
                  <a:pt x="8697248" y="1521431"/>
                </a:cubicBezTo>
                <a:cubicBezTo>
                  <a:pt x="8676814" y="1521431"/>
                  <a:pt x="8659282" y="1533855"/>
                  <a:pt x="8651793" y="1551561"/>
                </a:cubicBezTo>
                <a:lnTo>
                  <a:pt x="8649812" y="1557941"/>
                </a:lnTo>
                <a:lnTo>
                  <a:pt x="8646618" y="1555305"/>
                </a:lnTo>
                <a:cubicBezTo>
                  <a:pt x="8638745" y="1549986"/>
                  <a:pt x="8629253" y="1546880"/>
                  <a:pt x="8619037" y="1546880"/>
                </a:cubicBezTo>
                <a:cubicBezTo>
                  <a:pt x="8591791" y="1546880"/>
                  <a:pt x="8569705" y="1568967"/>
                  <a:pt x="8569705" y="1596212"/>
                </a:cubicBezTo>
                <a:cubicBezTo>
                  <a:pt x="8569705" y="1601321"/>
                  <a:pt x="8570481" y="1606248"/>
                  <a:pt x="8571923" y="1610882"/>
                </a:cubicBezTo>
                <a:lnTo>
                  <a:pt x="8573970" y="1615141"/>
                </a:lnTo>
                <a:lnTo>
                  <a:pt x="8570024" y="1614744"/>
                </a:lnTo>
                <a:cubicBezTo>
                  <a:pt x="8542779" y="1614744"/>
                  <a:pt x="8520693" y="1636830"/>
                  <a:pt x="8520693" y="1664076"/>
                </a:cubicBezTo>
                <a:cubicBezTo>
                  <a:pt x="8520693" y="1677698"/>
                  <a:pt x="8526214" y="1690031"/>
                  <a:pt x="8535141" y="1698959"/>
                </a:cubicBezTo>
                <a:lnTo>
                  <a:pt x="8541985" y="1704605"/>
                </a:lnTo>
                <a:lnTo>
                  <a:pt x="8535141" y="1710252"/>
                </a:lnTo>
                <a:cubicBezTo>
                  <a:pt x="8526214" y="1719179"/>
                  <a:pt x="8520693" y="1731512"/>
                  <a:pt x="8520693" y="1745135"/>
                </a:cubicBezTo>
                <a:cubicBezTo>
                  <a:pt x="8520693" y="1772380"/>
                  <a:pt x="8542779" y="1794467"/>
                  <a:pt x="8570024" y="1794467"/>
                </a:cubicBezTo>
                <a:lnTo>
                  <a:pt x="8573482" y="1794118"/>
                </a:lnTo>
                <a:lnTo>
                  <a:pt x="8570707" y="1803057"/>
                </a:lnTo>
                <a:cubicBezTo>
                  <a:pt x="8570050" y="1806268"/>
                  <a:pt x="8569705" y="1809593"/>
                  <a:pt x="8569705" y="1812999"/>
                </a:cubicBezTo>
                <a:cubicBezTo>
                  <a:pt x="8569705" y="1840244"/>
                  <a:pt x="8591791" y="1862330"/>
                  <a:pt x="8619037" y="1862330"/>
                </a:cubicBezTo>
                <a:cubicBezTo>
                  <a:pt x="8629253" y="1862330"/>
                  <a:pt x="8638745" y="1859225"/>
                  <a:pt x="8646618" y="1853905"/>
                </a:cubicBezTo>
                <a:lnTo>
                  <a:pt x="8649812" y="1851270"/>
                </a:lnTo>
                <a:lnTo>
                  <a:pt x="8651793" y="1857650"/>
                </a:lnTo>
                <a:cubicBezTo>
                  <a:pt x="8659282" y="1875356"/>
                  <a:pt x="8676814" y="1887779"/>
                  <a:pt x="8697248" y="1887779"/>
                </a:cubicBezTo>
                <a:close/>
                <a:moveTo>
                  <a:pt x="189515" y="1887779"/>
                </a:moveTo>
                <a:cubicBezTo>
                  <a:pt x="209949" y="1887779"/>
                  <a:pt x="227481" y="1875356"/>
                  <a:pt x="234970" y="1857650"/>
                </a:cubicBezTo>
                <a:lnTo>
                  <a:pt x="237147" y="1850638"/>
                </a:lnTo>
                <a:lnTo>
                  <a:pt x="241107" y="1853905"/>
                </a:lnTo>
                <a:cubicBezTo>
                  <a:pt x="248981" y="1859225"/>
                  <a:pt x="258472" y="1862330"/>
                  <a:pt x="268689" y="1862330"/>
                </a:cubicBezTo>
                <a:cubicBezTo>
                  <a:pt x="295934" y="1862330"/>
                  <a:pt x="318021" y="1840244"/>
                  <a:pt x="318021" y="1812999"/>
                </a:cubicBezTo>
                <a:cubicBezTo>
                  <a:pt x="318021" y="1809593"/>
                  <a:pt x="317676" y="1806268"/>
                  <a:pt x="317019" y="1803056"/>
                </a:cubicBezTo>
                <a:lnTo>
                  <a:pt x="314244" y="1794118"/>
                </a:lnTo>
                <a:lnTo>
                  <a:pt x="317702" y="1794467"/>
                </a:lnTo>
                <a:cubicBezTo>
                  <a:pt x="344947" y="1794467"/>
                  <a:pt x="367033" y="1772380"/>
                  <a:pt x="367033" y="1745135"/>
                </a:cubicBezTo>
                <a:cubicBezTo>
                  <a:pt x="367033" y="1731513"/>
                  <a:pt x="361512" y="1719179"/>
                  <a:pt x="352584" y="1710252"/>
                </a:cubicBezTo>
                <a:lnTo>
                  <a:pt x="345740" y="1704605"/>
                </a:lnTo>
                <a:lnTo>
                  <a:pt x="352584" y="1698959"/>
                </a:lnTo>
                <a:cubicBezTo>
                  <a:pt x="361512" y="1690031"/>
                  <a:pt x="367033" y="1677698"/>
                  <a:pt x="367033" y="1664076"/>
                </a:cubicBezTo>
                <a:cubicBezTo>
                  <a:pt x="367033" y="1636831"/>
                  <a:pt x="344947" y="1614744"/>
                  <a:pt x="317702" y="1614744"/>
                </a:cubicBezTo>
                <a:lnTo>
                  <a:pt x="314244" y="1615092"/>
                </a:lnTo>
                <a:lnTo>
                  <a:pt x="317019" y="1606154"/>
                </a:lnTo>
                <a:cubicBezTo>
                  <a:pt x="317676" y="1602943"/>
                  <a:pt x="318021" y="1599618"/>
                  <a:pt x="318021" y="1596212"/>
                </a:cubicBezTo>
                <a:cubicBezTo>
                  <a:pt x="318021" y="1568967"/>
                  <a:pt x="295934" y="1546880"/>
                  <a:pt x="268689" y="1546880"/>
                </a:cubicBezTo>
                <a:cubicBezTo>
                  <a:pt x="258472" y="1546880"/>
                  <a:pt x="248981" y="1549986"/>
                  <a:pt x="241107" y="1555305"/>
                </a:cubicBezTo>
                <a:lnTo>
                  <a:pt x="237147" y="1558573"/>
                </a:lnTo>
                <a:lnTo>
                  <a:pt x="234970" y="1551561"/>
                </a:lnTo>
                <a:cubicBezTo>
                  <a:pt x="227481" y="1533855"/>
                  <a:pt x="209949" y="1521431"/>
                  <a:pt x="189515" y="1521431"/>
                </a:cubicBezTo>
                <a:cubicBezTo>
                  <a:pt x="169082" y="1521431"/>
                  <a:pt x="151550" y="1533855"/>
                  <a:pt x="144061" y="1551561"/>
                </a:cubicBezTo>
                <a:lnTo>
                  <a:pt x="142080" y="1557941"/>
                </a:lnTo>
                <a:lnTo>
                  <a:pt x="138886" y="1555305"/>
                </a:lnTo>
                <a:cubicBezTo>
                  <a:pt x="131013" y="1549986"/>
                  <a:pt x="121521" y="1546880"/>
                  <a:pt x="111304" y="1546880"/>
                </a:cubicBezTo>
                <a:cubicBezTo>
                  <a:pt x="84059" y="1546880"/>
                  <a:pt x="61973" y="1568967"/>
                  <a:pt x="61973" y="1596212"/>
                </a:cubicBezTo>
                <a:cubicBezTo>
                  <a:pt x="61973" y="1601321"/>
                  <a:pt x="62749" y="1606248"/>
                  <a:pt x="64191" y="1610882"/>
                </a:cubicBezTo>
                <a:lnTo>
                  <a:pt x="66238" y="1615141"/>
                </a:lnTo>
                <a:lnTo>
                  <a:pt x="62292" y="1614744"/>
                </a:lnTo>
                <a:cubicBezTo>
                  <a:pt x="35047" y="1614744"/>
                  <a:pt x="12960" y="1636830"/>
                  <a:pt x="12960" y="1664076"/>
                </a:cubicBezTo>
                <a:cubicBezTo>
                  <a:pt x="12960" y="1677698"/>
                  <a:pt x="18482" y="1690031"/>
                  <a:pt x="27409" y="1698959"/>
                </a:cubicBezTo>
                <a:lnTo>
                  <a:pt x="34253" y="1704605"/>
                </a:lnTo>
                <a:lnTo>
                  <a:pt x="27409" y="1710252"/>
                </a:lnTo>
                <a:cubicBezTo>
                  <a:pt x="18482" y="1719179"/>
                  <a:pt x="12960" y="1731512"/>
                  <a:pt x="12960" y="1745135"/>
                </a:cubicBezTo>
                <a:cubicBezTo>
                  <a:pt x="12960" y="1772380"/>
                  <a:pt x="35047" y="1794467"/>
                  <a:pt x="62292" y="1794467"/>
                </a:cubicBezTo>
                <a:lnTo>
                  <a:pt x="65749" y="1794118"/>
                </a:lnTo>
                <a:lnTo>
                  <a:pt x="62975" y="1803057"/>
                </a:lnTo>
                <a:cubicBezTo>
                  <a:pt x="62318" y="1806268"/>
                  <a:pt x="61973" y="1809593"/>
                  <a:pt x="61973" y="1812999"/>
                </a:cubicBezTo>
                <a:cubicBezTo>
                  <a:pt x="61973" y="1840244"/>
                  <a:pt x="84059" y="1862330"/>
                  <a:pt x="111304" y="1862330"/>
                </a:cubicBezTo>
                <a:cubicBezTo>
                  <a:pt x="121521" y="1862330"/>
                  <a:pt x="131013" y="1859225"/>
                  <a:pt x="138886" y="1853905"/>
                </a:cubicBezTo>
                <a:lnTo>
                  <a:pt x="142080" y="1851270"/>
                </a:lnTo>
                <a:lnTo>
                  <a:pt x="144061" y="1857650"/>
                </a:lnTo>
                <a:cubicBezTo>
                  <a:pt x="151550" y="1875356"/>
                  <a:pt x="169082" y="1887779"/>
                  <a:pt x="189515" y="1887779"/>
                </a:cubicBezTo>
                <a:close/>
                <a:moveTo>
                  <a:pt x="8701715" y="2118321"/>
                </a:moveTo>
                <a:cubicBezTo>
                  <a:pt x="8723296" y="2118321"/>
                  <a:pt x="8740791" y="2100826"/>
                  <a:pt x="8740791" y="2079245"/>
                </a:cubicBezTo>
                <a:cubicBezTo>
                  <a:pt x="8740791" y="2057664"/>
                  <a:pt x="8723296" y="2040169"/>
                  <a:pt x="8701715" y="2040169"/>
                </a:cubicBezTo>
                <a:cubicBezTo>
                  <a:pt x="8680134" y="2040169"/>
                  <a:pt x="8662639" y="2057664"/>
                  <a:pt x="8662639" y="2079245"/>
                </a:cubicBezTo>
                <a:cubicBezTo>
                  <a:pt x="8662639" y="2100826"/>
                  <a:pt x="8680134" y="2118321"/>
                  <a:pt x="8701715" y="2118321"/>
                </a:cubicBezTo>
                <a:close/>
                <a:moveTo>
                  <a:pt x="193983" y="2118321"/>
                </a:moveTo>
                <a:cubicBezTo>
                  <a:pt x="215564" y="2118321"/>
                  <a:pt x="233059" y="2100826"/>
                  <a:pt x="233059" y="2079245"/>
                </a:cubicBezTo>
                <a:cubicBezTo>
                  <a:pt x="233059" y="2057664"/>
                  <a:pt x="215564" y="2040169"/>
                  <a:pt x="193983" y="2040169"/>
                </a:cubicBezTo>
                <a:cubicBezTo>
                  <a:pt x="172402" y="2040169"/>
                  <a:pt x="154907" y="2057664"/>
                  <a:pt x="154907" y="2079245"/>
                </a:cubicBezTo>
                <a:cubicBezTo>
                  <a:pt x="154907" y="2100826"/>
                  <a:pt x="172402" y="2118321"/>
                  <a:pt x="193983" y="2118321"/>
                </a:cubicBezTo>
                <a:close/>
                <a:moveTo>
                  <a:pt x="8697248" y="2637058"/>
                </a:moveTo>
                <a:cubicBezTo>
                  <a:pt x="8717682" y="2637058"/>
                  <a:pt x="8735214" y="2624635"/>
                  <a:pt x="8742703" y="2606929"/>
                </a:cubicBezTo>
                <a:lnTo>
                  <a:pt x="8744879" y="2599917"/>
                </a:lnTo>
                <a:lnTo>
                  <a:pt x="8748840" y="2603184"/>
                </a:lnTo>
                <a:cubicBezTo>
                  <a:pt x="8756713" y="2608504"/>
                  <a:pt x="8766204" y="2611609"/>
                  <a:pt x="8776421" y="2611609"/>
                </a:cubicBezTo>
                <a:cubicBezTo>
                  <a:pt x="8803667" y="2611609"/>
                  <a:pt x="8825753" y="2589523"/>
                  <a:pt x="8825753" y="2562278"/>
                </a:cubicBezTo>
                <a:cubicBezTo>
                  <a:pt x="8825753" y="2558872"/>
                  <a:pt x="8825408" y="2555547"/>
                  <a:pt x="8824751" y="2552335"/>
                </a:cubicBezTo>
                <a:lnTo>
                  <a:pt x="8821976" y="2543397"/>
                </a:lnTo>
                <a:lnTo>
                  <a:pt x="8825434" y="2543746"/>
                </a:lnTo>
                <a:cubicBezTo>
                  <a:pt x="8852679" y="2543746"/>
                  <a:pt x="8874765" y="2521659"/>
                  <a:pt x="8874765" y="2494414"/>
                </a:cubicBezTo>
                <a:cubicBezTo>
                  <a:pt x="8874765" y="2480792"/>
                  <a:pt x="8869244" y="2468458"/>
                  <a:pt x="8860317" y="2459531"/>
                </a:cubicBezTo>
                <a:lnTo>
                  <a:pt x="8853473" y="2453884"/>
                </a:lnTo>
                <a:lnTo>
                  <a:pt x="8860317" y="2448238"/>
                </a:lnTo>
                <a:cubicBezTo>
                  <a:pt x="8869244" y="2439310"/>
                  <a:pt x="8874765" y="2426977"/>
                  <a:pt x="8874765" y="2413355"/>
                </a:cubicBezTo>
                <a:cubicBezTo>
                  <a:pt x="8874765" y="2386110"/>
                  <a:pt x="8852679" y="2364023"/>
                  <a:pt x="8825434" y="2364023"/>
                </a:cubicBezTo>
                <a:lnTo>
                  <a:pt x="8821976" y="2364371"/>
                </a:lnTo>
                <a:lnTo>
                  <a:pt x="8824751" y="2355433"/>
                </a:lnTo>
                <a:cubicBezTo>
                  <a:pt x="8825408" y="2352222"/>
                  <a:pt x="8825753" y="2348897"/>
                  <a:pt x="8825753" y="2345491"/>
                </a:cubicBezTo>
                <a:cubicBezTo>
                  <a:pt x="8825753" y="2318246"/>
                  <a:pt x="8803667" y="2296159"/>
                  <a:pt x="8776421" y="2296159"/>
                </a:cubicBezTo>
                <a:cubicBezTo>
                  <a:pt x="8766204" y="2296159"/>
                  <a:pt x="8756713" y="2299265"/>
                  <a:pt x="8748840" y="2304584"/>
                </a:cubicBezTo>
                <a:lnTo>
                  <a:pt x="8744879" y="2307852"/>
                </a:lnTo>
                <a:lnTo>
                  <a:pt x="8742703" y="2300840"/>
                </a:lnTo>
                <a:cubicBezTo>
                  <a:pt x="8735214" y="2283134"/>
                  <a:pt x="8717682" y="2270710"/>
                  <a:pt x="8697248" y="2270710"/>
                </a:cubicBezTo>
                <a:cubicBezTo>
                  <a:pt x="8676814" y="2270710"/>
                  <a:pt x="8659282" y="2283134"/>
                  <a:pt x="8651793" y="2300840"/>
                </a:cubicBezTo>
                <a:lnTo>
                  <a:pt x="8649812" y="2307220"/>
                </a:lnTo>
                <a:lnTo>
                  <a:pt x="8646618" y="2304584"/>
                </a:lnTo>
                <a:cubicBezTo>
                  <a:pt x="8638745" y="2299265"/>
                  <a:pt x="8629253" y="2296159"/>
                  <a:pt x="8619037" y="2296159"/>
                </a:cubicBezTo>
                <a:cubicBezTo>
                  <a:pt x="8591791" y="2296159"/>
                  <a:pt x="8569705" y="2318246"/>
                  <a:pt x="8569705" y="2345491"/>
                </a:cubicBezTo>
                <a:cubicBezTo>
                  <a:pt x="8569705" y="2350600"/>
                  <a:pt x="8570481" y="2355527"/>
                  <a:pt x="8571923" y="2360161"/>
                </a:cubicBezTo>
                <a:lnTo>
                  <a:pt x="8573970" y="2364420"/>
                </a:lnTo>
                <a:lnTo>
                  <a:pt x="8570024" y="2364023"/>
                </a:lnTo>
                <a:cubicBezTo>
                  <a:pt x="8542779" y="2364023"/>
                  <a:pt x="8520693" y="2386109"/>
                  <a:pt x="8520693" y="2413355"/>
                </a:cubicBezTo>
                <a:cubicBezTo>
                  <a:pt x="8520693" y="2426977"/>
                  <a:pt x="8526214" y="2439310"/>
                  <a:pt x="8535141" y="2448238"/>
                </a:cubicBezTo>
                <a:lnTo>
                  <a:pt x="8541985" y="2453884"/>
                </a:lnTo>
                <a:lnTo>
                  <a:pt x="8535141" y="2459531"/>
                </a:lnTo>
                <a:cubicBezTo>
                  <a:pt x="8526214" y="2468458"/>
                  <a:pt x="8520693" y="2480791"/>
                  <a:pt x="8520693" y="2494414"/>
                </a:cubicBezTo>
                <a:cubicBezTo>
                  <a:pt x="8520693" y="2521659"/>
                  <a:pt x="8542779" y="2543746"/>
                  <a:pt x="8570024" y="2543746"/>
                </a:cubicBezTo>
                <a:lnTo>
                  <a:pt x="8573482" y="2543397"/>
                </a:lnTo>
                <a:lnTo>
                  <a:pt x="8570707" y="2552336"/>
                </a:lnTo>
                <a:cubicBezTo>
                  <a:pt x="8570050" y="2555547"/>
                  <a:pt x="8569705" y="2558872"/>
                  <a:pt x="8569705" y="2562278"/>
                </a:cubicBezTo>
                <a:cubicBezTo>
                  <a:pt x="8569705" y="2589523"/>
                  <a:pt x="8591791" y="2611609"/>
                  <a:pt x="8619037" y="2611609"/>
                </a:cubicBezTo>
                <a:cubicBezTo>
                  <a:pt x="8629253" y="2611609"/>
                  <a:pt x="8638745" y="2608504"/>
                  <a:pt x="8646618" y="2603184"/>
                </a:cubicBezTo>
                <a:lnTo>
                  <a:pt x="8649812" y="2600549"/>
                </a:lnTo>
                <a:lnTo>
                  <a:pt x="8651793" y="2606929"/>
                </a:lnTo>
                <a:cubicBezTo>
                  <a:pt x="8659282" y="2624635"/>
                  <a:pt x="8676814" y="2637058"/>
                  <a:pt x="8697248" y="2637058"/>
                </a:cubicBezTo>
                <a:close/>
                <a:moveTo>
                  <a:pt x="189516" y="2637058"/>
                </a:moveTo>
                <a:cubicBezTo>
                  <a:pt x="209950" y="2637058"/>
                  <a:pt x="227482" y="2624635"/>
                  <a:pt x="234971" y="2606929"/>
                </a:cubicBezTo>
                <a:lnTo>
                  <a:pt x="237147" y="2599917"/>
                </a:lnTo>
                <a:lnTo>
                  <a:pt x="241108" y="2603184"/>
                </a:lnTo>
                <a:cubicBezTo>
                  <a:pt x="248981" y="2608504"/>
                  <a:pt x="258472" y="2611609"/>
                  <a:pt x="268689" y="2611609"/>
                </a:cubicBezTo>
                <a:cubicBezTo>
                  <a:pt x="295935" y="2611609"/>
                  <a:pt x="318021" y="2589523"/>
                  <a:pt x="318021" y="2562278"/>
                </a:cubicBezTo>
                <a:cubicBezTo>
                  <a:pt x="318021" y="2558872"/>
                  <a:pt x="317676" y="2555547"/>
                  <a:pt x="317019" y="2552335"/>
                </a:cubicBezTo>
                <a:lnTo>
                  <a:pt x="314244" y="2543397"/>
                </a:lnTo>
                <a:lnTo>
                  <a:pt x="317702" y="2543746"/>
                </a:lnTo>
                <a:cubicBezTo>
                  <a:pt x="344947" y="2543746"/>
                  <a:pt x="367033" y="2521659"/>
                  <a:pt x="367033" y="2494414"/>
                </a:cubicBezTo>
                <a:cubicBezTo>
                  <a:pt x="367033" y="2480792"/>
                  <a:pt x="361512" y="2468458"/>
                  <a:pt x="352585" y="2459531"/>
                </a:cubicBezTo>
                <a:lnTo>
                  <a:pt x="345741" y="2453884"/>
                </a:lnTo>
                <a:lnTo>
                  <a:pt x="352585" y="2448238"/>
                </a:lnTo>
                <a:cubicBezTo>
                  <a:pt x="361512" y="2439310"/>
                  <a:pt x="367033" y="2426977"/>
                  <a:pt x="367033" y="2413355"/>
                </a:cubicBezTo>
                <a:cubicBezTo>
                  <a:pt x="367033" y="2386110"/>
                  <a:pt x="344947" y="2364023"/>
                  <a:pt x="317702" y="2364023"/>
                </a:cubicBezTo>
                <a:lnTo>
                  <a:pt x="314244" y="2364371"/>
                </a:lnTo>
                <a:lnTo>
                  <a:pt x="317019" y="2355433"/>
                </a:lnTo>
                <a:cubicBezTo>
                  <a:pt x="317676" y="2352222"/>
                  <a:pt x="318021" y="2348897"/>
                  <a:pt x="318021" y="2345491"/>
                </a:cubicBezTo>
                <a:cubicBezTo>
                  <a:pt x="318021" y="2318246"/>
                  <a:pt x="295935" y="2296159"/>
                  <a:pt x="268689" y="2296159"/>
                </a:cubicBezTo>
                <a:cubicBezTo>
                  <a:pt x="258472" y="2296159"/>
                  <a:pt x="248981" y="2299265"/>
                  <a:pt x="241108" y="2304584"/>
                </a:cubicBezTo>
                <a:lnTo>
                  <a:pt x="237147" y="2307852"/>
                </a:lnTo>
                <a:lnTo>
                  <a:pt x="234971" y="2300840"/>
                </a:lnTo>
                <a:cubicBezTo>
                  <a:pt x="227482" y="2283134"/>
                  <a:pt x="209950" y="2270710"/>
                  <a:pt x="189516" y="2270710"/>
                </a:cubicBezTo>
                <a:cubicBezTo>
                  <a:pt x="169082" y="2270710"/>
                  <a:pt x="151550" y="2283134"/>
                  <a:pt x="144061" y="2300840"/>
                </a:cubicBezTo>
                <a:lnTo>
                  <a:pt x="142080" y="2307220"/>
                </a:lnTo>
                <a:lnTo>
                  <a:pt x="138886" y="2304584"/>
                </a:lnTo>
                <a:cubicBezTo>
                  <a:pt x="131013" y="2299265"/>
                  <a:pt x="121521" y="2296159"/>
                  <a:pt x="111305" y="2296159"/>
                </a:cubicBezTo>
                <a:cubicBezTo>
                  <a:pt x="84060" y="2296159"/>
                  <a:pt x="61973" y="2318246"/>
                  <a:pt x="61973" y="2345491"/>
                </a:cubicBezTo>
                <a:cubicBezTo>
                  <a:pt x="61973" y="2350600"/>
                  <a:pt x="62749" y="2355527"/>
                  <a:pt x="64191" y="2360161"/>
                </a:cubicBezTo>
                <a:lnTo>
                  <a:pt x="66238" y="2364420"/>
                </a:lnTo>
                <a:lnTo>
                  <a:pt x="62292" y="2364023"/>
                </a:lnTo>
                <a:cubicBezTo>
                  <a:pt x="35047" y="2364023"/>
                  <a:pt x="12961" y="2386109"/>
                  <a:pt x="12961" y="2413355"/>
                </a:cubicBezTo>
                <a:cubicBezTo>
                  <a:pt x="12961" y="2426977"/>
                  <a:pt x="18482" y="2439310"/>
                  <a:pt x="27410" y="2448238"/>
                </a:cubicBezTo>
                <a:lnTo>
                  <a:pt x="34253" y="2453884"/>
                </a:lnTo>
                <a:lnTo>
                  <a:pt x="27410" y="2459531"/>
                </a:lnTo>
                <a:cubicBezTo>
                  <a:pt x="18482" y="2468458"/>
                  <a:pt x="12961" y="2480791"/>
                  <a:pt x="12961" y="2494414"/>
                </a:cubicBezTo>
                <a:cubicBezTo>
                  <a:pt x="12961" y="2521659"/>
                  <a:pt x="35047" y="2543746"/>
                  <a:pt x="62292" y="2543746"/>
                </a:cubicBezTo>
                <a:lnTo>
                  <a:pt x="65750" y="2543397"/>
                </a:lnTo>
                <a:lnTo>
                  <a:pt x="62975" y="2552336"/>
                </a:lnTo>
                <a:cubicBezTo>
                  <a:pt x="62318" y="2555547"/>
                  <a:pt x="61973" y="2558872"/>
                  <a:pt x="61973" y="2562278"/>
                </a:cubicBezTo>
                <a:cubicBezTo>
                  <a:pt x="61973" y="2589523"/>
                  <a:pt x="84060" y="2611609"/>
                  <a:pt x="111305" y="2611609"/>
                </a:cubicBezTo>
                <a:cubicBezTo>
                  <a:pt x="121521" y="2611609"/>
                  <a:pt x="131013" y="2608504"/>
                  <a:pt x="138886" y="2603184"/>
                </a:cubicBezTo>
                <a:lnTo>
                  <a:pt x="142080" y="2600549"/>
                </a:lnTo>
                <a:lnTo>
                  <a:pt x="144061" y="2606929"/>
                </a:lnTo>
                <a:cubicBezTo>
                  <a:pt x="151550" y="2624635"/>
                  <a:pt x="169082" y="2637058"/>
                  <a:pt x="189516" y="2637058"/>
                </a:cubicBezTo>
                <a:close/>
                <a:moveTo>
                  <a:pt x="8701715" y="2867601"/>
                </a:moveTo>
                <a:cubicBezTo>
                  <a:pt x="8723296" y="2867601"/>
                  <a:pt x="8740791" y="2850106"/>
                  <a:pt x="8740791" y="2828525"/>
                </a:cubicBezTo>
                <a:cubicBezTo>
                  <a:pt x="8740791" y="2806944"/>
                  <a:pt x="8723296" y="2789449"/>
                  <a:pt x="8701715" y="2789449"/>
                </a:cubicBezTo>
                <a:cubicBezTo>
                  <a:pt x="8680134" y="2789449"/>
                  <a:pt x="8662639" y="2806944"/>
                  <a:pt x="8662639" y="2828525"/>
                </a:cubicBezTo>
                <a:cubicBezTo>
                  <a:pt x="8662639" y="2850106"/>
                  <a:pt x="8680134" y="2867601"/>
                  <a:pt x="8701715" y="2867601"/>
                </a:cubicBezTo>
                <a:close/>
                <a:moveTo>
                  <a:pt x="193983" y="2867601"/>
                </a:moveTo>
                <a:cubicBezTo>
                  <a:pt x="215564" y="2867601"/>
                  <a:pt x="233059" y="2850106"/>
                  <a:pt x="233059" y="2828525"/>
                </a:cubicBezTo>
                <a:cubicBezTo>
                  <a:pt x="233059" y="2806944"/>
                  <a:pt x="215564" y="2789449"/>
                  <a:pt x="193983" y="2789449"/>
                </a:cubicBezTo>
                <a:cubicBezTo>
                  <a:pt x="172402" y="2789449"/>
                  <a:pt x="154907" y="2806944"/>
                  <a:pt x="154907" y="2828525"/>
                </a:cubicBezTo>
                <a:cubicBezTo>
                  <a:pt x="154907" y="2850106"/>
                  <a:pt x="172402" y="2867601"/>
                  <a:pt x="193983" y="2867601"/>
                </a:cubicBezTo>
                <a:close/>
                <a:moveTo>
                  <a:pt x="189516" y="3386337"/>
                </a:moveTo>
                <a:cubicBezTo>
                  <a:pt x="209950" y="3386337"/>
                  <a:pt x="227482" y="3373913"/>
                  <a:pt x="234971" y="3356207"/>
                </a:cubicBezTo>
                <a:lnTo>
                  <a:pt x="237148" y="3349195"/>
                </a:lnTo>
                <a:lnTo>
                  <a:pt x="241108" y="3352463"/>
                </a:lnTo>
                <a:cubicBezTo>
                  <a:pt x="248981" y="3357781"/>
                  <a:pt x="258473" y="3360888"/>
                  <a:pt x="268690" y="3360888"/>
                </a:cubicBezTo>
                <a:cubicBezTo>
                  <a:pt x="295935" y="3360888"/>
                  <a:pt x="318021" y="3338801"/>
                  <a:pt x="318021" y="3311556"/>
                </a:cubicBezTo>
                <a:cubicBezTo>
                  <a:pt x="318021" y="3308150"/>
                  <a:pt x="317676" y="3304825"/>
                  <a:pt x="317019" y="3301613"/>
                </a:cubicBezTo>
                <a:lnTo>
                  <a:pt x="314245" y="3292676"/>
                </a:lnTo>
                <a:lnTo>
                  <a:pt x="317702" y="3293024"/>
                </a:lnTo>
                <a:cubicBezTo>
                  <a:pt x="344947" y="3293024"/>
                  <a:pt x="367034" y="3270938"/>
                  <a:pt x="367034" y="3243692"/>
                </a:cubicBezTo>
                <a:cubicBezTo>
                  <a:pt x="367034" y="3230070"/>
                  <a:pt x="361512" y="3217737"/>
                  <a:pt x="352585" y="3208809"/>
                </a:cubicBezTo>
                <a:lnTo>
                  <a:pt x="345741" y="3203163"/>
                </a:lnTo>
                <a:lnTo>
                  <a:pt x="352585" y="3197516"/>
                </a:lnTo>
                <a:cubicBezTo>
                  <a:pt x="361512" y="3188588"/>
                  <a:pt x="367034" y="3176256"/>
                  <a:pt x="367034" y="3162633"/>
                </a:cubicBezTo>
                <a:cubicBezTo>
                  <a:pt x="367034" y="3135388"/>
                  <a:pt x="344947" y="3113301"/>
                  <a:pt x="317702" y="3113301"/>
                </a:cubicBezTo>
                <a:lnTo>
                  <a:pt x="314245" y="3113650"/>
                </a:lnTo>
                <a:lnTo>
                  <a:pt x="317019" y="3104711"/>
                </a:lnTo>
                <a:cubicBezTo>
                  <a:pt x="317676" y="3101500"/>
                  <a:pt x="318021" y="3098175"/>
                  <a:pt x="318021" y="3094769"/>
                </a:cubicBezTo>
                <a:cubicBezTo>
                  <a:pt x="318021" y="3067524"/>
                  <a:pt x="295935" y="3045437"/>
                  <a:pt x="268690" y="3045437"/>
                </a:cubicBezTo>
                <a:cubicBezTo>
                  <a:pt x="258473" y="3045437"/>
                  <a:pt x="248981" y="3048543"/>
                  <a:pt x="241108" y="3053863"/>
                </a:cubicBezTo>
                <a:lnTo>
                  <a:pt x="237148" y="3057130"/>
                </a:lnTo>
                <a:lnTo>
                  <a:pt x="234971" y="3050118"/>
                </a:lnTo>
                <a:cubicBezTo>
                  <a:pt x="227482" y="3032412"/>
                  <a:pt x="209950" y="3019989"/>
                  <a:pt x="189516" y="3019989"/>
                </a:cubicBezTo>
                <a:cubicBezTo>
                  <a:pt x="169082" y="3019989"/>
                  <a:pt x="151550" y="3032412"/>
                  <a:pt x="144061" y="3050118"/>
                </a:cubicBezTo>
                <a:lnTo>
                  <a:pt x="142081" y="3056498"/>
                </a:lnTo>
                <a:lnTo>
                  <a:pt x="138887" y="3053863"/>
                </a:lnTo>
                <a:cubicBezTo>
                  <a:pt x="131013" y="3048543"/>
                  <a:pt x="121522" y="3045437"/>
                  <a:pt x="111305" y="3045437"/>
                </a:cubicBezTo>
                <a:cubicBezTo>
                  <a:pt x="84060" y="3045437"/>
                  <a:pt x="61973" y="3067524"/>
                  <a:pt x="61973" y="3094769"/>
                </a:cubicBezTo>
                <a:cubicBezTo>
                  <a:pt x="61973" y="3099878"/>
                  <a:pt x="62750" y="3104805"/>
                  <a:pt x="64191" y="3109439"/>
                </a:cubicBezTo>
                <a:lnTo>
                  <a:pt x="66239" y="3113699"/>
                </a:lnTo>
                <a:lnTo>
                  <a:pt x="62293" y="3113301"/>
                </a:lnTo>
                <a:cubicBezTo>
                  <a:pt x="35047" y="3113301"/>
                  <a:pt x="12961" y="3135388"/>
                  <a:pt x="12961" y="3162633"/>
                </a:cubicBezTo>
                <a:cubicBezTo>
                  <a:pt x="12961" y="3176255"/>
                  <a:pt x="18483" y="3188588"/>
                  <a:pt x="27410" y="3197516"/>
                </a:cubicBezTo>
                <a:lnTo>
                  <a:pt x="34254" y="3203163"/>
                </a:lnTo>
                <a:lnTo>
                  <a:pt x="27410" y="3208809"/>
                </a:lnTo>
                <a:cubicBezTo>
                  <a:pt x="18483" y="3217736"/>
                  <a:pt x="12961" y="3230070"/>
                  <a:pt x="12961" y="3243692"/>
                </a:cubicBezTo>
                <a:cubicBezTo>
                  <a:pt x="12961" y="3270937"/>
                  <a:pt x="35047" y="3293024"/>
                  <a:pt x="62293" y="3293024"/>
                </a:cubicBezTo>
                <a:lnTo>
                  <a:pt x="65750" y="3292675"/>
                </a:lnTo>
                <a:lnTo>
                  <a:pt x="62975" y="3301614"/>
                </a:lnTo>
                <a:cubicBezTo>
                  <a:pt x="62318" y="3304825"/>
                  <a:pt x="61973" y="3308150"/>
                  <a:pt x="61973" y="3311556"/>
                </a:cubicBezTo>
                <a:cubicBezTo>
                  <a:pt x="61973" y="3338801"/>
                  <a:pt x="84060" y="3360888"/>
                  <a:pt x="111305" y="3360888"/>
                </a:cubicBezTo>
                <a:cubicBezTo>
                  <a:pt x="121522" y="3360888"/>
                  <a:pt x="131013" y="3357781"/>
                  <a:pt x="138887" y="3352463"/>
                </a:cubicBezTo>
                <a:lnTo>
                  <a:pt x="142081" y="3349827"/>
                </a:lnTo>
                <a:lnTo>
                  <a:pt x="144061" y="3356207"/>
                </a:lnTo>
                <a:cubicBezTo>
                  <a:pt x="151550" y="3373913"/>
                  <a:pt x="169082" y="3386337"/>
                  <a:pt x="189516" y="3386337"/>
                </a:cubicBezTo>
                <a:close/>
                <a:moveTo>
                  <a:pt x="8697248" y="3386338"/>
                </a:moveTo>
                <a:cubicBezTo>
                  <a:pt x="8717682" y="3386338"/>
                  <a:pt x="8735214" y="3373914"/>
                  <a:pt x="8742703" y="3356208"/>
                </a:cubicBezTo>
                <a:lnTo>
                  <a:pt x="8744879" y="3349196"/>
                </a:lnTo>
                <a:lnTo>
                  <a:pt x="8748840" y="3352464"/>
                </a:lnTo>
                <a:cubicBezTo>
                  <a:pt x="8756713" y="3357783"/>
                  <a:pt x="8766204" y="3360889"/>
                  <a:pt x="8776421" y="3360889"/>
                </a:cubicBezTo>
                <a:cubicBezTo>
                  <a:pt x="8803667" y="3360889"/>
                  <a:pt x="8825753" y="3338802"/>
                  <a:pt x="8825753" y="3311557"/>
                </a:cubicBezTo>
                <a:cubicBezTo>
                  <a:pt x="8825753" y="3308151"/>
                  <a:pt x="8825408" y="3304826"/>
                  <a:pt x="8824751" y="3301615"/>
                </a:cubicBezTo>
                <a:lnTo>
                  <a:pt x="8821976" y="3292677"/>
                </a:lnTo>
                <a:lnTo>
                  <a:pt x="8825434" y="3293025"/>
                </a:lnTo>
                <a:cubicBezTo>
                  <a:pt x="8852679" y="3293025"/>
                  <a:pt x="8874765" y="3270939"/>
                  <a:pt x="8874765" y="3243693"/>
                </a:cubicBezTo>
                <a:cubicBezTo>
                  <a:pt x="8874765" y="3230071"/>
                  <a:pt x="8869244" y="3217738"/>
                  <a:pt x="8860317" y="3208810"/>
                </a:cubicBezTo>
                <a:lnTo>
                  <a:pt x="8853473" y="3203164"/>
                </a:lnTo>
                <a:lnTo>
                  <a:pt x="8860317" y="3197517"/>
                </a:lnTo>
                <a:cubicBezTo>
                  <a:pt x="8869244" y="3188590"/>
                  <a:pt x="8874765" y="3176257"/>
                  <a:pt x="8874765" y="3162634"/>
                </a:cubicBezTo>
                <a:cubicBezTo>
                  <a:pt x="8874765" y="3135389"/>
                  <a:pt x="8852679" y="3113302"/>
                  <a:pt x="8825434" y="3113302"/>
                </a:cubicBezTo>
                <a:lnTo>
                  <a:pt x="8821976" y="3113651"/>
                </a:lnTo>
                <a:lnTo>
                  <a:pt x="8824751" y="3104713"/>
                </a:lnTo>
                <a:cubicBezTo>
                  <a:pt x="8825408" y="3101501"/>
                  <a:pt x="8825753" y="3098176"/>
                  <a:pt x="8825753" y="3094771"/>
                </a:cubicBezTo>
                <a:cubicBezTo>
                  <a:pt x="8825753" y="3067526"/>
                  <a:pt x="8803667" y="3045439"/>
                  <a:pt x="8776421" y="3045439"/>
                </a:cubicBezTo>
                <a:cubicBezTo>
                  <a:pt x="8766204" y="3045439"/>
                  <a:pt x="8756713" y="3048545"/>
                  <a:pt x="8748840" y="3053864"/>
                </a:cubicBezTo>
                <a:lnTo>
                  <a:pt x="8744879" y="3057131"/>
                </a:lnTo>
                <a:lnTo>
                  <a:pt x="8742703" y="3050119"/>
                </a:lnTo>
                <a:cubicBezTo>
                  <a:pt x="8735214" y="3032413"/>
                  <a:pt x="8717682" y="3019990"/>
                  <a:pt x="8697248" y="3019990"/>
                </a:cubicBezTo>
                <a:cubicBezTo>
                  <a:pt x="8676814" y="3019990"/>
                  <a:pt x="8659282" y="3032413"/>
                  <a:pt x="8651793" y="3050119"/>
                </a:cubicBezTo>
                <a:lnTo>
                  <a:pt x="8649812" y="3056499"/>
                </a:lnTo>
                <a:lnTo>
                  <a:pt x="8646618" y="3053864"/>
                </a:lnTo>
                <a:cubicBezTo>
                  <a:pt x="8638745" y="3048545"/>
                  <a:pt x="8629253" y="3045439"/>
                  <a:pt x="8619037" y="3045439"/>
                </a:cubicBezTo>
                <a:cubicBezTo>
                  <a:pt x="8591791" y="3045439"/>
                  <a:pt x="8569705" y="3067526"/>
                  <a:pt x="8569705" y="3094771"/>
                </a:cubicBezTo>
                <a:cubicBezTo>
                  <a:pt x="8569705" y="3099879"/>
                  <a:pt x="8570481" y="3104806"/>
                  <a:pt x="8571923" y="3109440"/>
                </a:cubicBezTo>
                <a:lnTo>
                  <a:pt x="8573970" y="3113700"/>
                </a:lnTo>
                <a:lnTo>
                  <a:pt x="8570024" y="3113302"/>
                </a:lnTo>
                <a:cubicBezTo>
                  <a:pt x="8542779" y="3113302"/>
                  <a:pt x="8520693" y="3135389"/>
                  <a:pt x="8520693" y="3162634"/>
                </a:cubicBezTo>
                <a:cubicBezTo>
                  <a:pt x="8520693" y="3176257"/>
                  <a:pt x="8526214" y="3188589"/>
                  <a:pt x="8535141" y="3197517"/>
                </a:cubicBezTo>
                <a:lnTo>
                  <a:pt x="8541985" y="3203164"/>
                </a:lnTo>
                <a:lnTo>
                  <a:pt x="8535141" y="3208810"/>
                </a:lnTo>
                <a:cubicBezTo>
                  <a:pt x="8526214" y="3217738"/>
                  <a:pt x="8520693" y="3230071"/>
                  <a:pt x="8520693" y="3243693"/>
                </a:cubicBezTo>
                <a:cubicBezTo>
                  <a:pt x="8520693" y="3270938"/>
                  <a:pt x="8542779" y="3293025"/>
                  <a:pt x="8570024" y="3293025"/>
                </a:cubicBezTo>
                <a:lnTo>
                  <a:pt x="8573482" y="3292677"/>
                </a:lnTo>
                <a:lnTo>
                  <a:pt x="8570707" y="3301615"/>
                </a:lnTo>
                <a:cubicBezTo>
                  <a:pt x="8570050" y="3304826"/>
                  <a:pt x="8569705" y="3308151"/>
                  <a:pt x="8569705" y="3311557"/>
                </a:cubicBezTo>
                <a:cubicBezTo>
                  <a:pt x="8569705" y="3338802"/>
                  <a:pt x="8591791" y="3360889"/>
                  <a:pt x="8619037" y="3360889"/>
                </a:cubicBezTo>
                <a:cubicBezTo>
                  <a:pt x="8629253" y="3360889"/>
                  <a:pt x="8638745" y="3357783"/>
                  <a:pt x="8646618" y="3352464"/>
                </a:cubicBezTo>
                <a:lnTo>
                  <a:pt x="8649812" y="3349828"/>
                </a:lnTo>
                <a:lnTo>
                  <a:pt x="8651793" y="3356208"/>
                </a:lnTo>
                <a:cubicBezTo>
                  <a:pt x="8659282" y="3373914"/>
                  <a:pt x="8676814" y="3386338"/>
                  <a:pt x="8697248" y="3386338"/>
                </a:cubicBezTo>
                <a:close/>
                <a:moveTo>
                  <a:pt x="193984" y="3616878"/>
                </a:moveTo>
                <a:cubicBezTo>
                  <a:pt x="215565" y="3616878"/>
                  <a:pt x="233060" y="3599383"/>
                  <a:pt x="233060" y="3577801"/>
                </a:cubicBezTo>
                <a:cubicBezTo>
                  <a:pt x="233060" y="3556220"/>
                  <a:pt x="215565" y="3538725"/>
                  <a:pt x="193984" y="3538725"/>
                </a:cubicBezTo>
                <a:cubicBezTo>
                  <a:pt x="172403" y="3538725"/>
                  <a:pt x="154908" y="3556220"/>
                  <a:pt x="154908" y="3577801"/>
                </a:cubicBezTo>
                <a:cubicBezTo>
                  <a:pt x="154908" y="3599383"/>
                  <a:pt x="172403" y="3616878"/>
                  <a:pt x="193984" y="3616878"/>
                </a:cubicBezTo>
                <a:close/>
                <a:moveTo>
                  <a:pt x="8701715" y="3616879"/>
                </a:moveTo>
                <a:cubicBezTo>
                  <a:pt x="8723296" y="3616879"/>
                  <a:pt x="8740791" y="3599384"/>
                  <a:pt x="8740791" y="3577803"/>
                </a:cubicBezTo>
                <a:cubicBezTo>
                  <a:pt x="8740791" y="3556222"/>
                  <a:pt x="8723296" y="3538727"/>
                  <a:pt x="8701715" y="3538727"/>
                </a:cubicBezTo>
                <a:cubicBezTo>
                  <a:pt x="8680134" y="3538727"/>
                  <a:pt x="8662639" y="3556222"/>
                  <a:pt x="8662639" y="3577803"/>
                </a:cubicBezTo>
                <a:cubicBezTo>
                  <a:pt x="8662639" y="3599384"/>
                  <a:pt x="8680134" y="3616879"/>
                  <a:pt x="8701715" y="3616879"/>
                </a:cubicBezTo>
                <a:close/>
                <a:moveTo>
                  <a:pt x="189516" y="4135616"/>
                </a:moveTo>
                <a:cubicBezTo>
                  <a:pt x="209950" y="4135616"/>
                  <a:pt x="227482" y="4123192"/>
                  <a:pt x="234971" y="4105486"/>
                </a:cubicBezTo>
                <a:lnTo>
                  <a:pt x="237148" y="4098474"/>
                </a:lnTo>
                <a:lnTo>
                  <a:pt x="241108" y="4101742"/>
                </a:lnTo>
                <a:cubicBezTo>
                  <a:pt x="248982" y="4107061"/>
                  <a:pt x="258473" y="4110167"/>
                  <a:pt x="268690" y="4110167"/>
                </a:cubicBezTo>
                <a:cubicBezTo>
                  <a:pt x="295935" y="4110167"/>
                  <a:pt x="318022" y="4088080"/>
                  <a:pt x="318022" y="4060835"/>
                </a:cubicBezTo>
                <a:cubicBezTo>
                  <a:pt x="318022" y="4057430"/>
                  <a:pt x="317676" y="4054104"/>
                  <a:pt x="317019" y="4050893"/>
                </a:cubicBezTo>
                <a:lnTo>
                  <a:pt x="314245" y="4041955"/>
                </a:lnTo>
                <a:lnTo>
                  <a:pt x="317702" y="4042303"/>
                </a:lnTo>
                <a:cubicBezTo>
                  <a:pt x="344947" y="4042303"/>
                  <a:pt x="367034" y="4020217"/>
                  <a:pt x="367034" y="3992972"/>
                </a:cubicBezTo>
                <a:cubicBezTo>
                  <a:pt x="367034" y="3979349"/>
                  <a:pt x="361512" y="3967016"/>
                  <a:pt x="352585" y="3958088"/>
                </a:cubicBezTo>
                <a:lnTo>
                  <a:pt x="345741" y="3952441"/>
                </a:lnTo>
                <a:lnTo>
                  <a:pt x="352585" y="3946795"/>
                </a:lnTo>
                <a:cubicBezTo>
                  <a:pt x="361512" y="3937867"/>
                  <a:pt x="367034" y="3925534"/>
                  <a:pt x="367034" y="3911912"/>
                </a:cubicBezTo>
                <a:cubicBezTo>
                  <a:pt x="367034" y="3884667"/>
                  <a:pt x="344947" y="3862580"/>
                  <a:pt x="317702" y="3862580"/>
                </a:cubicBezTo>
                <a:lnTo>
                  <a:pt x="314245" y="3862929"/>
                </a:lnTo>
                <a:lnTo>
                  <a:pt x="317019" y="3853990"/>
                </a:lnTo>
                <a:cubicBezTo>
                  <a:pt x="317676" y="3850779"/>
                  <a:pt x="318022" y="3847454"/>
                  <a:pt x="318022" y="3844048"/>
                </a:cubicBezTo>
                <a:cubicBezTo>
                  <a:pt x="318022" y="3816803"/>
                  <a:pt x="295935" y="3794716"/>
                  <a:pt x="268690" y="3794716"/>
                </a:cubicBezTo>
                <a:cubicBezTo>
                  <a:pt x="258473" y="3794716"/>
                  <a:pt x="248982" y="3797822"/>
                  <a:pt x="241108" y="3803142"/>
                </a:cubicBezTo>
                <a:lnTo>
                  <a:pt x="237148" y="3806409"/>
                </a:lnTo>
                <a:lnTo>
                  <a:pt x="234971" y="3799397"/>
                </a:lnTo>
                <a:cubicBezTo>
                  <a:pt x="227482" y="3781691"/>
                  <a:pt x="209950" y="3769267"/>
                  <a:pt x="189516" y="3769267"/>
                </a:cubicBezTo>
                <a:cubicBezTo>
                  <a:pt x="169082" y="3769267"/>
                  <a:pt x="151550" y="3781691"/>
                  <a:pt x="144061" y="3799397"/>
                </a:cubicBezTo>
                <a:lnTo>
                  <a:pt x="142081" y="3805777"/>
                </a:lnTo>
                <a:lnTo>
                  <a:pt x="138887" y="3803142"/>
                </a:lnTo>
                <a:cubicBezTo>
                  <a:pt x="131013" y="3797822"/>
                  <a:pt x="121522" y="3794716"/>
                  <a:pt x="111305" y="3794716"/>
                </a:cubicBezTo>
                <a:cubicBezTo>
                  <a:pt x="84060" y="3794716"/>
                  <a:pt x="61973" y="3816803"/>
                  <a:pt x="61973" y="3844048"/>
                </a:cubicBezTo>
                <a:cubicBezTo>
                  <a:pt x="61973" y="3849157"/>
                  <a:pt x="62750" y="3854084"/>
                  <a:pt x="64191" y="3858718"/>
                </a:cubicBezTo>
                <a:lnTo>
                  <a:pt x="66239" y="3862978"/>
                </a:lnTo>
                <a:lnTo>
                  <a:pt x="62293" y="3862580"/>
                </a:lnTo>
                <a:cubicBezTo>
                  <a:pt x="35048" y="3862580"/>
                  <a:pt x="12961" y="3884666"/>
                  <a:pt x="12961" y="3911912"/>
                </a:cubicBezTo>
                <a:cubicBezTo>
                  <a:pt x="12961" y="3925534"/>
                  <a:pt x="18483" y="3937867"/>
                  <a:pt x="27410" y="3946795"/>
                </a:cubicBezTo>
                <a:lnTo>
                  <a:pt x="34254" y="3952441"/>
                </a:lnTo>
                <a:lnTo>
                  <a:pt x="27410" y="3958088"/>
                </a:lnTo>
                <a:cubicBezTo>
                  <a:pt x="18483" y="3967016"/>
                  <a:pt x="12961" y="3979348"/>
                  <a:pt x="12961" y="3992971"/>
                </a:cubicBezTo>
                <a:cubicBezTo>
                  <a:pt x="12961" y="4020217"/>
                  <a:pt x="35048" y="4042303"/>
                  <a:pt x="62293" y="4042303"/>
                </a:cubicBezTo>
                <a:lnTo>
                  <a:pt x="65750" y="4041955"/>
                </a:lnTo>
                <a:lnTo>
                  <a:pt x="62976" y="4050893"/>
                </a:lnTo>
                <a:cubicBezTo>
                  <a:pt x="62318" y="4054104"/>
                  <a:pt x="61973" y="4057430"/>
                  <a:pt x="61973" y="4060835"/>
                </a:cubicBezTo>
                <a:cubicBezTo>
                  <a:pt x="61973" y="4088080"/>
                  <a:pt x="84060" y="4110167"/>
                  <a:pt x="111305" y="4110167"/>
                </a:cubicBezTo>
                <a:cubicBezTo>
                  <a:pt x="121522" y="4110167"/>
                  <a:pt x="131013" y="4107061"/>
                  <a:pt x="138887" y="4101742"/>
                </a:cubicBezTo>
                <a:lnTo>
                  <a:pt x="142081" y="4099107"/>
                </a:lnTo>
                <a:lnTo>
                  <a:pt x="144061" y="4105486"/>
                </a:lnTo>
                <a:cubicBezTo>
                  <a:pt x="151550" y="4123192"/>
                  <a:pt x="169082" y="4135616"/>
                  <a:pt x="189516" y="4135616"/>
                </a:cubicBezTo>
                <a:close/>
                <a:moveTo>
                  <a:pt x="8697248" y="4135617"/>
                </a:moveTo>
                <a:cubicBezTo>
                  <a:pt x="8717682" y="4135617"/>
                  <a:pt x="8735214" y="4123193"/>
                  <a:pt x="8742703" y="4105487"/>
                </a:cubicBezTo>
                <a:lnTo>
                  <a:pt x="8744879" y="4098475"/>
                </a:lnTo>
                <a:lnTo>
                  <a:pt x="8748840" y="4101743"/>
                </a:lnTo>
                <a:cubicBezTo>
                  <a:pt x="8756713" y="4107062"/>
                  <a:pt x="8766204" y="4110168"/>
                  <a:pt x="8776421" y="4110168"/>
                </a:cubicBezTo>
                <a:cubicBezTo>
                  <a:pt x="8803667" y="4110168"/>
                  <a:pt x="8825753" y="4088081"/>
                  <a:pt x="8825753" y="4060836"/>
                </a:cubicBezTo>
                <a:cubicBezTo>
                  <a:pt x="8825753" y="4057430"/>
                  <a:pt x="8825408" y="4054105"/>
                  <a:pt x="8824751" y="4050894"/>
                </a:cubicBezTo>
                <a:lnTo>
                  <a:pt x="8821976" y="4041956"/>
                </a:lnTo>
                <a:lnTo>
                  <a:pt x="8825434" y="4042305"/>
                </a:lnTo>
                <a:cubicBezTo>
                  <a:pt x="8852679" y="4042305"/>
                  <a:pt x="8874765" y="4020218"/>
                  <a:pt x="8874765" y="3992973"/>
                </a:cubicBezTo>
                <a:cubicBezTo>
                  <a:pt x="8874765" y="3979350"/>
                  <a:pt x="8869244" y="3967017"/>
                  <a:pt x="8860317" y="3958090"/>
                </a:cubicBezTo>
                <a:lnTo>
                  <a:pt x="8853473" y="3952443"/>
                </a:lnTo>
                <a:lnTo>
                  <a:pt x="8860317" y="3946796"/>
                </a:lnTo>
                <a:cubicBezTo>
                  <a:pt x="8869244" y="3937868"/>
                  <a:pt x="8874765" y="3925535"/>
                  <a:pt x="8874765" y="3911913"/>
                </a:cubicBezTo>
                <a:cubicBezTo>
                  <a:pt x="8874765" y="3884668"/>
                  <a:pt x="8852679" y="3862581"/>
                  <a:pt x="8825434" y="3862581"/>
                </a:cubicBezTo>
                <a:lnTo>
                  <a:pt x="8821976" y="3862929"/>
                </a:lnTo>
                <a:lnTo>
                  <a:pt x="8824751" y="3853991"/>
                </a:lnTo>
                <a:cubicBezTo>
                  <a:pt x="8825408" y="3850780"/>
                  <a:pt x="8825753" y="3847455"/>
                  <a:pt x="8825753" y="3844049"/>
                </a:cubicBezTo>
                <a:cubicBezTo>
                  <a:pt x="8825753" y="3816804"/>
                  <a:pt x="8803667" y="3794717"/>
                  <a:pt x="8776421" y="3794717"/>
                </a:cubicBezTo>
                <a:cubicBezTo>
                  <a:pt x="8766204" y="3794717"/>
                  <a:pt x="8756713" y="3797824"/>
                  <a:pt x="8748840" y="3803142"/>
                </a:cubicBezTo>
                <a:lnTo>
                  <a:pt x="8744879" y="3806410"/>
                </a:lnTo>
                <a:lnTo>
                  <a:pt x="8742703" y="3799398"/>
                </a:lnTo>
                <a:cubicBezTo>
                  <a:pt x="8735214" y="3781692"/>
                  <a:pt x="8717682" y="3769268"/>
                  <a:pt x="8697248" y="3769268"/>
                </a:cubicBezTo>
                <a:cubicBezTo>
                  <a:pt x="8676814" y="3769268"/>
                  <a:pt x="8659282" y="3781692"/>
                  <a:pt x="8651793" y="3799398"/>
                </a:cubicBezTo>
                <a:lnTo>
                  <a:pt x="8649812" y="3805778"/>
                </a:lnTo>
                <a:lnTo>
                  <a:pt x="8646618" y="3803142"/>
                </a:lnTo>
                <a:cubicBezTo>
                  <a:pt x="8638745" y="3797824"/>
                  <a:pt x="8629253" y="3794717"/>
                  <a:pt x="8619037" y="3794717"/>
                </a:cubicBezTo>
                <a:cubicBezTo>
                  <a:pt x="8591791" y="3794717"/>
                  <a:pt x="8569705" y="3816804"/>
                  <a:pt x="8569705" y="3844049"/>
                </a:cubicBezTo>
                <a:cubicBezTo>
                  <a:pt x="8569705" y="3849158"/>
                  <a:pt x="8570481" y="3854085"/>
                  <a:pt x="8571923" y="3858719"/>
                </a:cubicBezTo>
                <a:lnTo>
                  <a:pt x="8573970" y="3862978"/>
                </a:lnTo>
                <a:lnTo>
                  <a:pt x="8570024" y="3862581"/>
                </a:lnTo>
                <a:cubicBezTo>
                  <a:pt x="8542779" y="3862581"/>
                  <a:pt x="8520693" y="3884668"/>
                  <a:pt x="8520693" y="3911913"/>
                </a:cubicBezTo>
                <a:cubicBezTo>
                  <a:pt x="8520693" y="3925535"/>
                  <a:pt x="8526214" y="3937868"/>
                  <a:pt x="8535141" y="3946796"/>
                </a:cubicBezTo>
                <a:lnTo>
                  <a:pt x="8541985" y="3952442"/>
                </a:lnTo>
                <a:lnTo>
                  <a:pt x="8535141" y="3958089"/>
                </a:lnTo>
                <a:cubicBezTo>
                  <a:pt x="8526214" y="3967017"/>
                  <a:pt x="8520693" y="3979350"/>
                  <a:pt x="8520693" y="3992972"/>
                </a:cubicBezTo>
                <a:cubicBezTo>
                  <a:pt x="8520693" y="4020218"/>
                  <a:pt x="8542779" y="4042304"/>
                  <a:pt x="8570024" y="4042304"/>
                </a:cubicBezTo>
                <a:lnTo>
                  <a:pt x="8573482" y="4041956"/>
                </a:lnTo>
                <a:lnTo>
                  <a:pt x="8570707" y="4050894"/>
                </a:lnTo>
                <a:cubicBezTo>
                  <a:pt x="8570050" y="4054105"/>
                  <a:pt x="8569705" y="4057430"/>
                  <a:pt x="8569705" y="4060836"/>
                </a:cubicBezTo>
                <a:cubicBezTo>
                  <a:pt x="8569705" y="4088081"/>
                  <a:pt x="8591791" y="4110168"/>
                  <a:pt x="8619037" y="4110168"/>
                </a:cubicBezTo>
                <a:cubicBezTo>
                  <a:pt x="8629253" y="4110168"/>
                  <a:pt x="8638745" y="4107062"/>
                  <a:pt x="8646618" y="4101743"/>
                </a:cubicBezTo>
                <a:lnTo>
                  <a:pt x="8649812" y="4099108"/>
                </a:lnTo>
                <a:lnTo>
                  <a:pt x="8651793" y="4105487"/>
                </a:lnTo>
                <a:cubicBezTo>
                  <a:pt x="8659282" y="4123193"/>
                  <a:pt x="8676814" y="4135617"/>
                  <a:pt x="8697248" y="4135617"/>
                </a:cubicBezTo>
                <a:close/>
                <a:moveTo>
                  <a:pt x="193984" y="4366159"/>
                </a:moveTo>
                <a:cubicBezTo>
                  <a:pt x="215565" y="4366159"/>
                  <a:pt x="233060" y="4348664"/>
                  <a:pt x="233060" y="4327083"/>
                </a:cubicBezTo>
                <a:cubicBezTo>
                  <a:pt x="233060" y="4305502"/>
                  <a:pt x="215565" y="4288007"/>
                  <a:pt x="193984" y="4288007"/>
                </a:cubicBezTo>
                <a:cubicBezTo>
                  <a:pt x="172403" y="4288007"/>
                  <a:pt x="154908" y="4305502"/>
                  <a:pt x="154908" y="4327083"/>
                </a:cubicBezTo>
                <a:cubicBezTo>
                  <a:pt x="154908" y="4348664"/>
                  <a:pt x="172403" y="4366159"/>
                  <a:pt x="193984" y="4366159"/>
                </a:cubicBezTo>
                <a:close/>
                <a:moveTo>
                  <a:pt x="8701715" y="4366159"/>
                </a:moveTo>
                <a:cubicBezTo>
                  <a:pt x="8723296" y="4366159"/>
                  <a:pt x="8740791" y="4348664"/>
                  <a:pt x="8740791" y="4327083"/>
                </a:cubicBezTo>
                <a:cubicBezTo>
                  <a:pt x="8740791" y="4305502"/>
                  <a:pt x="8723296" y="4288007"/>
                  <a:pt x="8701715" y="4288007"/>
                </a:cubicBezTo>
                <a:cubicBezTo>
                  <a:pt x="8680134" y="4288007"/>
                  <a:pt x="8662639" y="4305502"/>
                  <a:pt x="8662639" y="4327083"/>
                </a:cubicBezTo>
                <a:cubicBezTo>
                  <a:pt x="8662639" y="4348664"/>
                  <a:pt x="8680134" y="4366159"/>
                  <a:pt x="8701715" y="4366159"/>
                </a:cubicBezTo>
                <a:close/>
                <a:moveTo>
                  <a:pt x="8339566" y="4759756"/>
                </a:moveTo>
                <a:cubicBezTo>
                  <a:pt x="8361147" y="4759756"/>
                  <a:pt x="8378642" y="4742261"/>
                  <a:pt x="8378642" y="4720680"/>
                </a:cubicBezTo>
                <a:cubicBezTo>
                  <a:pt x="8378642" y="4699099"/>
                  <a:pt x="8361147" y="4681604"/>
                  <a:pt x="8339566" y="4681604"/>
                </a:cubicBezTo>
                <a:cubicBezTo>
                  <a:pt x="8317985" y="4681604"/>
                  <a:pt x="8300490" y="4699099"/>
                  <a:pt x="8300490" y="4720680"/>
                </a:cubicBezTo>
                <a:cubicBezTo>
                  <a:pt x="8300490" y="4742261"/>
                  <a:pt x="8317985" y="4759756"/>
                  <a:pt x="8339566" y="4759756"/>
                </a:cubicBezTo>
                <a:close/>
                <a:moveTo>
                  <a:pt x="7630314" y="4759756"/>
                </a:moveTo>
                <a:cubicBezTo>
                  <a:pt x="7651895" y="4759756"/>
                  <a:pt x="7669390" y="4742261"/>
                  <a:pt x="7669390" y="4720680"/>
                </a:cubicBezTo>
                <a:cubicBezTo>
                  <a:pt x="7669390" y="4699099"/>
                  <a:pt x="7651895" y="4681604"/>
                  <a:pt x="7630314" y="4681604"/>
                </a:cubicBezTo>
                <a:cubicBezTo>
                  <a:pt x="7608733" y="4681604"/>
                  <a:pt x="7591238" y="4699099"/>
                  <a:pt x="7591238" y="4720680"/>
                </a:cubicBezTo>
                <a:cubicBezTo>
                  <a:pt x="7591238" y="4742261"/>
                  <a:pt x="7608733" y="4759756"/>
                  <a:pt x="7630314" y="4759756"/>
                </a:cubicBezTo>
                <a:close/>
                <a:moveTo>
                  <a:pt x="6921062" y="4759756"/>
                </a:moveTo>
                <a:cubicBezTo>
                  <a:pt x="6942643" y="4759756"/>
                  <a:pt x="6960138" y="4742261"/>
                  <a:pt x="6960138" y="4720680"/>
                </a:cubicBezTo>
                <a:cubicBezTo>
                  <a:pt x="6960138" y="4699099"/>
                  <a:pt x="6942643" y="4681604"/>
                  <a:pt x="6921062" y="4681604"/>
                </a:cubicBezTo>
                <a:cubicBezTo>
                  <a:pt x="6899481" y="4681604"/>
                  <a:pt x="6881986" y="4699099"/>
                  <a:pt x="6881986" y="4720680"/>
                </a:cubicBezTo>
                <a:cubicBezTo>
                  <a:pt x="6881986" y="4742261"/>
                  <a:pt x="6899481" y="4759756"/>
                  <a:pt x="6921062" y="4759756"/>
                </a:cubicBezTo>
                <a:close/>
                <a:moveTo>
                  <a:pt x="6211810" y="4759756"/>
                </a:moveTo>
                <a:cubicBezTo>
                  <a:pt x="6233391" y="4759756"/>
                  <a:pt x="6250886" y="4742261"/>
                  <a:pt x="6250886" y="4720680"/>
                </a:cubicBezTo>
                <a:cubicBezTo>
                  <a:pt x="6250886" y="4699099"/>
                  <a:pt x="6233391" y="4681604"/>
                  <a:pt x="6211810" y="4681604"/>
                </a:cubicBezTo>
                <a:cubicBezTo>
                  <a:pt x="6190229" y="4681604"/>
                  <a:pt x="6172734" y="4699099"/>
                  <a:pt x="6172734" y="4720680"/>
                </a:cubicBezTo>
                <a:cubicBezTo>
                  <a:pt x="6172734" y="4742261"/>
                  <a:pt x="6190229" y="4759756"/>
                  <a:pt x="6211810" y="4759756"/>
                </a:cubicBezTo>
                <a:close/>
                <a:moveTo>
                  <a:pt x="5502558" y="4759756"/>
                </a:moveTo>
                <a:cubicBezTo>
                  <a:pt x="5524139" y="4759756"/>
                  <a:pt x="5541634" y="4742261"/>
                  <a:pt x="5541634" y="4720680"/>
                </a:cubicBezTo>
                <a:cubicBezTo>
                  <a:pt x="5541634" y="4699099"/>
                  <a:pt x="5524139" y="4681604"/>
                  <a:pt x="5502558" y="4681604"/>
                </a:cubicBezTo>
                <a:cubicBezTo>
                  <a:pt x="5480977" y="4681604"/>
                  <a:pt x="5463482" y="4699099"/>
                  <a:pt x="5463482" y="4720680"/>
                </a:cubicBezTo>
                <a:cubicBezTo>
                  <a:pt x="5463482" y="4742261"/>
                  <a:pt x="5480977" y="4759756"/>
                  <a:pt x="5502558" y="4759756"/>
                </a:cubicBezTo>
                <a:close/>
                <a:moveTo>
                  <a:pt x="4793306" y="4759756"/>
                </a:moveTo>
                <a:cubicBezTo>
                  <a:pt x="4814887" y="4759756"/>
                  <a:pt x="4832382" y="4742261"/>
                  <a:pt x="4832382" y="4720680"/>
                </a:cubicBezTo>
                <a:cubicBezTo>
                  <a:pt x="4832382" y="4699099"/>
                  <a:pt x="4814887" y="4681604"/>
                  <a:pt x="4793306" y="4681604"/>
                </a:cubicBezTo>
                <a:cubicBezTo>
                  <a:pt x="4771725" y="4681604"/>
                  <a:pt x="4754230" y="4699099"/>
                  <a:pt x="4754230" y="4720680"/>
                </a:cubicBezTo>
                <a:cubicBezTo>
                  <a:pt x="4754230" y="4742261"/>
                  <a:pt x="4771725" y="4759756"/>
                  <a:pt x="4793306" y="4759756"/>
                </a:cubicBezTo>
                <a:close/>
                <a:moveTo>
                  <a:pt x="4084054" y="4759756"/>
                </a:moveTo>
                <a:cubicBezTo>
                  <a:pt x="4105635" y="4759756"/>
                  <a:pt x="4123130" y="4742261"/>
                  <a:pt x="4123130" y="4720680"/>
                </a:cubicBezTo>
                <a:cubicBezTo>
                  <a:pt x="4123130" y="4699099"/>
                  <a:pt x="4105635" y="4681604"/>
                  <a:pt x="4084054" y="4681604"/>
                </a:cubicBezTo>
                <a:cubicBezTo>
                  <a:pt x="4062473" y="4681604"/>
                  <a:pt x="4044986" y="4699099"/>
                  <a:pt x="4044986" y="4720680"/>
                </a:cubicBezTo>
                <a:cubicBezTo>
                  <a:pt x="4044986" y="4742261"/>
                  <a:pt x="4062473" y="4759756"/>
                  <a:pt x="4084054" y="4759756"/>
                </a:cubicBezTo>
                <a:close/>
                <a:moveTo>
                  <a:pt x="3374809" y="4759756"/>
                </a:moveTo>
                <a:cubicBezTo>
                  <a:pt x="3396390" y="4759756"/>
                  <a:pt x="3413885" y="4742261"/>
                  <a:pt x="3413885" y="4720680"/>
                </a:cubicBezTo>
                <a:cubicBezTo>
                  <a:pt x="3413885" y="4699099"/>
                  <a:pt x="3396390" y="4681604"/>
                  <a:pt x="3374809" y="4681604"/>
                </a:cubicBezTo>
                <a:cubicBezTo>
                  <a:pt x="3353228" y="4681604"/>
                  <a:pt x="3335733" y="4699099"/>
                  <a:pt x="3335733" y="4720680"/>
                </a:cubicBezTo>
                <a:cubicBezTo>
                  <a:pt x="3335733" y="4742261"/>
                  <a:pt x="3353228" y="4759756"/>
                  <a:pt x="3374809" y="4759756"/>
                </a:cubicBezTo>
                <a:close/>
                <a:moveTo>
                  <a:pt x="2665558" y="4759756"/>
                </a:moveTo>
                <a:cubicBezTo>
                  <a:pt x="2687139" y="4759756"/>
                  <a:pt x="2704634" y="4742261"/>
                  <a:pt x="2704634" y="4720680"/>
                </a:cubicBezTo>
                <a:cubicBezTo>
                  <a:pt x="2704634" y="4699099"/>
                  <a:pt x="2687139" y="4681604"/>
                  <a:pt x="2665558" y="4681604"/>
                </a:cubicBezTo>
                <a:cubicBezTo>
                  <a:pt x="2643976" y="4681604"/>
                  <a:pt x="2626481" y="4699099"/>
                  <a:pt x="2626481" y="4720680"/>
                </a:cubicBezTo>
                <a:cubicBezTo>
                  <a:pt x="2626481" y="4742261"/>
                  <a:pt x="2643976" y="4759756"/>
                  <a:pt x="2665558" y="4759756"/>
                </a:cubicBezTo>
                <a:close/>
                <a:moveTo>
                  <a:pt x="1956307" y="4759756"/>
                </a:moveTo>
                <a:cubicBezTo>
                  <a:pt x="1977888" y="4759756"/>
                  <a:pt x="1995382" y="4742261"/>
                  <a:pt x="1995382" y="4720680"/>
                </a:cubicBezTo>
                <a:cubicBezTo>
                  <a:pt x="1995382" y="4699099"/>
                  <a:pt x="1977888" y="4681604"/>
                  <a:pt x="1956307" y="4681604"/>
                </a:cubicBezTo>
                <a:cubicBezTo>
                  <a:pt x="1934725" y="4681604"/>
                  <a:pt x="1917231" y="4699099"/>
                  <a:pt x="1917231" y="4720680"/>
                </a:cubicBezTo>
                <a:cubicBezTo>
                  <a:pt x="1917231" y="4742261"/>
                  <a:pt x="1934725" y="4759756"/>
                  <a:pt x="1956307" y="4759756"/>
                </a:cubicBezTo>
                <a:close/>
                <a:moveTo>
                  <a:pt x="1247054" y="4759756"/>
                </a:moveTo>
                <a:cubicBezTo>
                  <a:pt x="1268635" y="4759756"/>
                  <a:pt x="1286131" y="4742261"/>
                  <a:pt x="1286131" y="4720680"/>
                </a:cubicBezTo>
                <a:cubicBezTo>
                  <a:pt x="1286131" y="4699099"/>
                  <a:pt x="1268635" y="4681604"/>
                  <a:pt x="1247054" y="4681604"/>
                </a:cubicBezTo>
                <a:cubicBezTo>
                  <a:pt x="1225473" y="4681604"/>
                  <a:pt x="1207978" y="4699099"/>
                  <a:pt x="1207978" y="4720680"/>
                </a:cubicBezTo>
                <a:cubicBezTo>
                  <a:pt x="1207978" y="4742261"/>
                  <a:pt x="1225473" y="4759756"/>
                  <a:pt x="1247054" y="4759756"/>
                </a:cubicBezTo>
                <a:close/>
                <a:moveTo>
                  <a:pt x="537801" y="4759756"/>
                </a:moveTo>
                <a:cubicBezTo>
                  <a:pt x="559382" y="4759756"/>
                  <a:pt x="576878" y="4742261"/>
                  <a:pt x="576878" y="4720680"/>
                </a:cubicBezTo>
                <a:cubicBezTo>
                  <a:pt x="576878" y="4699099"/>
                  <a:pt x="559382" y="4681604"/>
                  <a:pt x="537801" y="4681604"/>
                </a:cubicBezTo>
                <a:cubicBezTo>
                  <a:pt x="516221" y="4681604"/>
                  <a:pt x="498725" y="4699099"/>
                  <a:pt x="498725" y="4720680"/>
                </a:cubicBezTo>
                <a:cubicBezTo>
                  <a:pt x="498725" y="4742261"/>
                  <a:pt x="516221" y="4759756"/>
                  <a:pt x="537801" y="4759756"/>
                </a:cubicBezTo>
                <a:close/>
                <a:moveTo>
                  <a:pt x="8653655" y="4893730"/>
                </a:moveTo>
                <a:cubicBezTo>
                  <a:pt x="8667278" y="4893730"/>
                  <a:pt x="8679611" y="4888208"/>
                  <a:pt x="8688538" y="4879281"/>
                </a:cubicBezTo>
                <a:lnTo>
                  <a:pt x="8694185" y="4872437"/>
                </a:lnTo>
                <a:lnTo>
                  <a:pt x="8699832" y="4879281"/>
                </a:lnTo>
                <a:cubicBezTo>
                  <a:pt x="8708759" y="4888208"/>
                  <a:pt x="8721092" y="4893730"/>
                  <a:pt x="8734715" y="4893730"/>
                </a:cubicBezTo>
                <a:cubicBezTo>
                  <a:pt x="8761960" y="4893730"/>
                  <a:pt x="8784046" y="4871643"/>
                  <a:pt x="8784046" y="4844398"/>
                </a:cubicBezTo>
                <a:lnTo>
                  <a:pt x="8783698" y="4840941"/>
                </a:lnTo>
                <a:lnTo>
                  <a:pt x="8792636" y="4843715"/>
                </a:lnTo>
                <a:cubicBezTo>
                  <a:pt x="8795848" y="4844372"/>
                  <a:pt x="8799173" y="4844717"/>
                  <a:pt x="8802578" y="4844717"/>
                </a:cubicBezTo>
                <a:cubicBezTo>
                  <a:pt x="8829823" y="4844717"/>
                  <a:pt x="8851910" y="4822631"/>
                  <a:pt x="8851910" y="4795386"/>
                </a:cubicBezTo>
                <a:cubicBezTo>
                  <a:pt x="8851910" y="4785169"/>
                  <a:pt x="8848804" y="4775677"/>
                  <a:pt x="8843485" y="4767804"/>
                </a:cubicBezTo>
                <a:lnTo>
                  <a:pt x="8840217" y="4763844"/>
                </a:lnTo>
                <a:lnTo>
                  <a:pt x="8847229" y="4761667"/>
                </a:lnTo>
                <a:cubicBezTo>
                  <a:pt x="8864935" y="4754178"/>
                  <a:pt x="8877359" y="4736646"/>
                  <a:pt x="8877359" y="4716212"/>
                </a:cubicBezTo>
                <a:cubicBezTo>
                  <a:pt x="8877359" y="4695778"/>
                  <a:pt x="8864935" y="4678246"/>
                  <a:pt x="8847229" y="4670757"/>
                </a:cubicBezTo>
                <a:lnTo>
                  <a:pt x="8840850" y="4668777"/>
                </a:lnTo>
                <a:lnTo>
                  <a:pt x="8843485" y="4665583"/>
                </a:lnTo>
                <a:cubicBezTo>
                  <a:pt x="8848804" y="4657709"/>
                  <a:pt x="8851910" y="4648218"/>
                  <a:pt x="8851910" y="4638001"/>
                </a:cubicBezTo>
                <a:cubicBezTo>
                  <a:pt x="8851910" y="4610756"/>
                  <a:pt x="8829823" y="4588669"/>
                  <a:pt x="8802578" y="4588669"/>
                </a:cubicBezTo>
                <a:cubicBezTo>
                  <a:pt x="8797470" y="4588669"/>
                  <a:pt x="8792543" y="4589446"/>
                  <a:pt x="8787908" y="4590887"/>
                </a:cubicBezTo>
                <a:lnTo>
                  <a:pt x="8783649" y="4592935"/>
                </a:lnTo>
                <a:lnTo>
                  <a:pt x="8784047" y="4588989"/>
                </a:lnTo>
                <a:cubicBezTo>
                  <a:pt x="8784047" y="4561743"/>
                  <a:pt x="8761960" y="4539657"/>
                  <a:pt x="8734715" y="4539657"/>
                </a:cubicBezTo>
                <a:cubicBezTo>
                  <a:pt x="8721092" y="4539657"/>
                  <a:pt x="8708759" y="4545179"/>
                  <a:pt x="8699832" y="4554106"/>
                </a:cubicBezTo>
                <a:lnTo>
                  <a:pt x="8694185" y="4560950"/>
                </a:lnTo>
                <a:lnTo>
                  <a:pt x="8688538" y="4554106"/>
                </a:lnTo>
                <a:cubicBezTo>
                  <a:pt x="8679611" y="4545179"/>
                  <a:pt x="8667278" y="4539657"/>
                  <a:pt x="8653655" y="4539657"/>
                </a:cubicBezTo>
                <a:cubicBezTo>
                  <a:pt x="8626410" y="4539657"/>
                  <a:pt x="8604324" y="4561743"/>
                  <a:pt x="8604324" y="4588989"/>
                </a:cubicBezTo>
                <a:lnTo>
                  <a:pt x="8604672" y="4592446"/>
                </a:lnTo>
                <a:lnTo>
                  <a:pt x="8595734" y="4589671"/>
                </a:lnTo>
                <a:cubicBezTo>
                  <a:pt x="8592523" y="4589014"/>
                  <a:pt x="8589198" y="4588669"/>
                  <a:pt x="8585792" y="4588669"/>
                </a:cubicBezTo>
                <a:cubicBezTo>
                  <a:pt x="8558547" y="4588669"/>
                  <a:pt x="8536460" y="4610756"/>
                  <a:pt x="8536460" y="4638001"/>
                </a:cubicBezTo>
                <a:cubicBezTo>
                  <a:pt x="8536460" y="4648218"/>
                  <a:pt x="8539566" y="4657709"/>
                  <a:pt x="8544885" y="4665583"/>
                </a:cubicBezTo>
                <a:lnTo>
                  <a:pt x="8547520" y="4668777"/>
                </a:lnTo>
                <a:lnTo>
                  <a:pt x="8541141" y="4670757"/>
                </a:lnTo>
                <a:cubicBezTo>
                  <a:pt x="8523435" y="4678246"/>
                  <a:pt x="8511011" y="4695778"/>
                  <a:pt x="8511011" y="4716212"/>
                </a:cubicBezTo>
                <a:cubicBezTo>
                  <a:pt x="8511011" y="4736646"/>
                  <a:pt x="8523435" y="4754178"/>
                  <a:pt x="8541141" y="4761667"/>
                </a:cubicBezTo>
                <a:lnTo>
                  <a:pt x="8548153" y="4763844"/>
                </a:lnTo>
                <a:lnTo>
                  <a:pt x="8544885" y="4767804"/>
                </a:lnTo>
                <a:cubicBezTo>
                  <a:pt x="8539566" y="4775677"/>
                  <a:pt x="8536460" y="4785169"/>
                  <a:pt x="8536460" y="4795386"/>
                </a:cubicBezTo>
                <a:cubicBezTo>
                  <a:pt x="8536460" y="4822631"/>
                  <a:pt x="8558547" y="4844717"/>
                  <a:pt x="8585792" y="4844717"/>
                </a:cubicBezTo>
                <a:cubicBezTo>
                  <a:pt x="8589198" y="4844717"/>
                  <a:pt x="8592523" y="4844372"/>
                  <a:pt x="8595734" y="4843715"/>
                </a:cubicBezTo>
                <a:lnTo>
                  <a:pt x="8604672" y="4840941"/>
                </a:lnTo>
                <a:lnTo>
                  <a:pt x="8604323" y="4844398"/>
                </a:lnTo>
                <a:cubicBezTo>
                  <a:pt x="8604323" y="4871643"/>
                  <a:pt x="8626410" y="4893730"/>
                  <a:pt x="8653655" y="4893730"/>
                </a:cubicBezTo>
                <a:close/>
                <a:moveTo>
                  <a:pt x="7944411" y="4893730"/>
                </a:moveTo>
                <a:cubicBezTo>
                  <a:pt x="7958033" y="4893730"/>
                  <a:pt x="7970366" y="4888208"/>
                  <a:pt x="7979293" y="4879281"/>
                </a:cubicBezTo>
                <a:lnTo>
                  <a:pt x="7984940" y="4872437"/>
                </a:lnTo>
                <a:lnTo>
                  <a:pt x="7990587" y="4879281"/>
                </a:lnTo>
                <a:cubicBezTo>
                  <a:pt x="7999514" y="4888208"/>
                  <a:pt x="8011847" y="4893730"/>
                  <a:pt x="8025470" y="4893730"/>
                </a:cubicBezTo>
                <a:cubicBezTo>
                  <a:pt x="8052715" y="4893730"/>
                  <a:pt x="8074802" y="4871643"/>
                  <a:pt x="8074802" y="4844398"/>
                </a:cubicBezTo>
                <a:lnTo>
                  <a:pt x="8074453" y="4840941"/>
                </a:lnTo>
                <a:lnTo>
                  <a:pt x="8083391" y="4843715"/>
                </a:lnTo>
                <a:cubicBezTo>
                  <a:pt x="8086603" y="4844372"/>
                  <a:pt x="8089928" y="4844717"/>
                  <a:pt x="8093333" y="4844717"/>
                </a:cubicBezTo>
                <a:cubicBezTo>
                  <a:pt x="8120579" y="4844717"/>
                  <a:pt x="8142665" y="4822631"/>
                  <a:pt x="8142665" y="4795386"/>
                </a:cubicBezTo>
                <a:cubicBezTo>
                  <a:pt x="8142665" y="4785169"/>
                  <a:pt x="8139559" y="4775677"/>
                  <a:pt x="8134240" y="4767804"/>
                </a:cubicBezTo>
                <a:lnTo>
                  <a:pt x="8130973" y="4763844"/>
                </a:lnTo>
                <a:lnTo>
                  <a:pt x="8137985" y="4761667"/>
                </a:lnTo>
                <a:cubicBezTo>
                  <a:pt x="8155691" y="4754178"/>
                  <a:pt x="8168114" y="4736646"/>
                  <a:pt x="8168114" y="4716212"/>
                </a:cubicBezTo>
                <a:cubicBezTo>
                  <a:pt x="8168114" y="4695778"/>
                  <a:pt x="8155691" y="4678246"/>
                  <a:pt x="8137985" y="4670757"/>
                </a:cubicBezTo>
                <a:lnTo>
                  <a:pt x="8131605" y="4668777"/>
                </a:lnTo>
                <a:lnTo>
                  <a:pt x="8134240" y="4665583"/>
                </a:lnTo>
                <a:cubicBezTo>
                  <a:pt x="8139559" y="4657709"/>
                  <a:pt x="8142665" y="4648218"/>
                  <a:pt x="8142665" y="4638001"/>
                </a:cubicBezTo>
                <a:cubicBezTo>
                  <a:pt x="8142665" y="4610756"/>
                  <a:pt x="8120579" y="4588669"/>
                  <a:pt x="8093333" y="4588669"/>
                </a:cubicBezTo>
                <a:cubicBezTo>
                  <a:pt x="8088225" y="4588669"/>
                  <a:pt x="8083298" y="4589446"/>
                  <a:pt x="8078664" y="4590887"/>
                </a:cubicBezTo>
                <a:lnTo>
                  <a:pt x="8074404" y="4592935"/>
                </a:lnTo>
                <a:lnTo>
                  <a:pt x="8074802" y="4588989"/>
                </a:lnTo>
                <a:cubicBezTo>
                  <a:pt x="8074802" y="4561743"/>
                  <a:pt x="8052715" y="4539657"/>
                  <a:pt x="8025470" y="4539657"/>
                </a:cubicBezTo>
                <a:cubicBezTo>
                  <a:pt x="8011847" y="4539657"/>
                  <a:pt x="7999515" y="4545179"/>
                  <a:pt x="7990587" y="4554106"/>
                </a:cubicBezTo>
                <a:lnTo>
                  <a:pt x="7984940" y="4560950"/>
                </a:lnTo>
                <a:lnTo>
                  <a:pt x="7979294" y="4554106"/>
                </a:lnTo>
                <a:cubicBezTo>
                  <a:pt x="7970366" y="4545179"/>
                  <a:pt x="7958033" y="4539657"/>
                  <a:pt x="7944411" y="4539657"/>
                </a:cubicBezTo>
                <a:cubicBezTo>
                  <a:pt x="7917165" y="4539657"/>
                  <a:pt x="7895079" y="4561743"/>
                  <a:pt x="7895079" y="4588989"/>
                </a:cubicBezTo>
                <a:lnTo>
                  <a:pt x="7895427" y="4592446"/>
                </a:lnTo>
                <a:lnTo>
                  <a:pt x="7886489" y="4589671"/>
                </a:lnTo>
                <a:cubicBezTo>
                  <a:pt x="7883278" y="4589014"/>
                  <a:pt x="7879953" y="4588669"/>
                  <a:pt x="7876547" y="4588669"/>
                </a:cubicBezTo>
                <a:cubicBezTo>
                  <a:pt x="7849302" y="4588669"/>
                  <a:pt x="7827215" y="4610756"/>
                  <a:pt x="7827215" y="4638001"/>
                </a:cubicBezTo>
                <a:cubicBezTo>
                  <a:pt x="7827215" y="4648218"/>
                  <a:pt x="7830321" y="4657709"/>
                  <a:pt x="7835640" y="4665583"/>
                </a:cubicBezTo>
                <a:lnTo>
                  <a:pt x="7838276" y="4668777"/>
                </a:lnTo>
                <a:lnTo>
                  <a:pt x="7831896" y="4670757"/>
                </a:lnTo>
                <a:cubicBezTo>
                  <a:pt x="7814190" y="4678246"/>
                  <a:pt x="7801766" y="4695778"/>
                  <a:pt x="7801766" y="4716212"/>
                </a:cubicBezTo>
                <a:cubicBezTo>
                  <a:pt x="7801766" y="4736646"/>
                  <a:pt x="7814190" y="4754178"/>
                  <a:pt x="7831896" y="4761667"/>
                </a:cubicBezTo>
                <a:lnTo>
                  <a:pt x="7838908" y="4763844"/>
                </a:lnTo>
                <a:lnTo>
                  <a:pt x="7835640" y="4767804"/>
                </a:lnTo>
                <a:cubicBezTo>
                  <a:pt x="7830321" y="4775677"/>
                  <a:pt x="7827215" y="4785169"/>
                  <a:pt x="7827215" y="4795386"/>
                </a:cubicBezTo>
                <a:cubicBezTo>
                  <a:pt x="7827215" y="4822631"/>
                  <a:pt x="7849302" y="4844717"/>
                  <a:pt x="7876547" y="4844717"/>
                </a:cubicBezTo>
                <a:cubicBezTo>
                  <a:pt x="7879953" y="4844717"/>
                  <a:pt x="7883278" y="4844372"/>
                  <a:pt x="7886489" y="4843715"/>
                </a:cubicBezTo>
                <a:lnTo>
                  <a:pt x="7895427" y="4840941"/>
                </a:lnTo>
                <a:lnTo>
                  <a:pt x="7895079" y="4844398"/>
                </a:lnTo>
                <a:cubicBezTo>
                  <a:pt x="7895079" y="4871643"/>
                  <a:pt x="7917165" y="4893730"/>
                  <a:pt x="7944411" y="4893730"/>
                </a:cubicBezTo>
                <a:close/>
                <a:moveTo>
                  <a:pt x="7235159" y="4893730"/>
                </a:moveTo>
                <a:cubicBezTo>
                  <a:pt x="7248781" y="4893730"/>
                  <a:pt x="7261114" y="4888208"/>
                  <a:pt x="7270041" y="4879281"/>
                </a:cubicBezTo>
                <a:lnTo>
                  <a:pt x="7275688" y="4872437"/>
                </a:lnTo>
                <a:lnTo>
                  <a:pt x="7281335" y="4879281"/>
                </a:lnTo>
                <a:cubicBezTo>
                  <a:pt x="7290262" y="4888208"/>
                  <a:pt x="7302595" y="4893730"/>
                  <a:pt x="7316218" y="4893730"/>
                </a:cubicBezTo>
                <a:cubicBezTo>
                  <a:pt x="7343463" y="4893730"/>
                  <a:pt x="7365550" y="4871643"/>
                  <a:pt x="7365550" y="4844398"/>
                </a:cubicBezTo>
                <a:lnTo>
                  <a:pt x="7365201" y="4840941"/>
                </a:lnTo>
                <a:lnTo>
                  <a:pt x="7374139" y="4843715"/>
                </a:lnTo>
                <a:cubicBezTo>
                  <a:pt x="7377351" y="4844372"/>
                  <a:pt x="7380676" y="4844717"/>
                  <a:pt x="7384081" y="4844717"/>
                </a:cubicBezTo>
                <a:cubicBezTo>
                  <a:pt x="7411327" y="4844717"/>
                  <a:pt x="7433413" y="4822631"/>
                  <a:pt x="7433413" y="4795386"/>
                </a:cubicBezTo>
                <a:cubicBezTo>
                  <a:pt x="7433413" y="4785169"/>
                  <a:pt x="7430307" y="4775677"/>
                  <a:pt x="7424988" y="4767804"/>
                </a:cubicBezTo>
                <a:lnTo>
                  <a:pt x="7421721" y="4763844"/>
                </a:lnTo>
                <a:lnTo>
                  <a:pt x="7428733" y="4761667"/>
                </a:lnTo>
                <a:cubicBezTo>
                  <a:pt x="7446439" y="4754178"/>
                  <a:pt x="7458862" y="4736646"/>
                  <a:pt x="7458862" y="4716212"/>
                </a:cubicBezTo>
                <a:cubicBezTo>
                  <a:pt x="7458862" y="4695778"/>
                  <a:pt x="7446439" y="4678246"/>
                  <a:pt x="7428733" y="4670757"/>
                </a:cubicBezTo>
                <a:lnTo>
                  <a:pt x="7422353" y="4668777"/>
                </a:lnTo>
                <a:lnTo>
                  <a:pt x="7424988" y="4665583"/>
                </a:lnTo>
                <a:cubicBezTo>
                  <a:pt x="7430307" y="4657709"/>
                  <a:pt x="7433413" y="4648218"/>
                  <a:pt x="7433413" y="4638001"/>
                </a:cubicBezTo>
                <a:cubicBezTo>
                  <a:pt x="7433413" y="4610756"/>
                  <a:pt x="7411327" y="4588669"/>
                  <a:pt x="7384081" y="4588669"/>
                </a:cubicBezTo>
                <a:cubicBezTo>
                  <a:pt x="7378973" y="4588669"/>
                  <a:pt x="7374046" y="4589446"/>
                  <a:pt x="7369412" y="4590887"/>
                </a:cubicBezTo>
                <a:lnTo>
                  <a:pt x="7365152" y="4592935"/>
                </a:lnTo>
                <a:lnTo>
                  <a:pt x="7365550" y="4588989"/>
                </a:lnTo>
                <a:cubicBezTo>
                  <a:pt x="7365550" y="4561743"/>
                  <a:pt x="7343463" y="4539657"/>
                  <a:pt x="7316218" y="4539657"/>
                </a:cubicBezTo>
                <a:cubicBezTo>
                  <a:pt x="7302595" y="4539657"/>
                  <a:pt x="7290263" y="4545179"/>
                  <a:pt x="7281335" y="4554106"/>
                </a:cubicBezTo>
                <a:lnTo>
                  <a:pt x="7275688" y="4560950"/>
                </a:lnTo>
                <a:lnTo>
                  <a:pt x="7270042" y="4554106"/>
                </a:lnTo>
                <a:cubicBezTo>
                  <a:pt x="7261114" y="4545179"/>
                  <a:pt x="7248781" y="4539657"/>
                  <a:pt x="7235159" y="4539657"/>
                </a:cubicBezTo>
                <a:cubicBezTo>
                  <a:pt x="7207913" y="4539657"/>
                  <a:pt x="7185827" y="4561743"/>
                  <a:pt x="7185827" y="4588989"/>
                </a:cubicBezTo>
                <a:lnTo>
                  <a:pt x="7186175" y="4592446"/>
                </a:lnTo>
                <a:lnTo>
                  <a:pt x="7177237" y="4589671"/>
                </a:lnTo>
                <a:cubicBezTo>
                  <a:pt x="7174026" y="4589014"/>
                  <a:pt x="7170701" y="4588669"/>
                  <a:pt x="7167295" y="4588669"/>
                </a:cubicBezTo>
                <a:cubicBezTo>
                  <a:pt x="7140050" y="4588669"/>
                  <a:pt x="7117963" y="4610756"/>
                  <a:pt x="7117963" y="4638001"/>
                </a:cubicBezTo>
                <a:cubicBezTo>
                  <a:pt x="7117963" y="4648218"/>
                  <a:pt x="7121069" y="4657709"/>
                  <a:pt x="7126388" y="4665583"/>
                </a:cubicBezTo>
                <a:lnTo>
                  <a:pt x="7129024" y="4668777"/>
                </a:lnTo>
                <a:lnTo>
                  <a:pt x="7122644" y="4670757"/>
                </a:lnTo>
                <a:cubicBezTo>
                  <a:pt x="7104938" y="4678246"/>
                  <a:pt x="7092514" y="4695778"/>
                  <a:pt x="7092514" y="4716212"/>
                </a:cubicBezTo>
                <a:cubicBezTo>
                  <a:pt x="7092514" y="4736646"/>
                  <a:pt x="7104938" y="4754178"/>
                  <a:pt x="7122644" y="4761667"/>
                </a:cubicBezTo>
                <a:lnTo>
                  <a:pt x="7129656" y="4763844"/>
                </a:lnTo>
                <a:lnTo>
                  <a:pt x="7126388" y="4767804"/>
                </a:lnTo>
                <a:cubicBezTo>
                  <a:pt x="7121069" y="4775677"/>
                  <a:pt x="7117963" y="4785169"/>
                  <a:pt x="7117963" y="4795386"/>
                </a:cubicBezTo>
                <a:cubicBezTo>
                  <a:pt x="7117963" y="4822631"/>
                  <a:pt x="7140050" y="4844717"/>
                  <a:pt x="7167295" y="4844717"/>
                </a:cubicBezTo>
                <a:cubicBezTo>
                  <a:pt x="7170701" y="4844717"/>
                  <a:pt x="7174026" y="4844372"/>
                  <a:pt x="7177237" y="4843715"/>
                </a:cubicBezTo>
                <a:lnTo>
                  <a:pt x="7186175" y="4840941"/>
                </a:lnTo>
                <a:lnTo>
                  <a:pt x="7185827" y="4844398"/>
                </a:lnTo>
                <a:cubicBezTo>
                  <a:pt x="7185827" y="4871643"/>
                  <a:pt x="7207913" y="4893730"/>
                  <a:pt x="7235159" y="4893730"/>
                </a:cubicBezTo>
                <a:close/>
                <a:moveTo>
                  <a:pt x="6525907" y="4893730"/>
                </a:moveTo>
                <a:cubicBezTo>
                  <a:pt x="6539529" y="4893730"/>
                  <a:pt x="6551862" y="4888208"/>
                  <a:pt x="6560789" y="4879281"/>
                </a:cubicBezTo>
                <a:lnTo>
                  <a:pt x="6566436" y="4872437"/>
                </a:lnTo>
                <a:lnTo>
                  <a:pt x="6572083" y="4879281"/>
                </a:lnTo>
                <a:cubicBezTo>
                  <a:pt x="6581010" y="4888208"/>
                  <a:pt x="6593343" y="4893730"/>
                  <a:pt x="6606966" y="4893730"/>
                </a:cubicBezTo>
                <a:cubicBezTo>
                  <a:pt x="6634211" y="4893730"/>
                  <a:pt x="6656298" y="4871643"/>
                  <a:pt x="6656298" y="4844398"/>
                </a:cubicBezTo>
                <a:lnTo>
                  <a:pt x="6655949" y="4840941"/>
                </a:lnTo>
                <a:lnTo>
                  <a:pt x="6664887" y="4843715"/>
                </a:lnTo>
                <a:cubicBezTo>
                  <a:pt x="6668099" y="4844372"/>
                  <a:pt x="6671424" y="4844717"/>
                  <a:pt x="6674829" y="4844717"/>
                </a:cubicBezTo>
                <a:cubicBezTo>
                  <a:pt x="6702075" y="4844717"/>
                  <a:pt x="6724161" y="4822631"/>
                  <a:pt x="6724161" y="4795386"/>
                </a:cubicBezTo>
                <a:cubicBezTo>
                  <a:pt x="6724161" y="4785169"/>
                  <a:pt x="6721055" y="4775677"/>
                  <a:pt x="6715736" y="4767804"/>
                </a:cubicBezTo>
                <a:lnTo>
                  <a:pt x="6712469" y="4763844"/>
                </a:lnTo>
                <a:lnTo>
                  <a:pt x="6719481" y="4761667"/>
                </a:lnTo>
                <a:cubicBezTo>
                  <a:pt x="6737187" y="4754178"/>
                  <a:pt x="6749610" y="4736646"/>
                  <a:pt x="6749610" y="4716212"/>
                </a:cubicBezTo>
                <a:cubicBezTo>
                  <a:pt x="6749610" y="4695778"/>
                  <a:pt x="6737187" y="4678246"/>
                  <a:pt x="6719481" y="4670757"/>
                </a:cubicBezTo>
                <a:lnTo>
                  <a:pt x="6713101" y="4668777"/>
                </a:lnTo>
                <a:lnTo>
                  <a:pt x="6715736" y="4665583"/>
                </a:lnTo>
                <a:cubicBezTo>
                  <a:pt x="6721055" y="4657709"/>
                  <a:pt x="6724161" y="4648218"/>
                  <a:pt x="6724161" y="4638001"/>
                </a:cubicBezTo>
                <a:cubicBezTo>
                  <a:pt x="6724161" y="4610756"/>
                  <a:pt x="6702075" y="4588669"/>
                  <a:pt x="6674829" y="4588669"/>
                </a:cubicBezTo>
                <a:cubicBezTo>
                  <a:pt x="6669721" y="4588669"/>
                  <a:pt x="6664794" y="4589446"/>
                  <a:pt x="6660160" y="4590887"/>
                </a:cubicBezTo>
                <a:lnTo>
                  <a:pt x="6655900" y="4592935"/>
                </a:lnTo>
                <a:lnTo>
                  <a:pt x="6656298" y="4588989"/>
                </a:lnTo>
                <a:cubicBezTo>
                  <a:pt x="6656298" y="4561743"/>
                  <a:pt x="6634211" y="4539657"/>
                  <a:pt x="6606966" y="4539657"/>
                </a:cubicBezTo>
                <a:cubicBezTo>
                  <a:pt x="6593343" y="4539657"/>
                  <a:pt x="6581011" y="4545179"/>
                  <a:pt x="6572083" y="4554106"/>
                </a:cubicBezTo>
                <a:lnTo>
                  <a:pt x="6566436" y="4560950"/>
                </a:lnTo>
                <a:lnTo>
                  <a:pt x="6560790" y="4554106"/>
                </a:lnTo>
                <a:cubicBezTo>
                  <a:pt x="6551862" y="4545179"/>
                  <a:pt x="6539529" y="4539657"/>
                  <a:pt x="6525907" y="4539657"/>
                </a:cubicBezTo>
                <a:cubicBezTo>
                  <a:pt x="6498661" y="4539657"/>
                  <a:pt x="6476575" y="4561743"/>
                  <a:pt x="6476575" y="4588989"/>
                </a:cubicBezTo>
                <a:lnTo>
                  <a:pt x="6476923" y="4592446"/>
                </a:lnTo>
                <a:lnTo>
                  <a:pt x="6467985" y="4589671"/>
                </a:lnTo>
                <a:cubicBezTo>
                  <a:pt x="6464774" y="4589014"/>
                  <a:pt x="6461449" y="4588669"/>
                  <a:pt x="6458043" y="4588669"/>
                </a:cubicBezTo>
                <a:cubicBezTo>
                  <a:pt x="6430798" y="4588669"/>
                  <a:pt x="6408711" y="4610756"/>
                  <a:pt x="6408711" y="4638001"/>
                </a:cubicBezTo>
                <a:cubicBezTo>
                  <a:pt x="6408711" y="4648218"/>
                  <a:pt x="6411817" y="4657709"/>
                  <a:pt x="6417136" y="4665583"/>
                </a:cubicBezTo>
                <a:lnTo>
                  <a:pt x="6419772" y="4668777"/>
                </a:lnTo>
                <a:lnTo>
                  <a:pt x="6413392" y="4670757"/>
                </a:lnTo>
                <a:cubicBezTo>
                  <a:pt x="6395686" y="4678246"/>
                  <a:pt x="6383262" y="4695778"/>
                  <a:pt x="6383262" y="4716212"/>
                </a:cubicBezTo>
                <a:cubicBezTo>
                  <a:pt x="6383262" y="4736646"/>
                  <a:pt x="6395686" y="4754178"/>
                  <a:pt x="6413392" y="4761667"/>
                </a:cubicBezTo>
                <a:lnTo>
                  <a:pt x="6420404" y="4763844"/>
                </a:lnTo>
                <a:lnTo>
                  <a:pt x="6417136" y="4767804"/>
                </a:lnTo>
                <a:cubicBezTo>
                  <a:pt x="6411817" y="4775677"/>
                  <a:pt x="6408711" y="4785169"/>
                  <a:pt x="6408711" y="4795386"/>
                </a:cubicBezTo>
                <a:cubicBezTo>
                  <a:pt x="6408711" y="4822631"/>
                  <a:pt x="6430798" y="4844717"/>
                  <a:pt x="6458043" y="4844717"/>
                </a:cubicBezTo>
                <a:cubicBezTo>
                  <a:pt x="6461449" y="4844717"/>
                  <a:pt x="6464774" y="4844372"/>
                  <a:pt x="6467985" y="4843715"/>
                </a:cubicBezTo>
                <a:lnTo>
                  <a:pt x="6476923" y="4840941"/>
                </a:lnTo>
                <a:lnTo>
                  <a:pt x="6476575" y="4844398"/>
                </a:lnTo>
                <a:cubicBezTo>
                  <a:pt x="6476575" y="4871643"/>
                  <a:pt x="6498661" y="4893730"/>
                  <a:pt x="6525907" y="4893730"/>
                </a:cubicBezTo>
                <a:close/>
                <a:moveTo>
                  <a:pt x="5816655" y="4893730"/>
                </a:moveTo>
                <a:cubicBezTo>
                  <a:pt x="5830277" y="4893730"/>
                  <a:pt x="5842610" y="4888208"/>
                  <a:pt x="5851537" y="4879281"/>
                </a:cubicBezTo>
                <a:lnTo>
                  <a:pt x="5857184" y="4872437"/>
                </a:lnTo>
                <a:lnTo>
                  <a:pt x="5862831" y="4879281"/>
                </a:lnTo>
                <a:cubicBezTo>
                  <a:pt x="5871758" y="4888208"/>
                  <a:pt x="5884091" y="4893730"/>
                  <a:pt x="5897714" y="4893730"/>
                </a:cubicBezTo>
                <a:cubicBezTo>
                  <a:pt x="5924959" y="4893730"/>
                  <a:pt x="5947046" y="4871643"/>
                  <a:pt x="5947046" y="4844398"/>
                </a:cubicBezTo>
                <a:lnTo>
                  <a:pt x="5946697" y="4840941"/>
                </a:lnTo>
                <a:lnTo>
                  <a:pt x="5955635" y="4843715"/>
                </a:lnTo>
                <a:cubicBezTo>
                  <a:pt x="5958847" y="4844372"/>
                  <a:pt x="5962172" y="4844717"/>
                  <a:pt x="5965577" y="4844717"/>
                </a:cubicBezTo>
                <a:cubicBezTo>
                  <a:pt x="5992823" y="4844717"/>
                  <a:pt x="6014909" y="4822631"/>
                  <a:pt x="6014909" y="4795386"/>
                </a:cubicBezTo>
                <a:cubicBezTo>
                  <a:pt x="6014909" y="4785169"/>
                  <a:pt x="6011803" y="4775677"/>
                  <a:pt x="6006484" y="4767804"/>
                </a:cubicBezTo>
                <a:lnTo>
                  <a:pt x="6003217" y="4763844"/>
                </a:lnTo>
                <a:lnTo>
                  <a:pt x="6010229" y="4761667"/>
                </a:lnTo>
                <a:cubicBezTo>
                  <a:pt x="6027935" y="4754178"/>
                  <a:pt x="6040358" y="4736646"/>
                  <a:pt x="6040358" y="4716212"/>
                </a:cubicBezTo>
                <a:cubicBezTo>
                  <a:pt x="6040358" y="4695778"/>
                  <a:pt x="6027935" y="4678246"/>
                  <a:pt x="6010229" y="4670757"/>
                </a:cubicBezTo>
                <a:lnTo>
                  <a:pt x="6003849" y="4668777"/>
                </a:lnTo>
                <a:lnTo>
                  <a:pt x="6006484" y="4665583"/>
                </a:lnTo>
                <a:cubicBezTo>
                  <a:pt x="6011803" y="4657709"/>
                  <a:pt x="6014909" y="4648218"/>
                  <a:pt x="6014909" y="4638001"/>
                </a:cubicBezTo>
                <a:cubicBezTo>
                  <a:pt x="6014909" y="4610756"/>
                  <a:pt x="5992823" y="4588669"/>
                  <a:pt x="5965577" y="4588669"/>
                </a:cubicBezTo>
                <a:cubicBezTo>
                  <a:pt x="5960469" y="4588669"/>
                  <a:pt x="5955542" y="4589446"/>
                  <a:pt x="5950908" y="4590887"/>
                </a:cubicBezTo>
                <a:lnTo>
                  <a:pt x="5946648" y="4592935"/>
                </a:lnTo>
                <a:lnTo>
                  <a:pt x="5947046" y="4588989"/>
                </a:lnTo>
                <a:cubicBezTo>
                  <a:pt x="5947046" y="4561743"/>
                  <a:pt x="5924959" y="4539657"/>
                  <a:pt x="5897714" y="4539657"/>
                </a:cubicBezTo>
                <a:cubicBezTo>
                  <a:pt x="5884091" y="4539657"/>
                  <a:pt x="5871759" y="4545179"/>
                  <a:pt x="5862831" y="4554106"/>
                </a:cubicBezTo>
                <a:lnTo>
                  <a:pt x="5857184" y="4560950"/>
                </a:lnTo>
                <a:lnTo>
                  <a:pt x="5851538" y="4554106"/>
                </a:lnTo>
                <a:cubicBezTo>
                  <a:pt x="5842610" y="4545179"/>
                  <a:pt x="5830277" y="4539657"/>
                  <a:pt x="5816655" y="4539657"/>
                </a:cubicBezTo>
                <a:cubicBezTo>
                  <a:pt x="5789409" y="4539657"/>
                  <a:pt x="5767323" y="4561743"/>
                  <a:pt x="5767323" y="4588989"/>
                </a:cubicBezTo>
                <a:lnTo>
                  <a:pt x="5767671" y="4592446"/>
                </a:lnTo>
                <a:lnTo>
                  <a:pt x="5758733" y="4589671"/>
                </a:lnTo>
                <a:cubicBezTo>
                  <a:pt x="5755522" y="4589014"/>
                  <a:pt x="5752197" y="4588669"/>
                  <a:pt x="5748791" y="4588669"/>
                </a:cubicBezTo>
                <a:cubicBezTo>
                  <a:pt x="5721546" y="4588669"/>
                  <a:pt x="5699459" y="4610756"/>
                  <a:pt x="5699459" y="4638001"/>
                </a:cubicBezTo>
                <a:cubicBezTo>
                  <a:pt x="5699459" y="4648218"/>
                  <a:pt x="5702565" y="4657709"/>
                  <a:pt x="5707884" y="4665583"/>
                </a:cubicBezTo>
                <a:lnTo>
                  <a:pt x="5710520" y="4668777"/>
                </a:lnTo>
                <a:lnTo>
                  <a:pt x="5704140" y="4670757"/>
                </a:lnTo>
                <a:cubicBezTo>
                  <a:pt x="5686434" y="4678246"/>
                  <a:pt x="5674010" y="4695778"/>
                  <a:pt x="5674010" y="4716212"/>
                </a:cubicBezTo>
                <a:cubicBezTo>
                  <a:pt x="5674010" y="4736646"/>
                  <a:pt x="5686434" y="4754178"/>
                  <a:pt x="5704140" y="4761667"/>
                </a:cubicBezTo>
                <a:lnTo>
                  <a:pt x="5711152" y="4763844"/>
                </a:lnTo>
                <a:lnTo>
                  <a:pt x="5707884" y="4767804"/>
                </a:lnTo>
                <a:cubicBezTo>
                  <a:pt x="5702565" y="4775677"/>
                  <a:pt x="5699459" y="4785169"/>
                  <a:pt x="5699459" y="4795386"/>
                </a:cubicBezTo>
                <a:cubicBezTo>
                  <a:pt x="5699459" y="4822631"/>
                  <a:pt x="5721546" y="4844717"/>
                  <a:pt x="5748791" y="4844717"/>
                </a:cubicBezTo>
                <a:cubicBezTo>
                  <a:pt x="5752197" y="4844717"/>
                  <a:pt x="5755522" y="4844372"/>
                  <a:pt x="5758733" y="4843715"/>
                </a:cubicBezTo>
                <a:lnTo>
                  <a:pt x="5767671" y="4840941"/>
                </a:lnTo>
                <a:lnTo>
                  <a:pt x="5767323" y="4844398"/>
                </a:lnTo>
                <a:cubicBezTo>
                  <a:pt x="5767323" y="4871643"/>
                  <a:pt x="5789409" y="4893730"/>
                  <a:pt x="5816655" y="4893730"/>
                </a:cubicBezTo>
                <a:close/>
                <a:moveTo>
                  <a:pt x="5107403" y="4893730"/>
                </a:moveTo>
                <a:cubicBezTo>
                  <a:pt x="5121025" y="4893730"/>
                  <a:pt x="5133358" y="4888208"/>
                  <a:pt x="5142285" y="4879281"/>
                </a:cubicBezTo>
                <a:lnTo>
                  <a:pt x="5147932" y="4872437"/>
                </a:lnTo>
                <a:lnTo>
                  <a:pt x="5153579" y="4879281"/>
                </a:lnTo>
                <a:cubicBezTo>
                  <a:pt x="5162506" y="4888208"/>
                  <a:pt x="5174839" y="4893730"/>
                  <a:pt x="5188462" y="4893730"/>
                </a:cubicBezTo>
                <a:cubicBezTo>
                  <a:pt x="5215707" y="4893730"/>
                  <a:pt x="5237794" y="4871643"/>
                  <a:pt x="5237794" y="4844398"/>
                </a:cubicBezTo>
                <a:lnTo>
                  <a:pt x="5237445" y="4840941"/>
                </a:lnTo>
                <a:lnTo>
                  <a:pt x="5246383" y="4843715"/>
                </a:lnTo>
                <a:cubicBezTo>
                  <a:pt x="5249595" y="4844372"/>
                  <a:pt x="5252920" y="4844717"/>
                  <a:pt x="5256325" y="4844717"/>
                </a:cubicBezTo>
                <a:cubicBezTo>
                  <a:pt x="5283571" y="4844717"/>
                  <a:pt x="5305657" y="4822631"/>
                  <a:pt x="5305657" y="4795386"/>
                </a:cubicBezTo>
                <a:cubicBezTo>
                  <a:pt x="5305657" y="4785169"/>
                  <a:pt x="5302551" y="4775677"/>
                  <a:pt x="5297232" y="4767804"/>
                </a:cubicBezTo>
                <a:lnTo>
                  <a:pt x="5293965" y="4763844"/>
                </a:lnTo>
                <a:lnTo>
                  <a:pt x="5300977" y="4761667"/>
                </a:lnTo>
                <a:cubicBezTo>
                  <a:pt x="5318683" y="4754178"/>
                  <a:pt x="5331106" y="4736646"/>
                  <a:pt x="5331106" y="4716212"/>
                </a:cubicBezTo>
                <a:cubicBezTo>
                  <a:pt x="5331106" y="4695778"/>
                  <a:pt x="5318683" y="4678246"/>
                  <a:pt x="5300977" y="4670757"/>
                </a:cubicBezTo>
                <a:lnTo>
                  <a:pt x="5294597" y="4668777"/>
                </a:lnTo>
                <a:lnTo>
                  <a:pt x="5297232" y="4665583"/>
                </a:lnTo>
                <a:cubicBezTo>
                  <a:pt x="5302551" y="4657709"/>
                  <a:pt x="5305657" y="4648218"/>
                  <a:pt x="5305657" y="4638001"/>
                </a:cubicBezTo>
                <a:cubicBezTo>
                  <a:pt x="5305657" y="4610756"/>
                  <a:pt x="5283571" y="4588669"/>
                  <a:pt x="5256325" y="4588669"/>
                </a:cubicBezTo>
                <a:cubicBezTo>
                  <a:pt x="5251217" y="4588669"/>
                  <a:pt x="5246290" y="4589446"/>
                  <a:pt x="5241656" y="4590887"/>
                </a:cubicBezTo>
                <a:lnTo>
                  <a:pt x="5237396" y="4592935"/>
                </a:lnTo>
                <a:lnTo>
                  <a:pt x="5237794" y="4588989"/>
                </a:lnTo>
                <a:cubicBezTo>
                  <a:pt x="5237794" y="4561743"/>
                  <a:pt x="5215707" y="4539657"/>
                  <a:pt x="5188462" y="4539657"/>
                </a:cubicBezTo>
                <a:cubicBezTo>
                  <a:pt x="5174839" y="4539657"/>
                  <a:pt x="5162507" y="4545179"/>
                  <a:pt x="5153579" y="4554106"/>
                </a:cubicBezTo>
                <a:lnTo>
                  <a:pt x="5147932" y="4560950"/>
                </a:lnTo>
                <a:lnTo>
                  <a:pt x="5142286" y="4554106"/>
                </a:lnTo>
                <a:cubicBezTo>
                  <a:pt x="5133358" y="4545179"/>
                  <a:pt x="5121025" y="4539657"/>
                  <a:pt x="5107403" y="4539657"/>
                </a:cubicBezTo>
                <a:cubicBezTo>
                  <a:pt x="5080157" y="4539657"/>
                  <a:pt x="5058071" y="4561743"/>
                  <a:pt x="5058071" y="4588989"/>
                </a:cubicBezTo>
                <a:lnTo>
                  <a:pt x="5058419" y="4592446"/>
                </a:lnTo>
                <a:lnTo>
                  <a:pt x="5049481" y="4589671"/>
                </a:lnTo>
                <a:cubicBezTo>
                  <a:pt x="5046270" y="4589014"/>
                  <a:pt x="5042945" y="4588669"/>
                  <a:pt x="5039539" y="4588669"/>
                </a:cubicBezTo>
                <a:cubicBezTo>
                  <a:pt x="5012294" y="4588669"/>
                  <a:pt x="4990207" y="4610756"/>
                  <a:pt x="4990207" y="4638001"/>
                </a:cubicBezTo>
                <a:cubicBezTo>
                  <a:pt x="4990207" y="4648218"/>
                  <a:pt x="4993313" y="4657709"/>
                  <a:pt x="4998632" y="4665583"/>
                </a:cubicBezTo>
                <a:lnTo>
                  <a:pt x="5001268" y="4668777"/>
                </a:lnTo>
                <a:lnTo>
                  <a:pt x="4994888" y="4670757"/>
                </a:lnTo>
                <a:cubicBezTo>
                  <a:pt x="4977182" y="4678246"/>
                  <a:pt x="4964758" y="4695778"/>
                  <a:pt x="4964758" y="4716212"/>
                </a:cubicBezTo>
                <a:cubicBezTo>
                  <a:pt x="4964758" y="4736646"/>
                  <a:pt x="4977182" y="4754178"/>
                  <a:pt x="4994888" y="4761667"/>
                </a:cubicBezTo>
                <a:lnTo>
                  <a:pt x="5001900" y="4763844"/>
                </a:lnTo>
                <a:lnTo>
                  <a:pt x="4998632" y="4767804"/>
                </a:lnTo>
                <a:cubicBezTo>
                  <a:pt x="4993313" y="4775677"/>
                  <a:pt x="4990207" y="4785169"/>
                  <a:pt x="4990207" y="4795386"/>
                </a:cubicBezTo>
                <a:cubicBezTo>
                  <a:pt x="4990207" y="4822631"/>
                  <a:pt x="5012294" y="4844717"/>
                  <a:pt x="5039539" y="4844717"/>
                </a:cubicBezTo>
                <a:cubicBezTo>
                  <a:pt x="5042945" y="4844717"/>
                  <a:pt x="5046270" y="4844372"/>
                  <a:pt x="5049481" y="4843715"/>
                </a:cubicBezTo>
                <a:lnTo>
                  <a:pt x="5058419" y="4840941"/>
                </a:lnTo>
                <a:lnTo>
                  <a:pt x="5058071" y="4844398"/>
                </a:lnTo>
                <a:cubicBezTo>
                  <a:pt x="5058071" y="4871643"/>
                  <a:pt x="5080157" y="4893730"/>
                  <a:pt x="5107403" y="4893730"/>
                </a:cubicBezTo>
                <a:close/>
                <a:moveTo>
                  <a:pt x="4398151" y="4893730"/>
                </a:moveTo>
                <a:cubicBezTo>
                  <a:pt x="4411773" y="4893730"/>
                  <a:pt x="4424106" y="4888208"/>
                  <a:pt x="4433033" y="4879281"/>
                </a:cubicBezTo>
                <a:lnTo>
                  <a:pt x="4438680" y="4872437"/>
                </a:lnTo>
                <a:lnTo>
                  <a:pt x="4444327" y="4879281"/>
                </a:lnTo>
                <a:cubicBezTo>
                  <a:pt x="4453254" y="4888208"/>
                  <a:pt x="4465587" y="4893730"/>
                  <a:pt x="4479210" y="4893730"/>
                </a:cubicBezTo>
                <a:cubicBezTo>
                  <a:pt x="4506455" y="4893730"/>
                  <a:pt x="4528542" y="4871643"/>
                  <a:pt x="4528542" y="4844398"/>
                </a:cubicBezTo>
                <a:lnTo>
                  <a:pt x="4528193" y="4840941"/>
                </a:lnTo>
                <a:lnTo>
                  <a:pt x="4537131" y="4843715"/>
                </a:lnTo>
                <a:cubicBezTo>
                  <a:pt x="4540343" y="4844372"/>
                  <a:pt x="4543668" y="4844717"/>
                  <a:pt x="4547073" y="4844717"/>
                </a:cubicBezTo>
                <a:cubicBezTo>
                  <a:pt x="4574319" y="4844717"/>
                  <a:pt x="4596405" y="4822631"/>
                  <a:pt x="4596405" y="4795386"/>
                </a:cubicBezTo>
                <a:cubicBezTo>
                  <a:pt x="4596405" y="4785169"/>
                  <a:pt x="4593299" y="4775677"/>
                  <a:pt x="4587980" y="4767804"/>
                </a:cubicBezTo>
                <a:lnTo>
                  <a:pt x="4584713" y="4763844"/>
                </a:lnTo>
                <a:lnTo>
                  <a:pt x="4591725" y="4761667"/>
                </a:lnTo>
                <a:cubicBezTo>
                  <a:pt x="4609431" y="4754178"/>
                  <a:pt x="4621854" y="4736646"/>
                  <a:pt x="4621854" y="4716212"/>
                </a:cubicBezTo>
                <a:cubicBezTo>
                  <a:pt x="4621854" y="4695778"/>
                  <a:pt x="4609431" y="4678246"/>
                  <a:pt x="4591725" y="4670757"/>
                </a:cubicBezTo>
                <a:lnTo>
                  <a:pt x="4585345" y="4668777"/>
                </a:lnTo>
                <a:lnTo>
                  <a:pt x="4587980" y="4665583"/>
                </a:lnTo>
                <a:cubicBezTo>
                  <a:pt x="4593299" y="4657709"/>
                  <a:pt x="4596405" y="4648218"/>
                  <a:pt x="4596405" y="4638001"/>
                </a:cubicBezTo>
                <a:cubicBezTo>
                  <a:pt x="4596405" y="4610756"/>
                  <a:pt x="4574319" y="4588669"/>
                  <a:pt x="4547073" y="4588669"/>
                </a:cubicBezTo>
                <a:cubicBezTo>
                  <a:pt x="4541965" y="4588669"/>
                  <a:pt x="4537038" y="4589446"/>
                  <a:pt x="4532404" y="4590887"/>
                </a:cubicBezTo>
                <a:lnTo>
                  <a:pt x="4528144" y="4592935"/>
                </a:lnTo>
                <a:lnTo>
                  <a:pt x="4528542" y="4588989"/>
                </a:lnTo>
                <a:cubicBezTo>
                  <a:pt x="4528542" y="4561743"/>
                  <a:pt x="4506455" y="4539657"/>
                  <a:pt x="4479210" y="4539657"/>
                </a:cubicBezTo>
                <a:cubicBezTo>
                  <a:pt x="4465587" y="4539657"/>
                  <a:pt x="4453255" y="4545179"/>
                  <a:pt x="4444327" y="4554106"/>
                </a:cubicBezTo>
                <a:lnTo>
                  <a:pt x="4438680" y="4560950"/>
                </a:lnTo>
                <a:lnTo>
                  <a:pt x="4433034" y="4554106"/>
                </a:lnTo>
                <a:cubicBezTo>
                  <a:pt x="4424106" y="4545179"/>
                  <a:pt x="4411773" y="4539657"/>
                  <a:pt x="4398151" y="4539657"/>
                </a:cubicBezTo>
                <a:cubicBezTo>
                  <a:pt x="4370905" y="4539657"/>
                  <a:pt x="4348819" y="4561743"/>
                  <a:pt x="4348819" y="4588989"/>
                </a:cubicBezTo>
                <a:lnTo>
                  <a:pt x="4349167" y="4592446"/>
                </a:lnTo>
                <a:lnTo>
                  <a:pt x="4340229" y="4589671"/>
                </a:lnTo>
                <a:cubicBezTo>
                  <a:pt x="4337018" y="4589014"/>
                  <a:pt x="4333693" y="4588669"/>
                  <a:pt x="4330287" y="4588669"/>
                </a:cubicBezTo>
                <a:cubicBezTo>
                  <a:pt x="4303042" y="4588669"/>
                  <a:pt x="4280955" y="4610756"/>
                  <a:pt x="4280955" y="4638001"/>
                </a:cubicBezTo>
                <a:cubicBezTo>
                  <a:pt x="4280955" y="4648218"/>
                  <a:pt x="4284061" y="4657709"/>
                  <a:pt x="4289380" y="4665583"/>
                </a:cubicBezTo>
                <a:lnTo>
                  <a:pt x="4292016" y="4668777"/>
                </a:lnTo>
                <a:lnTo>
                  <a:pt x="4285636" y="4670757"/>
                </a:lnTo>
                <a:cubicBezTo>
                  <a:pt x="4267930" y="4678246"/>
                  <a:pt x="4255506" y="4695778"/>
                  <a:pt x="4255506" y="4716212"/>
                </a:cubicBezTo>
                <a:cubicBezTo>
                  <a:pt x="4255506" y="4736646"/>
                  <a:pt x="4267930" y="4754178"/>
                  <a:pt x="4285636" y="4761667"/>
                </a:cubicBezTo>
                <a:lnTo>
                  <a:pt x="4292648" y="4763844"/>
                </a:lnTo>
                <a:lnTo>
                  <a:pt x="4289380" y="4767804"/>
                </a:lnTo>
                <a:cubicBezTo>
                  <a:pt x="4284061" y="4775677"/>
                  <a:pt x="4280955" y="4785169"/>
                  <a:pt x="4280955" y="4795386"/>
                </a:cubicBezTo>
                <a:cubicBezTo>
                  <a:pt x="4280955" y="4822631"/>
                  <a:pt x="4303042" y="4844717"/>
                  <a:pt x="4330287" y="4844717"/>
                </a:cubicBezTo>
                <a:cubicBezTo>
                  <a:pt x="4333693" y="4844717"/>
                  <a:pt x="4337018" y="4844372"/>
                  <a:pt x="4340229" y="4843715"/>
                </a:cubicBezTo>
                <a:lnTo>
                  <a:pt x="4349167" y="4840941"/>
                </a:lnTo>
                <a:lnTo>
                  <a:pt x="4348819" y="4844398"/>
                </a:lnTo>
                <a:cubicBezTo>
                  <a:pt x="4348819" y="4871643"/>
                  <a:pt x="4370905" y="4893730"/>
                  <a:pt x="4398151" y="4893730"/>
                </a:cubicBezTo>
                <a:close/>
                <a:moveTo>
                  <a:pt x="3688906" y="4893730"/>
                </a:moveTo>
                <a:cubicBezTo>
                  <a:pt x="3702529" y="4893730"/>
                  <a:pt x="3714861" y="4888208"/>
                  <a:pt x="3723789" y="4879281"/>
                </a:cubicBezTo>
                <a:lnTo>
                  <a:pt x="3729435" y="4872437"/>
                </a:lnTo>
                <a:lnTo>
                  <a:pt x="3735082" y="4879281"/>
                </a:lnTo>
                <a:cubicBezTo>
                  <a:pt x="3744010" y="4888208"/>
                  <a:pt x="3756344" y="4893730"/>
                  <a:pt x="3769966" y="4893730"/>
                </a:cubicBezTo>
                <a:cubicBezTo>
                  <a:pt x="3797211" y="4893730"/>
                  <a:pt x="3819297" y="4871643"/>
                  <a:pt x="3819297" y="4844398"/>
                </a:cubicBezTo>
                <a:lnTo>
                  <a:pt x="3818949" y="4840941"/>
                </a:lnTo>
                <a:lnTo>
                  <a:pt x="3827887" y="4843715"/>
                </a:lnTo>
                <a:cubicBezTo>
                  <a:pt x="3831098" y="4844372"/>
                  <a:pt x="3834423" y="4844717"/>
                  <a:pt x="3837829" y="4844717"/>
                </a:cubicBezTo>
                <a:cubicBezTo>
                  <a:pt x="3865074" y="4844717"/>
                  <a:pt x="3887161" y="4822631"/>
                  <a:pt x="3887161" y="4795386"/>
                </a:cubicBezTo>
                <a:cubicBezTo>
                  <a:pt x="3887161" y="4785169"/>
                  <a:pt x="3884055" y="4775677"/>
                  <a:pt x="3878736" y="4767804"/>
                </a:cubicBezTo>
                <a:lnTo>
                  <a:pt x="3875469" y="4763844"/>
                </a:lnTo>
                <a:lnTo>
                  <a:pt x="3882480" y="4761667"/>
                </a:lnTo>
                <a:cubicBezTo>
                  <a:pt x="3900186" y="4754178"/>
                  <a:pt x="3912610" y="4736646"/>
                  <a:pt x="3912610" y="4716212"/>
                </a:cubicBezTo>
                <a:cubicBezTo>
                  <a:pt x="3912610" y="4695778"/>
                  <a:pt x="3900186" y="4678246"/>
                  <a:pt x="3882480" y="4670757"/>
                </a:cubicBezTo>
                <a:lnTo>
                  <a:pt x="3876100" y="4668777"/>
                </a:lnTo>
                <a:lnTo>
                  <a:pt x="3878736" y="4665583"/>
                </a:lnTo>
                <a:cubicBezTo>
                  <a:pt x="3884055" y="4657709"/>
                  <a:pt x="3887161" y="4648218"/>
                  <a:pt x="3887161" y="4638001"/>
                </a:cubicBezTo>
                <a:cubicBezTo>
                  <a:pt x="3887161" y="4610756"/>
                  <a:pt x="3865074" y="4588669"/>
                  <a:pt x="3837829" y="4588669"/>
                </a:cubicBezTo>
                <a:cubicBezTo>
                  <a:pt x="3832720" y="4588669"/>
                  <a:pt x="3827793" y="4589446"/>
                  <a:pt x="3823160" y="4590887"/>
                </a:cubicBezTo>
                <a:lnTo>
                  <a:pt x="3818900" y="4592935"/>
                </a:lnTo>
                <a:lnTo>
                  <a:pt x="3819297" y="4588989"/>
                </a:lnTo>
                <a:cubicBezTo>
                  <a:pt x="3819297" y="4561743"/>
                  <a:pt x="3797211" y="4539657"/>
                  <a:pt x="3769966" y="4539657"/>
                </a:cubicBezTo>
                <a:cubicBezTo>
                  <a:pt x="3756344" y="4539657"/>
                  <a:pt x="3744010" y="4545179"/>
                  <a:pt x="3735082" y="4554106"/>
                </a:cubicBezTo>
                <a:lnTo>
                  <a:pt x="3729437" y="4560950"/>
                </a:lnTo>
                <a:lnTo>
                  <a:pt x="3723789" y="4554106"/>
                </a:lnTo>
                <a:cubicBezTo>
                  <a:pt x="3714861" y="4545179"/>
                  <a:pt x="3702529" y="4539657"/>
                  <a:pt x="3688906" y="4539657"/>
                </a:cubicBezTo>
                <a:cubicBezTo>
                  <a:pt x="3661661" y="4539657"/>
                  <a:pt x="3639575" y="4561743"/>
                  <a:pt x="3639575" y="4588989"/>
                </a:cubicBezTo>
                <a:lnTo>
                  <a:pt x="3639922" y="4592446"/>
                </a:lnTo>
                <a:lnTo>
                  <a:pt x="3630985" y="4589671"/>
                </a:lnTo>
                <a:cubicBezTo>
                  <a:pt x="3627773" y="4589014"/>
                  <a:pt x="3624449" y="4588669"/>
                  <a:pt x="3621044" y="4588669"/>
                </a:cubicBezTo>
                <a:cubicBezTo>
                  <a:pt x="3593798" y="4588669"/>
                  <a:pt x="3571711" y="4610756"/>
                  <a:pt x="3571711" y="4638001"/>
                </a:cubicBezTo>
                <a:cubicBezTo>
                  <a:pt x="3571711" y="4648218"/>
                  <a:pt x="3574817" y="4657709"/>
                  <a:pt x="3580137" y="4665583"/>
                </a:cubicBezTo>
                <a:lnTo>
                  <a:pt x="3582772" y="4668777"/>
                </a:lnTo>
                <a:lnTo>
                  <a:pt x="3576392" y="4670757"/>
                </a:lnTo>
                <a:cubicBezTo>
                  <a:pt x="3558686" y="4678246"/>
                  <a:pt x="3546263" y="4695778"/>
                  <a:pt x="3546263" y="4716212"/>
                </a:cubicBezTo>
                <a:cubicBezTo>
                  <a:pt x="3546263" y="4736646"/>
                  <a:pt x="3558686" y="4754178"/>
                  <a:pt x="3576392" y="4761667"/>
                </a:cubicBezTo>
                <a:lnTo>
                  <a:pt x="3583404" y="4763844"/>
                </a:lnTo>
                <a:lnTo>
                  <a:pt x="3580137" y="4767804"/>
                </a:lnTo>
                <a:cubicBezTo>
                  <a:pt x="3574817" y="4775677"/>
                  <a:pt x="3571711" y="4785169"/>
                  <a:pt x="3571711" y="4795386"/>
                </a:cubicBezTo>
                <a:cubicBezTo>
                  <a:pt x="3571711" y="4822631"/>
                  <a:pt x="3593798" y="4844717"/>
                  <a:pt x="3621044" y="4844717"/>
                </a:cubicBezTo>
                <a:cubicBezTo>
                  <a:pt x="3624449" y="4844717"/>
                  <a:pt x="3627773" y="4844372"/>
                  <a:pt x="3630986" y="4843715"/>
                </a:cubicBezTo>
                <a:lnTo>
                  <a:pt x="3639922" y="4840941"/>
                </a:lnTo>
                <a:lnTo>
                  <a:pt x="3639575" y="4844398"/>
                </a:lnTo>
                <a:cubicBezTo>
                  <a:pt x="3639575" y="4871643"/>
                  <a:pt x="3661661" y="4893730"/>
                  <a:pt x="3688906" y="4893730"/>
                </a:cubicBezTo>
                <a:close/>
                <a:moveTo>
                  <a:pt x="2979655" y="4893730"/>
                </a:moveTo>
                <a:cubicBezTo>
                  <a:pt x="2993277" y="4893730"/>
                  <a:pt x="3005610" y="4888208"/>
                  <a:pt x="3014537" y="4879281"/>
                </a:cubicBezTo>
                <a:lnTo>
                  <a:pt x="3020184" y="4872437"/>
                </a:lnTo>
                <a:lnTo>
                  <a:pt x="3025830" y="4879281"/>
                </a:lnTo>
                <a:cubicBezTo>
                  <a:pt x="3034758" y="4888208"/>
                  <a:pt x="3047090" y="4893730"/>
                  <a:pt x="3060713" y="4893730"/>
                </a:cubicBezTo>
                <a:cubicBezTo>
                  <a:pt x="3087958" y="4893730"/>
                  <a:pt x="3110044" y="4871643"/>
                  <a:pt x="3110044" y="4844398"/>
                </a:cubicBezTo>
                <a:lnTo>
                  <a:pt x="3109696" y="4840941"/>
                </a:lnTo>
                <a:lnTo>
                  <a:pt x="3118635" y="4843715"/>
                </a:lnTo>
                <a:cubicBezTo>
                  <a:pt x="3121846" y="4844372"/>
                  <a:pt x="3125171" y="4844717"/>
                  <a:pt x="3128576" y="4844717"/>
                </a:cubicBezTo>
                <a:cubicBezTo>
                  <a:pt x="3155823" y="4844717"/>
                  <a:pt x="3177909" y="4822631"/>
                  <a:pt x="3177909" y="4795386"/>
                </a:cubicBezTo>
                <a:cubicBezTo>
                  <a:pt x="3177909" y="4785169"/>
                  <a:pt x="3174802" y="4775677"/>
                  <a:pt x="3169483" y="4767804"/>
                </a:cubicBezTo>
                <a:lnTo>
                  <a:pt x="3166215" y="4763844"/>
                </a:lnTo>
                <a:lnTo>
                  <a:pt x="3173228" y="4761667"/>
                </a:lnTo>
                <a:cubicBezTo>
                  <a:pt x="3190933" y="4754178"/>
                  <a:pt x="3203355" y="4736646"/>
                  <a:pt x="3203355" y="4716212"/>
                </a:cubicBezTo>
                <a:cubicBezTo>
                  <a:pt x="3203355" y="4695778"/>
                  <a:pt x="3190933" y="4678246"/>
                  <a:pt x="3173228" y="4670757"/>
                </a:cubicBezTo>
                <a:lnTo>
                  <a:pt x="3166849" y="4668777"/>
                </a:lnTo>
                <a:lnTo>
                  <a:pt x="3169483" y="4665583"/>
                </a:lnTo>
                <a:cubicBezTo>
                  <a:pt x="3174802" y="4657709"/>
                  <a:pt x="3177909" y="4648218"/>
                  <a:pt x="3177909" y="4638001"/>
                </a:cubicBezTo>
                <a:cubicBezTo>
                  <a:pt x="3177909" y="4610756"/>
                  <a:pt x="3155823" y="4588669"/>
                  <a:pt x="3128576" y="4588669"/>
                </a:cubicBezTo>
                <a:cubicBezTo>
                  <a:pt x="3123469" y="4588669"/>
                  <a:pt x="3118541" y="4589446"/>
                  <a:pt x="3113908" y="4590887"/>
                </a:cubicBezTo>
                <a:lnTo>
                  <a:pt x="3109647" y="4592935"/>
                </a:lnTo>
                <a:lnTo>
                  <a:pt x="3110044" y="4588989"/>
                </a:lnTo>
                <a:cubicBezTo>
                  <a:pt x="3110044" y="4561743"/>
                  <a:pt x="3087959" y="4539657"/>
                  <a:pt x="3060713" y="4539657"/>
                </a:cubicBezTo>
                <a:cubicBezTo>
                  <a:pt x="3047090" y="4539657"/>
                  <a:pt x="3034758" y="4545179"/>
                  <a:pt x="3025830" y="4554106"/>
                </a:cubicBezTo>
                <a:lnTo>
                  <a:pt x="3020184" y="4560950"/>
                </a:lnTo>
                <a:lnTo>
                  <a:pt x="3014537" y="4554106"/>
                </a:lnTo>
                <a:cubicBezTo>
                  <a:pt x="3005610" y="4545179"/>
                  <a:pt x="2993277" y="4539657"/>
                  <a:pt x="2979655" y="4539657"/>
                </a:cubicBezTo>
                <a:cubicBezTo>
                  <a:pt x="2952409" y="4539657"/>
                  <a:pt x="2930324" y="4561743"/>
                  <a:pt x="2930324" y="4588989"/>
                </a:cubicBezTo>
                <a:lnTo>
                  <a:pt x="2930672" y="4592446"/>
                </a:lnTo>
                <a:lnTo>
                  <a:pt x="2921734" y="4589671"/>
                </a:lnTo>
                <a:cubicBezTo>
                  <a:pt x="2918523" y="4589014"/>
                  <a:pt x="2915197" y="4588669"/>
                  <a:pt x="2911792" y="4588669"/>
                </a:cubicBezTo>
                <a:cubicBezTo>
                  <a:pt x="2884547" y="4588669"/>
                  <a:pt x="2862460" y="4610756"/>
                  <a:pt x="2862460" y="4638001"/>
                </a:cubicBezTo>
                <a:cubicBezTo>
                  <a:pt x="2862460" y="4648218"/>
                  <a:pt x="2865567" y="4657709"/>
                  <a:pt x="2870885" y="4665583"/>
                </a:cubicBezTo>
                <a:lnTo>
                  <a:pt x="2873521" y="4668777"/>
                </a:lnTo>
                <a:lnTo>
                  <a:pt x="2867140" y="4670757"/>
                </a:lnTo>
                <a:cubicBezTo>
                  <a:pt x="2849436" y="4678246"/>
                  <a:pt x="2837012" y="4695778"/>
                  <a:pt x="2837012" y="4716212"/>
                </a:cubicBezTo>
                <a:cubicBezTo>
                  <a:pt x="2837012" y="4736646"/>
                  <a:pt x="2849436" y="4754178"/>
                  <a:pt x="2867140" y="4761667"/>
                </a:cubicBezTo>
                <a:lnTo>
                  <a:pt x="2874154" y="4763844"/>
                </a:lnTo>
                <a:lnTo>
                  <a:pt x="2870885" y="4767804"/>
                </a:lnTo>
                <a:cubicBezTo>
                  <a:pt x="2865567" y="4775677"/>
                  <a:pt x="2862460" y="4785169"/>
                  <a:pt x="2862460" y="4795386"/>
                </a:cubicBezTo>
                <a:cubicBezTo>
                  <a:pt x="2862460" y="4822631"/>
                  <a:pt x="2884547" y="4844717"/>
                  <a:pt x="2911792" y="4844717"/>
                </a:cubicBezTo>
                <a:cubicBezTo>
                  <a:pt x="2915197" y="4844717"/>
                  <a:pt x="2918523" y="4844372"/>
                  <a:pt x="2921734" y="4843715"/>
                </a:cubicBezTo>
                <a:lnTo>
                  <a:pt x="2930672" y="4840941"/>
                </a:lnTo>
                <a:lnTo>
                  <a:pt x="2930324" y="4844398"/>
                </a:lnTo>
                <a:cubicBezTo>
                  <a:pt x="2930324" y="4871643"/>
                  <a:pt x="2952409" y="4893730"/>
                  <a:pt x="2979655" y="4893730"/>
                </a:cubicBezTo>
                <a:close/>
                <a:moveTo>
                  <a:pt x="2270403" y="4893730"/>
                </a:moveTo>
                <a:cubicBezTo>
                  <a:pt x="2284025" y="4893730"/>
                  <a:pt x="2296358" y="4888208"/>
                  <a:pt x="2305285" y="4879281"/>
                </a:cubicBezTo>
                <a:lnTo>
                  <a:pt x="2310932" y="4872437"/>
                </a:lnTo>
                <a:lnTo>
                  <a:pt x="2316578" y="4879281"/>
                </a:lnTo>
                <a:cubicBezTo>
                  <a:pt x="2325505" y="4888208"/>
                  <a:pt x="2337838" y="4893730"/>
                  <a:pt x="2351461" y="4893730"/>
                </a:cubicBezTo>
                <a:cubicBezTo>
                  <a:pt x="2378707" y="4893730"/>
                  <a:pt x="2400794" y="4871643"/>
                  <a:pt x="2400794" y="4844398"/>
                </a:cubicBezTo>
                <a:lnTo>
                  <a:pt x="2400445" y="4840941"/>
                </a:lnTo>
                <a:lnTo>
                  <a:pt x="2409382" y="4843715"/>
                </a:lnTo>
                <a:cubicBezTo>
                  <a:pt x="2412594" y="4844372"/>
                  <a:pt x="2415919" y="4844717"/>
                  <a:pt x="2419325" y="4844717"/>
                </a:cubicBezTo>
                <a:cubicBezTo>
                  <a:pt x="2446571" y="4844717"/>
                  <a:pt x="2468657" y="4822631"/>
                  <a:pt x="2468657" y="4795386"/>
                </a:cubicBezTo>
                <a:cubicBezTo>
                  <a:pt x="2468657" y="4785169"/>
                  <a:pt x="2465552" y="4775677"/>
                  <a:pt x="2460232" y="4767804"/>
                </a:cubicBezTo>
                <a:lnTo>
                  <a:pt x="2456965" y="4763844"/>
                </a:lnTo>
                <a:lnTo>
                  <a:pt x="2463977" y="4761667"/>
                </a:lnTo>
                <a:cubicBezTo>
                  <a:pt x="2481683" y="4754178"/>
                  <a:pt x="2494106" y="4736646"/>
                  <a:pt x="2494106" y="4716212"/>
                </a:cubicBezTo>
                <a:cubicBezTo>
                  <a:pt x="2494106" y="4695778"/>
                  <a:pt x="2481683" y="4678246"/>
                  <a:pt x="2463977" y="4670757"/>
                </a:cubicBezTo>
                <a:lnTo>
                  <a:pt x="2457596" y="4668777"/>
                </a:lnTo>
                <a:lnTo>
                  <a:pt x="2460232" y="4665583"/>
                </a:lnTo>
                <a:cubicBezTo>
                  <a:pt x="2465552" y="4657709"/>
                  <a:pt x="2468657" y="4648218"/>
                  <a:pt x="2468657" y="4638001"/>
                </a:cubicBezTo>
                <a:cubicBezTo>
                  <a:pt x="2468657" y="4610756"/>
                  <a:pt x="2446571" y="4588669"/>
                  <a:pt x="2419325" y="4588669"/>
                </a:cubicBezTo>
                <a:cubicBezTo>
                  <a:pt x="2414217" y="4588669"/>
                  <a:pt x="2409289" y="4589446"/>
                  <a:pt x="2404655" y="4590887"/>
                </a:cubicBezTo>
                <a:lnTo>
                  <a:pt x="2400396" y="4592935"/>
                </a:lnTo>
                <a:lnTo>
                  <a:pt x="2400794" y="4588989"/>
                </a:lnTo>
                <a:cubicBezTo>
                  <a:pt x="2400794" y="4561743"/>
                  <a:pt x="2378707" y="4539657"/>
                  <a:pt x="2351461" y="4539657"/>
                </a:cubicBezTo>
                <a:cubicBezTo>
                  <a:pt x="2337838" y="4539657"/>
                  <a:pt x="2325505" y="4545179"/>
                  <a:pt x="2316578" y="4554106"/>
                </a:cubicBezTo>
                <a:lnTo>
                  <a:pt x="2310933" y="4560950"/>
                </a:lnTo>
                <a:lnTo>
                  <a:pt x="2305285" y="4554106"/>
                </a:lnTo>
                <a:cubicBezTo>
                  <a:pt x="2296358" y="4545179"/>
                  <a:pt x="2284025" y="4539657"/>
                  <a:pt x="2270403" y="4539657"/>
                </a:cubicBezTo>
                <a:cubicBezTo>
                  <a:pt x="2243157" y="4539657"/>
                  <a:pt x="2221070" y="4561743"/>
                  <a:pt x="2221070" y="4588989"/>
                </a:cubicBezTo>
                <a:lnTo>
                  <a:pt x="2221420" y="4592446"/>
                </a:lnTo>
                <a:lnTo>
                  <a:pt x="2212481" y="4589671"/>
                </a:lnTo>
                <a:cubicBezTo>
                  <a:pt x="2209269" y="4589014"/>
                  <a:pt x="2205944" y="4588669"/>
                  <a:pt x="2202539" y="4588669"/>
                </a:cubicBezTo>
                <a:cubicBezTo>
                  <a:pt x="2175294" y="4588669"/>
                  <a:pt x="2153208" y="4610756"/>
                  <a:pt x="2153208" y="4638001"/>
                </a:cubicBezTo>
                <a:cubicBezTo>
                  <a:pt x="2153208" y="4648218"/>
                  <a:pt x="2156314" y="4657709"/>
                  <a:pt x="2161632" y="4665583"/>
                </a:cubicBezTo>
                <a:lnTo>
                  <a:pt x="2164267" y="4668777"/>
                </a:lnTo>
                <a:lnTo>
                  <a:pt x="2157888" y="4670757"/>
                </a:lnTo>
                <a:cubicBezTo>
                  <a:pt x="2140182" y="4678246"/>
                  <a:pt x="2127759" y="4695778"/>
                  <a:pt x="2127759" y="4716212"/>
                </a:cubicBezTo>
                <a:cubicBezTo>
                  <a:pt x="2127759" y="4736646"/>
                  <a:pt x="2140182" y="4754178"/>
                  <a:pt x="2157888" y="4761667"/>
                </a:cubicBezTo>
                <a:lnTo>
                  <a:pt x="2164900" y="4763844"/>
                </a:lnTo>
                <a:lnTo>
                  <a:pt x="2161632" y="4767804"/>
                </a:lnTo>
                <a:cubicBezTo>
                  <a:pt x="2156314" y="4775677"/>
                  <a:pt x="2153208" y="4785169"/>
                  <a:pt x="2153208" y="4795386"/>
                </a:cubicBezTo>
                <a:cubicBezTo>
                  <a:pt x="2153208" y="4822631"/>
                  <a:pt x="2175294" y="4844717"/>
                  <a:pt x="2202539" y="4844717"/>
                </a:cubicBezTo>
                <a:cubicBezTo>
                  <a:pt x="2205944" y="4844717"/>
                  <a:pt x="2209269" y="4844372"/>
                  <a:pt x="2212481" y="4843715"/>
                </a:cubicBezTo>
                <a:lnTo>
                  <a:pt x="2221419" y="4840941"/>
                </a:lnTo>
                <a:lnTo>
                  <a:pt x="2221070" y="4844398"/>
                </a:lnTo>
                <a:cubicBezTo>
                  <a:pt x="2221070" y="4871643"/>
                  <a:pt x="2243157" y="4893730"/>
                  <a:pt x="2270403" y="4893730"/>
                </a:cubicBezTo>
                <a:close/>
                <a:moveTo>
                  <a:pt x="1561150" y="4893730"/>
                </a:moveTo>
                <a:cubicBezTo>
                  <a:pt x="1574773" y="4893730"/>
                  <a:pt x="1587106" y="4888208"/>
                  <a:pt x="1596033" y="4879281"/>
                </a:cubicBezTo>
                <a:lnTo>
                  <a:pt x="1601680" y="4872437"/>
                </a:lnTo>
                <a:lnTo>
                  <a:pt x="1607327" y="4879281"/>
                </a:lnTo>
                <a:cubicBezTo>
                  <a:pt x="1616254" y="4888208"/>
                  <a:pt x="1628587" y="4893730"/>
                  <a:pt x="1642209" y="4893730"/>
                </a:cubicBezTo>
                <a:cubicBezTo>
                  <a:pt x="1669454" y="4893730"/>
                  <a:pt x="1691542" y="4871643"/>
                  <a:pt x="1691542" y="4844398"/>
                </a:cubicBezTo>
                <a:lnTo>
                  <a:pt x="1691193" y="4840941"/>
                </a:lnTo>
                <a:lnTo>
                  <a:pt x="1700131" y="4843715"/>
                </a:lnTo>
                <a:cubicBezTo>
                  <a:pt x="1703343" y="4844372"/>
                  <a:pt x="1706668" y="4844717"/>
                  <a:pt x="1710073" y="4844717"/>
                </a:cubicBezTo>
                <a:cubicBezTo>
                  <a:pt x="1737319" y="4844717"/>
                  <a:pt x="1759405" y="4822631"/>
                  <a:pt x="1759405" y="4795386"/>
                </a:cubicBezTo>
                <a:cubicBezTo>
                  <a:pt x="1759405" y="4785169"/>
                  <a:pt x="1756299" y="4775677"/>
                  <a:pt x="1750980" y="4767804"/>
                </a:cubicBezTo>
                <a:lnTo>
                  <a:pt x="1747712" y="4763844"/>
                </a:lnTo>
                <a:lnTo>
                  <a:pt x="1754724" y="4761667"/>
                </a:lnTo>
                <a:cubicBezTo>
                  <a:pt x="1772430" y="4754178"/>
                  <a:pt x="1784854" y="4736646"/>
                  <a:pt x="1784854" y="4716212"/>
                </a:cubicBezTo>
                <a:cubicBezTo>
                  <a:pt x="1784854" y="4695778"/>
                  <a:pt x="1772430" y="4678246"/>
                  <a:pt x="1754724" y="4670757"/>
                </a:cubicBezTo>
                <a:lnTo>
                  <a:pt x="1748345" y="4668777"/>
                </a:lnTo>
                <a:lnTo>
                  <a:pt x="1750980" y="4665583"/>
                </a:lnTo>
                <a:cubicBezTo>
                  <a:pt x="1756299" y="4657709"/>
                  <a:pt x="1759405" y="4648218"/>
                  <a:pt x="1759405" y="4638001"/>
                </a:cubicBezTo>
                <a:cubicBezTo>
                  <a:pt x="1759405" y="4610756"/>
                  <a:pt x="1737319" y="4588669"/>
                  <a:pt x="1710073" y="4588669"/>
                </a:cubicBezTo>
                <a:cubicBezTo>
                  <a:pt x="1704965" y="4588669"/>
                  <a:pt x="1700038" y="4589446"/>
                  <a:pt x="1695403" y="4590887"/>
                </a:cubicBezTo>
                <a:lnTo>
                  <a:pt x="1691144" y="4592935"/>
                </a:lnTo>
                <a:lnTo>
                  <a:pt x="1691542" y="4588989"/>
                </a:lnTo>
                <a:cubicBezTo>
                  <a:pt x="1691542" y="4561743"/>
                  <a:pt x="1669455" y="4539657"/>
                  <a:pt x="1642209" y="4539657"/>
                </a:cubicBezTo>
                <a:cubicBezTo>
                  <a:pt x="1628587" y="4539657"/>
                  <a:pt x="1616254" y="4545179"/>
                  <a:pt x="1607327" y="4554106"/>
                </a:cubicBezTo>
                <a:lnTo>
                  <a:pt x="1601680" y="4560950"/>
                </a:lnTo>
                <a:lnTo>
                  <a:pt x="1596034" y="4554106"/>
                </a:lnTo>
                <a:cubicBezTo>
                  <a:pt x="1587106" y="4545179"/>
                  <a:pt x="1574773" y="4539657"/>
                  <a:pt x="1561151" y="4539657"/>
                </a:cubicBezTo>
                <a:cubicBezTo>
                  <a:pt x="1533905" y="4539657"/>
                  <a:pt x="1511819" y="4561743"/>
                  <a:pt x="1511819" y="4588989"/>
                </a:cubicBezTo>
                <a:lnTo>
                  <a:pt x="1512167" y="4592446"/>
                </a:lnTo>
                <a:lnTo>
                  <a:pt x="1503230" y="4589671"/>
                </a:lnTo>
                <a:cubicBezTo>
                  <a:pt x="1500018" y="4589014"/>
                  <a:pt x="1496692" y="4588669"/>
                  <a:pt x="1493287" y="4588669"/>
                </a:cubicBezTo>
                <a:cubicBezTo>
                  <a:pt x="1466041" y="4588669"/>
                  <a:pt x="1443955" y="4610756"/>
                  <a:pt x="1443955" y="4638001"/>
                </a:cubicBezTo>
                <a:cubicBezTo>
                  <a:pt x="1443955" y="4648218"/>
                  <a:pt x="1447060" y="4657709"/>
                  <a:pt x="1452380" y="4665583"/>
                </a:cubicBezTo>
                <a:lnTo>
                  <a:pt x="1455015" y="4668777"/>
                </a:lnTo>
                <a:lnTo>
                  <a:pt x="1448636" y="4670757"/>
                </a:lnTo>
                <a:cubicBezTo>
                  <a:pt x="1430930" y="4678246"/>
                  <a:pt x="1418506" y="4695778"/>
                  <a:pt x="1418506" y="4716212"/>
                </a:cubicBezTo>
                <a:cubicBezTo>
                  <a:pt x="1418506" y="4736646"/>
                  <a:pt x="1430930" y="4754178"/>
                  <a:pt x="1448636" y="4761667"/>
                </a:cubicBezTo>
                <a:lnTo>
                  <a:pt x="1455648" y="4763844"/>
                </a:lnTo>
                <a:lnTo>
                  <a:pt x="1452380" y="4767804"/>
                </a:lnTo>
                <a:cubicBezTo>
                  <a:pt x="1447060" y="4775677"/>
                  <a:pt x="1443955" y="4785169"/>
                  <a:pt x="1443955" y="4795386"/>
                </a:cubicBezTo>
                <a:cubicBezTo>
                  <a:pt x="1443955" y="4822631"/>
                  <a:pt x="1466041" y="4844717"/>
                  <a:pt x="1493287" y="4844717"/>
                </a:cubicBezTo>
                <a:cubicBezTo>
                  <a:pt x="1496692" y="4844717"/>
                  <a:pt x="1500018" y="4844372"/>
                  <a:pt x="1503230" y="4843715"/>
                </a:cubicBezTo>
                <a:lnTo>
                  <a:pt x="1512167" y="4840941"/>
                </a:lnTo>
                <a:lnTo>
                  <a:pt x="1511818" y="4844398"/>
                </a:lnTo>
                <a:cubicBezTo>
                  <a:pt x="1511818" y="4871643"/>
                  <a:pt x="1533905" y="4893730"/>
                  <a:pt x="1561150" y="4893730"/>
                </a:cubicBezTo>
                <a:close/>
                <a:moveTo>
                  <a:pt x="851898" y="4893730"/>
                </a:moveTo>
                <a:cubicBezTo>
                  <a:pt x="865520" y="4893730"/>
                  <a:pt x="877853" y="4888208"/>
                  <a:pt x="886780" y="4879281"/>
                </a:cubicBezTo>
                <a:lnTo>
                  <a:pt x="892427" y="4872437"/>
                </a:lnTo>
                <a:lnTo>
                  <a:pt x="898074" y="4879281"/>
                </a:lnTo>
                <a:cubicBezTo>
                  <a:pt x="907001" y="4888208"/>
                  <a:pt x="919337" y="4893730"/>
                  <a:pt x="932958" y="4893730"/>
                </a:cubicBezTo>
                <a:cubicBezTo>
                  <a:pt x="960204" y="4893730"/>
                  <a:pt x="982290" y="4871643"/>
                  <a:pt x="982290" y="4844398"/>
                </a:cubicBezTo>
                <a:lnTo>
                  <a:pt x="981941" y="4840941"/>
                </a:lnTo>
                <a:lnTo>
                  <a:pt x="990880" y="4843715"/>
                </a:lnTo>
                <a:cubicBezTo>
                  <a:pt x="994091" y="4844372"/>
                  <a:pt x="997417" y="4844717"/>
                  <a:pt x="1000822" y="4844717"/>
                </a:cubicBezTo>
                <a:cubicBezTo>
                  <a:pt x="1028066" y="4844717"/>
                  <a:pt x="1050154" y="4822631"/>
                  <a:pt x="1050154" y="4795386"/>
                </a:cubicBezTo>
                <a:cubicBezTo>
                  <a:pt x="1050154" y="4785169"/>
                  <a:pt x="1047048" y="4775677"/>
                  <a:pt x="1041729" y="4767804"/>
                </a:cubicBezTo>
                <a:lnTo>
                  <a:pt x="1038461" y="4763844"/>
                </a:lnTo>
                <a:lnTo>
                  <a:pt x="1045473" y="4761667"/>
                </a:lnTo>
                <a:cubicBezTo>
                  <a:pt x="1063179" y="4754178"/>
                  <a:pt x="1075602" y="4736646"/>
                  <a:pt x="1075602" y="4716212"/>
                </a:cubicBezTo>
                <a:cubicBezTo>
                  <a:pt x="1075602" y="4695778"/>
                  <a:pt x="1063179" y="4678246"/>
                  <a:pt x="1045473" y="4670757"/>
                </a:cubicBezTo>
                <a:lnTo>
                  <a:pt x="1039092" y="4668777"/>
                </a:lnTo>
                <a:lnTo>
                  <a:pt x="1041729" y="4665583"/>
                </a:lnTo>
                <a:cubicBezTo>
                  <a:pt x="1047048" y="4657709"/>
                  <a:pt x="1050154" y="4648218"/>
                  <a:pt x="1050154" y="4638001"/>
                </a:cubicBezTo>
                <a:cubicBezTo>
                  <a:pt x="1050154" y="4610756"/>
                  <a:pt x="1028066" y="4588669"/>
                  <a:pt x="1000822" y="4588669"/>
                </a:cubicBezTo>
                <a:cubicBezTo>
                  <a:pt x="995713" y="4588669"/>
                  <a:pt x="990787" y="4589446"/>
                  <a:pt x="986151" y="4590887"/>
                </a:cubicBezTo>
                <a:lnTo>
                  <a:pt x="981892" y="4592935"/>
                </a:lnTo>
                <a:lnTo>
                  <a:pt x="982290" y="4588989"/>
                </a:lnTo>
                <a:cubicBezTo>
                  <a:pt x="982290" y="4561743"/>
                  <a:pt x="960204" y="4539657"/>
                  <a:pt x="932959" y="4539657"/>
                </a:cubicBezTo>
                <a:cubicBezTo>
                  <a:pt x="919337" y="4539657"/>
                  <a:pt x="907001" y="4545179"/>
                  <a:pt x="898074" y="4554106"/>
                </a:cubicBezTo>
                <a:lnTo>
                  <a:pt x="892427" y="4560950"/>
                </a:lnTo>
                <a:lnTo>
                  <a:pt x="886781" y="4554106"/>
                </a:lnTo>
                <a:cubicBezTo>
                  <a:pt x="877854" y="4545179"/>
                  <a:pt x="865520" y="4539657"/>
                  <a:pt x="851898" y="4539657"/>
                </a:cubicBezTo>
                <a:cubicBezTo>
                  <a:pt x="824653" y="4539657"/>
                  <a:pt x="802566" y="4561743"/>
                  <a:pt x="802566" y="4588989"/>
                </a:cubicBezTo>
                <a:lnTo>
                  <a:pt x="802914" y="4592446"/>
                </a:lnTo>
                <a:lnTo>
                  <a:pt x="793976" y="4589671"/>
                </a:lnTo>
                <a:cubicBezTo>
                  <a:pt x="790765" y="4589014"/>
                  <a:pt x="787440" y="4588669"/>
                  <a:pt x="784034" y="4588669"/>
                </a:cubicBezTo>
                <a:cubicBezTo>
                  <a:pt x="756789" y="4588669"/>
                  <a:pt x="734702" y="4610756"/>
                  <a:pt x="734702" y="4638001"/>
                </a:cubicBezTo>
                <a:cubicBezTo>
                  <a:pt x="734702" y="4648218"/>
                  <a:pt x="737808" y="4657709"/>
                  <a:pt x="743127" y="4665583"/>
                </a:cubicBezTo>
                <a:lnTo>
                  <a:pt x="745763" y="4668777"/>
                </a:lnTo>
                <a:lnTo>
                  <a:pt x="739383" y="4670757"/>
                </a:lnTo>
                <a:cubicBezTo>
                  <a:pt x="721677" y="4678246"/>
                  <a:pt x="709253" y="4695778"/>
                  <a:pt x="709253" y="4716212"/>
                </a:cubicBezTo>
                <a:cubicBezTo>
                  <a:pt x="709253" y="4736646"/>
                  <a:pt x="721677" y="4754178"/>
                  <a:pt x="739383" y="4761667"/>
                </a:cubicBezTo>
                <a:lnTo>
                  <a:pt x="746395" y="4763844"/>
                </a:lnTo>
                <a:lnTo>
                  <a:pt x="743127" y="4767804"/>
                </a:lnTo>
                <a:cubicBezTo>
                  <a:pt x="737808" y="4775677"/>
                  <a:pt x="734702" y="4785169"/>
                  <a:pt x="734702" y="4795386"/>
                </a:cubicBezTo>
                <a:cubicBezTo>
                  <a:pt x="734702" y="4822631"/>
                  <a:pt x="756789" y="4844717"/>
                  <a:pt x="784034" y="4844717"/>
                </a:cubicBezTo>
                <a:cubicBezTo>
                  <a:pt x="787440" y="4844717"/>
                  <a:pt x="790765" y="4844372"/>
                  <a:pt x="793976" y="4843715"/>
                </a:cubicBezTo>
                <a:lnTo>
                  <a:pt x="802914" y="4840941"/>
                </a:lnTo>
                <a:lnTo>
                  <a:pt x="802566" y="4844398"/>
                </a:lnTo>
                <a:cubicBezTo>
                  <a:pt x="802566" y="4871643"/>
                  <a:pt x="824652" y="4893730"/>
                  <a:pt x="851898" y="4893730"/>
                </a:cubicBezTo>
                <a:close/>
                <a:moveTo>
                  <a:pt x="142646" y="4893730"/>
                </a:moveTo>
                <a:cubicBezTo>
                  <a:pt x="156269" y="4893730"/>
                  <a:pt x="168602" y="4888208"/>
                  <a:pt x="177529" y="4879281"/>
                </a:cubicBezTo>
                <a:lnTo>
                  <a:pt x="183175" y="4872437"/>
                </a:lnTo>
                <a:lnTo>
                  <a:pt x="188822" y="4879281"/>
                </a:lnTo>
                <a:cubicBezTo>
                  <a:pt x="197750" y="4888208"/>
                  <a:pt x="210083" y="4893730"/>
                  <a:pt x="223705" y="4893730"/>
                </a:cubicBezTo>
                <a:cubicBezTo>
                  <a:pt x="250950" y="4893730"/>
                  <a:pt x="273037" y="4871643"/>
                  <a:pt x="273037" y="4844398"/>
                </a:cubicBezTo>
                <a:lnTo>
                  <a:pt x="272688" y="4840941"/>
                </a:lnTo>
                <a:lnTo>
                  <a:pt x="281627" y="4843715"/>
                </a:lnTo>
                <a:cubicBezTo>
                  <a:pt x="284838" y="4844372"/>
                  <a:pt x="288163" y="4844717"/>
                  <a:pt x="291569" y="4844717"/>
                </a:cubicBezTo>
                <a:cubicBezTo>
                  <a:pt x="318814" y="4844717"/>
                  <a:pt x="340901" y="4822631"/>
                  <a:pt x="340901" y="4795386"/>
                </a:cubicBezTo>
                <a:cubicBezTo>
                  <a:pt x="340901" y="4785169"/>
                  <a:pt x="337795" y="4775677"/>
                  <a:pt x="332476" y="4767804"/>
                </a:cubicBezTo>
                <a:lnTo>
                  <a:pt x="329208" y="4763844"/>
                </a:lnTo>
                <a:lnTo>
                  <a:pt x="336220" y="4761667"/>
                </a:lnTo>
                <a:cubicBezTo>
                  <a:pt x="353926" y="4754178"/>
                  <a:pt x="366349" y="4736646"/>
                  <a:pt x="366349" y="4716212"/>
                </a:cubicBezTo>
                <a:cubicBezTo>
                  <a:pt x="366349" y="4695778"/>
                  <a:pt x="353926" y="4678246"/>
                  <a:pt x="336220" y="4670757"/>
                </a:cubicBezTo>
                <a:lnTo>
                  <a:pt x="329840" y="4668777"/>
                </a:lnTo>
                <a:lnTo>
                  <a:pt x="332476" y="4665583"/>
                </a:lnTo>
                <a:cubicBezTo>
                  <a:pt x="337795" y="4657709"/>
                  <a:pt x="340901" y="4648218"/>
                  <a:pt x="340901" y="4638001"/>
                </a:cubicBezTo>
                <a:cubicBezTo>
                  <a:pt x="340901" y="4610756"/>
                  <a:pt x="318814" y="4588669"/>
                  <a:pt x="291569" y="4588669"/>
                </a:cubicBezTo>
                <a:cubicBezTo>
                  <a:pt x="286460" y="4588669"/>
                  <a:pt x="281533" y="4589446"/>
                  <a:pt x="276899" y="4590887"/>
                </a:cubicBezTo>
                <a:lnTo>
                  <a:pt x="272640" y="4592935"/>
                </a:lnTo>
                <a:lnTo>
                  <a:pt x="273037" y="4588989"/>
                </a:lnTo>
                <a:cubicBezTo>
                  <a:pt x="273037" y="4561743"/>
                  <a:pt x="250951" y="4539657"/>
                  <a:pt x="223705" y="4539657"/>
                </a:cubicBezTo>
                <a:cubicBezTo>
                  <a:pt x="210083" y="4539657"/>
                  <a:pt x="197750" y="4545179"/>
                  <a:pt x="188823" y="4554106"/>
                </a:cubicBezTo>
                <a:lnTo>
                  <a:pt x="183176" y="4560950"/>
                </a:lnTo>
                <a:lnTo>
                  <a:pt x="177529" y="4554106"/>
                </a:lnTo>
                <a:cubicBezTo>
                  <a:pt x="168602" y="4545179"/>
                  <a:pt x="156269" y="4539657"/>
                  <a:pt x="142646" y="4539657"/>
                </a:cubicBezTo>
                <a:cubicBezTo>
                  <a:pt x="115401" y="4539657"/>
                  <a:pt x="93314" y="4561743"/>
                  <a:pt x="93314" y="4588989"/>
                </a:cubicBezTo>
                <a:lnTo>
                  <a:pt x="93663" y="4592446"/>
                </a:lnTo>
                <a:lnTo>
                  <a:pt x="84725" y="4589671"/>
                </a:lnTo>
                <a:cubicBezTo>
                  <a:pt x="81513" y="4589014"/>
                  <a:pt x="78188" y="4588669"/>
                  <a:pt x="74783" y="4588669"/>
                </a:cubicBezTo>
                <a:cubicBezTo>
                  <a:pt x="47537" y="4588669"/>
                  <a:pt x="25451" y="4610756"/>
                  <a:pt x="25451" y="4638001"/>
                </a:cubicBezTo>
                <a:cubicBezTo>
                  <a:pt x="25451" y="4648218"/>
                  <a:pt x="28557" y="4657709"/>
                  <a:pt x="33876" y="4665583"/>
                </a:cubicBezTo>
                <a:lnTo>
                  <a:pt x="36511" y="4668777"/>
                </a:lnTo>
                <a:lnTo>
                  <a:pt x="30131" y="4670757"/>
                </a:lnTo>
                <a:cubicBezTo>
                  <a:pt x="12426" y="4678246"/>
                  <a:pt x="2" y="4695778"/>
                  <a:pt x="2" y="4716212"/>
                </a:cubicBezTo>
                <a:cubicBezTo>
                  <a:pt x="2" y="4736646"/>
                  <a:pt x="12426" y="4754178"/>
                  <a:pt x="30131" y="4761667"/>
                </a:cubicBezTo>
                <a:lnTo>
                  <a:pt x="37144" y="4763844"/>
                </a:lnTo>
                <a:lnTo>
                  <a:pt x="33876" y="4767804"/>
                </a:lnTo>
                <a:cubicBezTo>
                  <a:pt x="28557" y="4775677"/>
                  <a:pt x="25451" y="4785169"/>
                  <a:pt x="25451" y="4795386"/>
                </a:cubicBezTo>
                <a:cubicBezTo>
                  <a:pt x="25451" y="4822631"/>
                  <a:pt x="47537" y="4844717"/>
                  <a:pt x="74783" y="4844717"/>
                </a:cubicBezTo>
                <a:cubicBezTo>
                  <a:pt x="78188" y="4844717"/>
                  <a:pt x="81513" y="4844372"/>
                  <a:pt x="84725" y="4843715"/>
                </a:cubicBezTo>
                <a:lnTo>
                  <a:pt x="93663" y="4840941"/>
                </a:lnTo>
                <a:lnTo>
                  <a:pt x="93314" y="4844398"/>
                </a:lnTo>
                <a:cubicBezTo>
                  <a:pt x="93314" y="4871643"/>
                  <a:pt x="115401" y="4893730"/>
                  <a:pt x="142646" y="489373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Text Placeholder 18">
            <a:extLst>
              <a:ext uri="{FF2B5EF4-FFF2-40B4-BE49-F238E27FC236}">
                <a16:creationId xmlns:a16="http://schemas.microsoft.com/office/drawing/2014/main" id="{A0962502-0013-77C2-9858-EA9284577F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34067" y="1092199"/>
            <a:ext cx="5875866" cy="29591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45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70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70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70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70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Statement Text</a:t>
            </a:r>
          </a:p>
        </p:txBody>
      </p:sp>
    </p:spTree>
    <p:extLst>
      <p:ext uri="{BB962C8B-B14F-4D97-AF65-F5344CB8AC3E}">
        <p14:creationId xmlns:p14="http://schemas.microsoft.com/office/powerpoint/2010/main" val="33219225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Statement Slide | Frame-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9AB767B-5D1D-0E96-8010-15EE708036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347B7C-6A57-24B0-1CB5-AFD6F68C1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©2024 Girl Scouts of the USA. All Rights Reserved. Not for public distribution.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D03D312-6F91-C655-8A1D-38D39468B676}"/>
              </a:ext>
            </a:extLst>
          </p:cNvPr>
          <p:cNvGrpSpPr/>
          <p:nvPr userDrawn="1"/>
        </p:nvGrpSpPr>
        <p:grpSpPr>
          <a:xfrm>
            <a:off x="157818" y="173258"/>
            <a:ext cx="8822758" cy="4476474"/>
            <a:chOff x="421988" y="396706"/>
            <a:chExt cx="11348025" cy="5757739"/>
          </a:xfrm>
          <a:solidFill>
            <a:schemeClr val="bg2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52241305-B02B-2CF0-540E-36136399BCEE}"/>
                </a:ext>
              </a:extLst>
            </p:cNvPr>
            <p:cNvSpPr/>
            <p:nvPr/>
          </p:nvSpPr>
          <p:spPr>
            <a:xfrm>
              <a:off x="1145985" y="396706"/>
              <a:ext cx="542575" cy="272910"/>
            </a:xfrm>
            <a:custGeom>
              <a:avLst/>
              <a:gdLst>
                <a:gd name="connsiteX0" fmla="*/ 570975 w 1141950"/>
                <a:gd name="connsiteY0" fmla="*/ 0 h 574390"/>
                <a:gd name="connsiteX1" fmla="*/ 1141950 w 1141950"/>
                <a:gd name="connsiteY1" fmla="*/ 570975 h 574390"/>
                <a:gd name="connsiteX2" fmla="*/ 1141606 w 1141950"/>
                <a:gd name="connsiteY2" fmla="*/ 574390 h 574390"/>
                <a:gd name="connsiteX3" fmla="*/ 345 w 1141950"/>
                <a:gd name="connsiteY3" fmla="*/ 574390 h 574390"/>
                <a:gd name="connsiteX4" fmla="*/ 0 w 1141950"/>
                <a:gd name="connsiteY4" fmla="*/ 570975 h 574390"/>
                <a:gd name="connsiteX5" fmla="*/ 570975 w 1141950"/>
                <a:gd name="connsiteY5" fmla="*/ 0 h 57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1950" h="574390">
                  <a:moveTo>
                    <a:pt x="570975" y="0"/>
                  </a:moveTo>
                  <a:cubicBezTo>
                    <a:pt x="886316" y="0"/>
                    <a:pt x="1141950" y="255634"/>
                    <a:pt x="1141950" y="570975"/>
                  </a:cubicBezTo>
                  <a:lnTo>
                    <a:pt x="1141606" y="574390"/>
                  </a:lnTo>
                  <a:lnTo>
                    <a:pt x="345" y="574390"/>
                  </a:lnTo>
                  <a:lnTo>
                    <a:pt x="0" y="570975"/>
                  </a:lnTo>
                  <a:cubicBezTo>
                    <a:pt x="0" y="255634"/>
                    <a:pt x="255634" y="0"/>
                    <a:pt x="5709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7A2F556B-1205-67A3-857F-7938B8C791C5}"/>
                </a:ext>
              </a:extLst>
            </p:cNvPr>
            <p:cNvSpPr/>
            <p:nvPr/>
          </p:nvSpPr>
          <p:spPr>
            <a:xfrm rot="10800000">
              <a:off x="421988" y="397483"/>
              <a:ext cx="550362" cy="271355"/>
            </a:xfrm>
            <a:custGeom>
              <a:avLst/>
              <a:gdLst>
                <a:gd name="connsiteX0" fmla="*/ 760815 w 1521631"/>
                <a:gd name="connsiteY0" fmla="*/ 0 h 750239"/>
                <a:gd name="connsiteX1" fmla="*/ 1507335 w 1521631"/>
                <a:gd name="connsiteY1" fmla="*/ 608431 h 750239"/>
                <a:gd name="connsiteX2" fmla="*/ 1521631 w 1521631"/>
                <a:gd name="connsiteY2" fmla="*/ 750239 h 750239"/>
                <a:gd name="connsiteX3" fmla="*/ 1214421 w 1521631"/>
                <a:gd name="connsiteY3" fmla="*/ 750239 h 750239"/>
                <a:gd name="connsiteX4" fmla="*/ 1206367 w 1521631"/>
                <a:gd name="connsiteY4" fmla="*/ 670345 h 750239"/>
                <a:gd name="connsiteX5" fmla="*/ 760814 w 1521631"/>
                <a:gd name="connsiteY5" fmla="*/ 307209 h 750239"/>
                <a:gd name="connsiteX6" fmla="*/ 315262 w 1521631"/>
                <a:gd name="connsiteY6" fmla="*/ 670345 h 750239"/>
                <a:gd name="connsiteX7" fmla="*/ 307208 w 1521631"/>
                <a:gd name="connsiteY7" fmla="*/ 750239 h 750239"/>
                <a:gd name="connsiteX8" fmla="*/ 0 w 1521631"/>
                <a:gd name="connsiteY8" fmla="*/ 750239 h 750239"/>
                <a:gd name="connsiteX9" fmla="*/ 14295 w 1521631"/>
                <a:gd name="connsiteY9" fmla="*/ 608431 h 750239"/>
                <a:gd name="connsiteX10" fmla="*/ 760815 w 1521631"/>
                <a:gd name="connsiteY10" fmla="*/ 0 h 75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31" h="750239">
                  <a:moveTo>
                    <a:pt x="760815" y="0"/>
                  </a:moveTo>
                  <a:cubicBezTo>
                    <a:pt x="1129052" y="0"/>
                    <a:pt x="1436281" y="261200"/>
                    <a:pt x="1507335" y="608431"/>
                  </a:cubicBezTo>
                  <a:lnTo>
                    <a:pt x="1521631" y="750239"/>
                  </a:lnTo>
                  <a:lnTo>
                    <a:pt x="1214421" y="750239"/>
                  </a:lnTo>
                  <a:lnTo>
                    <a:pt x="1206367" y="670345"/>
                  </a:lnTo>
                  <a:cubicBezTo>
                    <a:pt x="1163959" y="463104"/>
                    <a:pt x="980592" y="307209"/>
                    <a:pt x="760814" y="307209"/>
                  </a:cubicBezTo>
                  <a:cubicBezTo>
                    <a:pt x="541036" y="307209"/>
                    <a:pt x="357670" y="463104"/>
                    <a:pt x="315262" y="670345"/>
                  </a:cubicBezTo>
                  <a:lnTo>
                    <a:pt x="307208" y="750239"/>
                  </a:lnTo>
                  <a:lnTo>
                    <a:pt x="0" y="750239"/>
                  </a:lnTo>
                  <a:lnTo>
                    <a:pt x="14295" y="608431"/>
                  </a:lnTo>
                  <a:cubicBezTo>
                    <a:pt x="85349" y="261200"/>
                    <a:pt x="392579" y="0"/>
                    <a:pt x="76081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7975838A-821D-027F-AE4C-A69668CD936E}"/>
                </a:ext>
              </a:extLst>
            </p:cNvPr>
            <p:cNvSpPr/>
            <p:nvPr/>
          </p:nvSpPr>
          <p:spPr>
            <a:xfrm>
              <a:off x="2586193" y="396706"/>
              <a:ext cx="542575" cy="272910"/>
            </a:xfrm>
            <a:custGeom>
              <a:avLst/>
              <a:gdLst>
                <a:gd name="connsiteX0" fmla="*/ 570975 w 1141950"/>
                <a:gd name="connsiteY0" fmla="*/ 0 h 574390"/>
                <a:gd name="connsiteX1" fmla="*/ 1141950 w 1141950"/>
                <a:gd name="connsiteY1" fmla="*/ 570975 h 574390"/>
                <a:gd name="connsiteX2" fmla="*/ 1141606 w 1141950"/>
                <a:gd name="connsiteY2" fmla="*/ 574390 h 574390"/>
                <a:gd name="connsiteX3" fmla="*/ 345 w 1141950"/>
                <a:gd name="connsiteY3" fmla="*/ 574390 h 574390"/>
                <a:gd name="connsiteX4" fmla="*/ 0 w 1141950"/>
                <a:gd name="connsiteY4" fmla="*/ 570975 h 574390"/>
                <a:gd name="connsiteX5" fmla="*/ 570975 w 1141950"/>
                <a:gd name="connsiteY5" fmla="*/ 0 h 57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1950" h="574390">
                  <a:moveTo>
                    <a:pt x="570975" y="0"/>
                  </a:moveTo>
                  <a:cubicBezTo>
                    <a:pt x="886316" y="0"/>
                    <a:pt x="1141950" y="255634"/>
                    <a:pt x="1141950" y="570975"/>
                  </a:cubicBezTo>
                  <a:lnTo>
                    <a:pt x="1141606" y="574390"/>
                  </a:lnTo>
                  <a:lnTo>
                    <a:pt x="345" y="574390"/>
                  </a:lnTo>
                  <a:lnTo>
                    <a:pt x="0" y="570975"/>
                  </a:lnTo>
                  <a:cubicBezTo>
                    <a:pt x="0" y="255634"/>
                    <a:pt x="255634" y="0"/>
                    <a:pt x="5709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F886B4FC-FAD8-ED97-AA8B-5DF94AA4FE5D}"/>
                </a:ext>
              </a:extLst>
            </p:cNvPr>
            <p:cNvSpPr/>
            <p:nvPr/>
          </p:nvSpPr>
          <p:spPr>
            <a:xfrm rot="10800000">
              <a:off x="1862196" y="397483"/>
              <a:ext cx="550362" cy="271355"/>
            </a:xfrm>
            <a:custGeom>
              <a:avLst/>
              <a:gdLst>
                <a:gd name="connsiteX0" fmla="*/ 760815 w 1521631"/>
                <a:gd name="connsiteY0" fmla="*/ 0 h 750239"/>
                <a:gd name="connsiteX1" fmla="*/ 1507335 w 1521631"/>
                <a:gd name="connsiteY1" fmla="*/ 608431 h 750239"/>
                <a:gd name="connsiteX2" fmla="*/ 1521631 w 1521631"/>
                <a:gd name="connsiteY2" fmla="*/ 750239 h 750239"/>
                <a:gd name="connsiteX3" fmla="*/ 1214421 w 1521631"/>
                <a:gd name="connsiteY3" fmla="*/ 750239 h 750239"/>
                <a:gd name="connsiteX4" fmla="*/ 1206367 w 1521631"/>
                <a:gd name="connsiteY4" fmla="*/ 670345 h 750239"/>
                <a:gd name="connsiteX5" fmla="*/ 760814 w 1521631"/>
                <a:gd name="connsiteY5" fmla="*/ 307209 h 750239"/>
                <a:gd name="connsiteX6" fmla="*/ 315262 w 1521631"/>
                <a:gd name="connsiteY6" fmla="*/ 670345 h 750239"/>
                <a:gd name="connsiteX7" fmla="*/ 307208 w 1521631"/>
                <a:gd name="connsiteY7" fmla="*/ 750239 h 750239"/>
                <a:gd name="connsiteX8" fmla="*/ 0 w 1521631"/>
                <a:gd name="connsiteY8" fmla="*/ 750239 h 750239"/>
                <a:gd name="connsiteX9" fmla="*/ 14295 w 1521631"/>
                <a:gd name="connsiteY9" fmla="*/ 608431 h 750239"/>
                <a:gd name="connsiteX10" fmla="*/ 760815 w 1521631"/>
                <a:gd name="connsiteY10" fmla="*/ 0 h 75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31" h="750239">
                  <a:moveTo>
                    <a:pt x="760815" y="0"/>
                  </a:moveTo>
                  <a:cubicBezTo>
                    <a:pt x="1129052" y="0"/>
                    <a:pt x="1436281" y="261200"/>
                    <a:pt x="1507335" y="608431"/>
                  </a:cubicBezTo>
                  <a:lnTo>
                    <a:pt x="1521631" y="750239"/>
                  </a:lnTo>
                  <a:lnTo>
                    <a:pt x="1214421" y="750239"/>
                  </a:lnTo>
                  <a:lnTo>
                    <a:pt x="1206367" y="670345"/>
                  </a:lnTo>
                  <a:cubicBezTo>
                    <a:pt x="1163959" y="463104"/>
                    <a:pt x="980592" y="307209"/>
                    <a:pt x="760814" y="307209"/>
                  </a:cubicBezTo>
                  <a:cubicBezTo>
                    <a:pt x="541036" y="307209"/>
                    <a:pt x="357670" y="463104"/>
                    <a:pt x="315262" y="670345"/>
                  </a:cubicBezTo>
                  <a:lnTo>
                    <a:pt x="307208" y="750239"/>
                  </a:lnTo>
                  <a:lnTo>
                    <a:pt x="0" y="750239"/>
                  </a:lnTo>
                  <a:lnTo>
                    <a:pt x="14295" y="608431"/>
                  </a:lnTo>
                  <a:cubicBezTo>
                    <a:pt x="85349" y="261200"/>
                    <a:pt x="392579" y="0"/>
                    <a:pt x="76081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88827E0B-BC17-8EAD-4020-44C283792CC2}"/>
                </a:ext>
              </a:extLst>
            </p:cNvPr>
            <p:cNvSpPr/>
            <p:nvPr/>
          </p:nvSpPr>
          <p:spPr>
            <a:xfrm>
              <a:off x="4026401" y="396706"/>
              <a:ext cx="542575" cy="272910"/>
            </a:xfrm>
            <a:custGeom>
              <a:avLst/>
              <a:gdLst>
                <a:gd name="connsiteX0" fmla="*/ 570975 w 1141950"/>
                <a:gd name="connsiteY0" fmla="*/ 0 h 574390"/>
                <a:gd name="connsiteX1" fmla="*/ 1141950 w 1141950"/>
                <a:gd name="connsiteY1" fmla="*/ 570975 h 574390"/>
                <a:gd name="connsiteX2" fmla="*/ 1141606 w 1141950"/>
                <a:gd name="connsiteY2" fmla="*/ 574390 h 574390"/>
                <a:gd name="connsiteX3" fmla="*/ 345 w 1141950"/>
                <a:gd name="connsiteY3" fmla="*/ 574390 h 574390"/>
                <a:gd name="connsiteX4" fmla="*/ 0 w 1141950"/>
                <a:gd name="connsiteY4" fmla="*/ 570975 h 574390"/>
                <a:gd name="connsiteX5" fmla="*/ 570975 w 1141950"/>
                <a:gd name="connsiteY5" fmla="*/ 0 h 57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1950" h="574390">
                  <a:moveTo>
                    <a:pt x="570975" y="0"/>
                  </a:moveTo>
                  <a:cubicBezTo>
                    <a:pt x="886316" y="0"/>
                    <a:pt x="1141950" y="255634"/>
                    <a:pt x="1141950" y="570975"/>
                  </a:cubicBezTo>
                  <a:lnTo>
                    <a:pt x="1141606" y="574390"/>
                  </a:lnTo>
                  <a:lnTo>
                    <a:pt x="345" y="574390"/>
                  </a:lnTo>
                  <a:lnTo>
                    <a:pt x="0" y="570975"/>
                  </a:lnTo>
                  <a:cubicBezTo>
                    <a:pt x="0" y="255634"/>
                    <a:pt x="255634" y="0"/>
                    <a:pt x="5709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0E1DF2A1-1409-DCD6-49A9-9CEA93329D22}"/>
                </a:ext>
              </a:extLst>
            </p:cNvPr>
            <p:cNvSpPr/>
            <p:nvPr/>
          </p:nvSpPr>
          <p:spPr>
            <a:xfrm rot="10800000">
              <a:off x="3302403" y="397483"/>
              <a:ext cx="550362" cy="271355"/>
            </a:xfrm>
            <a:custGeom>
              <a:avLst/>
              <a:gdLst>
                <a:gd name="connsiteX0" fmla="*/ 760815 w 1521631"/>
                <a:gd name="connsiteY0" fmla="*/ 0 h 750239"/>
                <a:gd name="connsiteX1" fmla="*/ 1507335 w 1521631"/>
                <a:gd name="connsiteY1" fmla="*/ 608431 h 750239"/>
                <a:gd name="connsiteX2" fmla="*/ 1521631 w 1521631"/>
                <a:gd name="connsiteY2" fmla="*/ 750239 h 750239"/>
                <a:gd name="connsiteX3" fmla="*/ 1214421 w 1521631"/>
                <a:gd name="connsiteY3" fmla="*/ 750239 h 750239"/>
                <a:gd name="connsiteX4" fmla="*/ 1206367 w 1521631"/>
                <a:gd name="connsiteY4" fmla="*/ 670345 h 750239"/>
                <a:gd name="connsiteX5" fmla="*/ 760814 w 1521631"/>
                <a:gd name="connsiteY5" fmla="*/ 307209 h 750239"/>
                <a:gd name="connsiteX6" fmla="*/ 315262 w 1521631"/>
                <a:gd name="connsiteY6" fmla="*/ 670345 h 750239"/>
                <a:gd name="connsiteX7" fmla="*/ 307208 w 1521631"/>
                <a:gd name="connsiteY7" fmla="*/ 750239 h 750239"/>
                <a:gd name="connsiteX8" fmla="*/ 0 w 1521631"/>
                <a:gd name="connsiteY8" fmla="*/ 750239 h 750239"/>
                <a:gd name="connsiteX9" fmla="*/ 14295 w 1521631"/>
                <a:gd name="connsiteY9" fmla="*/ 608431 h 750239"/>
                <a:gd name="connsiteX10" fmla="*/ 760815 w 1521631"/>
                <a:gd name="connsiteY10" fmla="*/ 0 h 75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31" h="750239">
                  <a:moveTo>
                    <a:pt x="760815" y="0"/>
                  </a:moveTo>
                  <a:cubicBezTo>
                    <a:pt x="1129052" y="0"/>
                    <a:pt x="1436281" y="261200"/>
                    <a:pt x="1507335" y="608431"/>
                  </a:cubicBezTo>
                  <a:lnTo>
                    <a:pt x="1521631" y="750239"/>
                  </a:lnTo>
                  <a:lnTo>
                    <a:pt x="1214421" y="750239"/>
                  </a:lnTo>
                  <a:lnTo>
                    <a:pt x="1206367" y="670345"/>
                  </a:lnTo>
                  <a:cubicBezTo>
                    <a:pt x="1163959" y="463104"/>
                    <a:pt x="980592" y="307209"/>
                    <a:pt x="760814" y="307209"/>
                  </a:cubicBezTo>
                  <a:cubicBezTo>
                    <a:pt x="541036" y="307209"/>
                    <a:pt x="357670" y="463104"/>
                    <a:pt x="315262" y="670345"/>
                  </a:cubicBezTo>
                  <a:lnTo>
                    <a:pt x="307208" y="750239"/>
                  </a:lnTo>
                  <a:lnTo>
                    <a:pt x="0" y="750239"/>
                  </a:lnTo>
                  <a:lnTo>
                    <a:pt x="14295" y="608431"/>
                  </a:lnTo>
                  <a:cubicBezTo>
                    <a:pt x="85349" y="261200"/>
                    <a:pt x="392579" y="0"/>
                    <a:pt x="76081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EAB14EBB-04E8-A56B-0BEF-CF663C7853F4}"/>
                </a:ext>
              </a:extLst>
            </p:cNvPr>
            <p:cNvSpPr/>
            <p:nvPr/>
          </p:nvSpPr>
          <p:spPr>
            <a:xfrm>
              <a:off x="5466608" y="396706"/>
              <a:ext cx="542575" cy="272910"/>
            </a:xfrm>
            <a:custGeom>
              <a:avLst/>
              <a:gdLst>
                <a:gd name="connsiteX0" fmla="*/ 570975 w 1141950"/>
                <a:gd name="connsiteY0" fmla="*/ 0 h 574390"/>
                <a:gd name="connsiteX1" fmla="*/ 1141950 w 1141950"/>
                <a:gd name="connsiteY1" fmla="*/ 570975 h 574390"/>
                <a:gd name="connsiteX2" fmla="*/ 1141606 w 1141950"/>
                <a:gd name="connsiteY2" fmla="*/ 574390 h 574390"/>
                <a:gd name="connsiteX3" fmla="*/ 345 w 1141950"/>
                <a:gd name="connsiteY3" fmla="*/ 574390 h 574390"/>
                <a:gd name="connsiteX4" fmla="*/ 0 w 1141950"/>
                <a:gd name="connsiteY4" fmla="*/ 570975 h 574390"/>
                <a:gd name="connsiteX5" fmla="*/ 570975 w 1141950"/>
                <a:gd name="connsiteY5" fmla="*/ 0 h 57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1950" h="574390">
                  <a:moveTo>
                    <a:pt x="570975" y="0"/>
                  </a:moveTo>
                  <a:cubicBezTo>
                    <a:pt x="886316" y="0"/>
                    <a:pt x="1141950" y="255634"/>
                    <a:pt x="1141950" y="570975"/>
                  </a:cubicBezTo>
                  <a:lnTo>
                    <a:pt x="1141606" y="574390"/>
                  </a:lnTo>
                  <a:lnTo>
                    <a:pt x="345" y="574390"/>
                  </a:lnTo>
                  <a:lnTo>
                    <a:pt x="0" y="570975"/>
                  </a:lnTo>
                  <a:cubicBezTo>
                    <a:pt x="0" y="255634"/>
                    <a:pt x="255634" y="0"/>
                    <a:pt x="5709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EE6A7E6F-CB02-0A48-420D-BA97BA9FC377}"/>
                </a:ext>
              </a:extLst>
            </p:cNvPr>
            <p:cNvSpPr/>
            <p:nvPr/>
          </p:nvSpPr>
          <p:spPr>
            <a:xfrm rot="10800000">
              <a:off x="4742611" y="397483"/>
              <a:ext cx="550362" cy="271355"/>
            </a:xfrm>
            <a:custGeom>
              <a:avLst/>
              <a:gdLst>
                <a:gd name="connsiteX0" fmla="*/ 760815 w 1521631"/>
                <a:gd name="connsiteY0" fmla="*/ 0 h 750239"/>
                <a:gd name="connsiteX1" fmla="*/ 1507335 w 1521631"/>
                <a:gd name="connsiteY1" fmla="*/ 608431 h 750239"/>
                <a:gd name="connsiteX2" fmla="*/ 1521631 w 1521631"/>
                <a:gd name="connsiteY2" fmla="*/ 750239 h 750239"/>
                <a:gd name="connsiteX3" fmla="*/ 1214421 w 1521631"/>
                <a:gd name="connsiteY3" fmla="*/ 750239 h 750239"/>
                <a:gd name="connsiteX4" fmla="*/ 1206367 w 1521631"/>
                <a:gd name="connsiteY4" fmla="*/ 670345 h 750239"/>
                <a:gd name="connsiteX5" fmla="*/ 760814 w 1521631"/>
                <a:gd name="connsiteY5" fmla="*/ 307209 h 750239"/>
                <a:gd name="connsiteX6" fmla="*/ 315262 w 1521631"/>
                <a:gd name="connsiteY6" fmla="*/ 670345 h 750239"/>
                <a:gd name="connsiteX7" fmla="*/ 307208 w 1521631"/>
                <a:gd name="connsiteY7" fmla="*/ 750239 h 750239"/>
                <a:gd name="connsiteX8" fmla="*/ 0 w 1521631"/>
                <a:gd name="connsiteY8" fmla="*/ 750239 h 750239"/>
                <a:gd name="connsiteX9" fmla="*/ 14295 w 1521631"/>
                <a:gd name="connsiteY9" fmla="*/ 608431 h 750239"/>
                <a:gd name="connsiteX10" fmla="*/ 760815 w 1521631"/>
                <a:gd name="connsiteY10" fmla="*/ 0 h 75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31" h="750239">
                  <a:moveTo>
                    <a:pt x="760815" y="0"/>
                  </a:moveTo>
                  <a:cubicBezTo>
                    <a:pt x="1129052" y="0"/>
                    <a:pt x="1436281" y="261200"/>
                    <a:pt x="1507335" y="608431"/>
                  </a:cubicBezTo>
                  <a:lnTo>
                    <a:pt x="1521631" y="750239"/>
                  </a:lnTo>
                  <a:lnTo>
                    <a:pt x="1214421" y="750239"/>
                  </a:lnTo>
                  <a:lnTo>
                    <a:pt x="1206367" y="670345"/>
                  </a:lnTo>
                  <a:cubicBezTo>
                    <a:pt x="1163959" y="463104"/>
                    <a:pt x="980592" y="307209"/>
                    <a:pt x="760814" y="307209"/>
                  </a:cubicBezTo>
                  <a:cubicBezTo>
                    <a:pt x="541036" y="307209"/>
                    <a:pt x="357670" y="463104"/>
                    <a:pt x="315262" y="670345"/>
                  </a:cubicBezTo>
                  <a:lnTo>
                    <a:pt x="307208" y="750239"/>
                  </a:lnTo>
                  <a:lnTo>
                    <a:pt x="0" y="750239"/>
                  </a:lnTo>
                  <a:lnTo>
                    <a:pt x="14295" y="608431"/>
                  </a:lnTo>
                  <a:cubicBezTo>
                    <a:pt x="85349" y="261200"/>
                    <a:pt x="392579" y="0"/>
                    <a:pt x="76081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1C37CC3-A091-0A78-0D27-D4AD15CF6F7B}"/>
                </a:ext>
              </a:extLst>
            </p:cNvPr>
            <p:cNvSpPr/>
            <p:nvPr/>
          </p:nvSpPr>
          <p:spPr>
            <a:xfrm>
              <a:off x="6906816" y="396706"/>
              <a:ext cx="542575" cy="272910"/>
            </a:xfrm>
            <a:custGeom>
              <a:avLst/>
              <a:gdLst>
                <a:gd name="connsiteX0" fmla="*/ 570975 w 1141950"/>
                <a:gd name="connsiteY0" fmla="*/ 0 h 574390"/>
                <a:gd name="connsiteX1" fmla="*/ 1141950 w 1141950"/>
                <a:gd name="connsiteY1" fmla="*/ 570975 h 574390"/>
                <a:gd name="connsiteX2" fmla="*/ 1141606 w 1141950"/>
                <a:gd name="connsiteY2" fmla="*/ 574390 h 574390"/>
                <a:gd name="connsiteX3" fmla="*/ 345 w 1141950"/>
                <a:gd name="connsiteY3" fmla="*/ 574390 h 574390"/>
                <a:gd name="connsiteX4" fmla="*/ 0 w 1141950"/>
                <a:gd name="connsiteY4" fmla="*/ 570975 h 574390"/>
                <a:gd name="connsiteX5" fmla="*/ 570975 w 1141950"/>
                <a:gd name="connsiteY5" fmla="*/ 0 h 57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1950" h="574390">
                  <a:moveTo>
                    <a:pt x="570975" y="0"/>
                  </a:moveTo>
                  <a:cubicBezTo>
                    <a:pt x="886316" y="0"/>
                    <a:pt x="1141950" y="255634"/>
                    <a:pt x="1141950" y="570975"/>
                  </a:cubicBezTo>
                  <a:lnTo>
                    <a:pt x="1141606" y="574390"/>
                  </a:lnTo>
                  <a:lnTo>
                    <a:pt x="345" y="574390"/>
                  </a:lnTo>
                  <a:lnTo>
                    <a:pt x="0" y="570975"/>
                  </a:lnTo>
                  <a:cubicBezTo>
                    <a:pt x="0" y="255634"/>
                    <a:pt x="255634" y="0"/>
                    <a:pt x="5709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7B5B55B-ADD1-75A2-FE4B-5AC98EFAEA4F}"/>
                </a:ext>
              </a:extLst>
            </p:cNvPr>
            <p:cNvSpPr/>
            <p:nvPr/>
          </p:nvSpPr>
          <p:spPr>
            <a:xfrm rot="10800000">
              <a:off x="6182819" y="397483"/>
              <a:ext cx="550362" cy="271355"/>
            </a:xfrm>
            <a:custGeom>
              <a:avLst/>
              <a:gdLst>
                <a:gd name="connsiteX0" fmla="*/ 760815 w 1521631"/>
                <a:gd name="connsiteY0" fmla="*/ 0 h 750239"/>
                <a:gd name="connsiteX1" fmla="*/ 1507335 w 1521631"/>
                <a:gd name="connsiteY1" fmla="*/ 608431 h 750239"/>
                <a:gd name="connsiteX2" fmla="*/ 1521631 w 1521631"/>
                <a:gd name="connsiteY2" fmla="*/ 750239 h 750239"/>
                <a:gd name="connsiteX3" fmla="*/ 1214421 w 1521631"/>
                <a:gd name="connsiteY3" fmla="*/ 750239 h 750239"/>
                <a:gd name="connsiteX4" fmla="*/ 1206367 w 1521631"/>
                <a:gd name="connsiteY4" fmla="*/ 670345 h 750239"/>
                <a:gd name="connsiteX5" fmla="*/ 760814 w 1521631"/>
                <a:gd name="connsiteY5" fmla="*/ 307209 h 750239"/>
                <a:gd name="connsiteX6" fmla="*/ 315262 w 1521631"/>
                <a:gd name="connsiteY6" fmla="*/ 670345 h 750239"/>
                <a:gd name="connsiteX7" fmla="*/ 307208 w 1521631"/>
                <a:gd name="connsiteY7" fmla="*/ 750239 h 750239"/>
                <a:gd name="connsiteX8" fmla="*/ 0 w 1521631"/>
                <a:gd name="connsiteY8" fmla="*/ 750239 h 750239"/>
                <a:gd name="connsiteX9" fmla="*/ 14295 w 1521631"/>
                <a:gd name="connsiteY9" fmla="*/ 608431 h 750239"/>
                <a:gd name="connsiteX10" fmla="*/ 760815 w 1521631"/>
                <a:gd name="connsiteY10" fmla="*/ 0 h 75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31" h="750239">
                  <a:moveTo>
                    <a:pt x="760815" y="0"/>
                  </a:moveTo>
                  <a:cubicBezTo>
                    <a:pt x="1129052" y="0"/>
                    <a:pt x="1436281" y="261200"/>
                    <a:pt x="1507335" y="608431"/>
                  </a:cubicBezTo>
                  <a:lnTo>
                    <a:pt x="1521631" y="750239"/>
                  </a:lnTo>
                  <a:lnTo>
                    <a:pt x="1214421" y="750239"/>
                  </a:lnTo>
                  <a:lnTo>
                    <a:pt x="1206367" y="670345"/>
                  </a:lnTo>
                  <a:cubicBezTo>
                    <a:pt x="1163959" y="463104"/>
                    <a:pt x="980592" y="307209"/>
                    <a:pt x="760814" y="307209"/>
                  </a:cubicBezTo>
                  <a:cubicBezTo>
                    <a:pt x="541036" y="307209"/>
                    <a:pt x="357670" y="463104"/>
                    <a:pt x="315262" y="670345"/>
                  </a:cubicBezTo>
                  <a:lnTo>
                    <a:pt x="307208" y="750239"/>
                  </a:lnTo>
                  <a:lnTo>
                    <a:pt x="0" y="750239"/>
                  </a:lnTo>
                  <a:lnTo>
                    <a:pt x="14295" y="608431"/>
                  </a:lnTo>
                  <a:cubicBezTo>
                    <a:pt x="85349" y="261200"/>
                    <a:pt x="392579" y="0"/>
                    <a:pt x="76081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7FA6143D-DE3F-3527-D8EE-6D65ED2B499A}"/>
                </a:ext>
              </a:extLst>
            </p:cNvPr>
            <p:cNvSpPr/>
            <p:nvPr/>
          </p:nvSpPr>
          <p:spPr>
            <a:xfrm>
              <a:off x="8347023" y="396706"/>
              <a:ext cx="542575" cy="272910"/>
            </a:xfrm>
            <a:custGeom>
              <a:avLst/>
              <a:gdLst>
                <a:gd name="connsiteX0" fmla="*/ 570975 w 1141950"/>
                <a:gd name="connsiteY0" fmla="*/ 0 h 574390"/>
                <a:gd name="connsiteX1" fmla="*/ 1141950 w 1141950"/>
                <a:gd name="connsiteY1" fmla="*/ 570975 h 574390"/>
                <a:gd name="connsiteX2" fmla="*/ 1141606 w 1141950"/>
                <a:gd name="connsiteY2" fmla="*/ 574390 h 574390"/>
                <a:gd name="connsiteX3" fmla="*/ 345 w 1141950"/>
                <a:gd name="connsiteY3" fmla="*/ 574390 h 574390"/>
                <a:gd name="connsiteX4" fmla="*/ 0 w 1141950"/>
                <a:gd name="connsiteY4" fmla="*/ 570975 h 574390"/>
                <a:gd name="connsiteX5" fmla="*/ 570975 w 1141950"/>
                <a:gd name="connsiteY5" fmla="*/ 0 h 57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1950" h="574390">
                  <a:moveTo>
                    <a:pt x="570975" y="0"/>
                  </a:moveTo>
                  <a:cubicBezTo>
                    <a:pt x="886316" y="0"/>
                    <a:pt x="1141950" y="255634"/>
                    <a:pt x="1141950" y="570975"/>
                  </a:cubicBezTo>
                  <a:lnTo>
                    <a:pt x="1141606" y="574390"/>
                  </a:lnTo>
                  <a:lnTo>
                    <a:pt x="345" y="574390"/>
                  </a:lnTo>
                  <a:lnTo>
                    <a:pt x="0" y="570975"/>
                  </a:lnTo>
                  <a:cubicBezTo>
                    <a:pt x="0" y="255634"/>
                    <a:pt x="255634" y="0"/>
                    <a:pt x="5709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7BABA0AE-12D4-81B1-43ED-551F2F38B8E9}"/>
                </a:ext>
              </a:extLst>
            </p:cNvPr>
            <p:cNvSpPr/>
            <p:nvPr/>
          </p:nvSpPr>
          <p:spPr>
            <a:xfrm rot="10800000">
              <a:off x="7623026" y="397483"/>
              <a:ext cx="550362" cy="271355"/>
            </a:xfrm>
            <a:custGeom>
              <a:avLst/>
              <a:gdLst>
                <a:gd name="connsiteX0" fmla="*/ 760815 w 1521631"/>
                <a:gd name="connsiteY0" fmla="*/ 0 h 750239"/>
                <a:gd name="connsiteX1" fmla="*/ 1507335 w 1521631"/>
                <a:gd name="connsiteY1" fmla="*/ 608431 h 750239"/>
                <a:gd name="connsiteX2" fmla="*/ 1521631 w 1521631"/>
                <a:gd name="connsiteY2" fmla="*/ 750239 h 750239"/>
                <a:gd name="connsiteX3" fmla="*/ 1214421 w 1521631"/>
                <a:gd name="connsiteY3" fmla="*/ 750239 h 750239"/>
                <a:gd name="connsiteX4" fmla="*/ 1206367 w 1521631"/>
                <a:gd name="connsiteY4" fmla="*/ 670345 h 750239"/>
                <a:gd name="connsiteX5" fmla="*/ 760814 w 1521631"/>
                <a:gd name="connsiteY5" fmla="*/ 307209 h 750239"/>
                <a:gd name="connsiteX6" fmla="*/ 315262 w 1521631"/>
                <a:gd name="connsiteY6" fmla="*/ 670345 h 750239"/>
                <a:gd name="connsiteX7" fmla="*/ 307208 w 1521631"/>
                <a:gd name="connsiteY7" fmla="*/ 750239 h 750239"/>
                <a:gd name="connsiteX8" fmla="*/ 0 w 1521631"/>
                <a:gd name="connsiteY8" fmla="*/ 750239 h 750239"/>
                <a:gd name="connsiteX9" fmla="*/ 14295 w 1521631"/>
                <a:gd name="connsiteY9" fmla="*/ 608431 h 750239"/>
                <a:gd name="connsiteX10" fmla="*/ 760815 w 1521631"/>
                <a:gd name="connsiteY10" fmla="*/ 0 h 75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31" h="750239">
                  <a:moveTo>
                    <a:pt x="760815" y="0"/>
                  </a:moveTo>
                  <a:cubicBezTo>
                    <a:pt x="1129052" y="0"/>
                    <a:pt x="1436281" y="261200"/>
                    <a:pt x="1507335" y="608431"/>
                  </a:cubicBezTo>
                  <a:lnTo>
                    <a:pt x="1521631" y="750239"/>
                  </a:lnTo>
                  <a:lnTo>
                    <a:pt x="1214421" y="750239"/>
                  </a:lnTo>
                  <a:lnTo>
                    <a:pt x="1206367" y="670345"/>
                  </a:lnTo>
                  <a:cubicBezTo>
                    <a:pt x="1163959" y="463104"/>
                    <a:pt x="980592" y="307209"/>
                    <a:pt x="760814" y="307209"/>
                  </a:cubicBezTo>
                  <a:cubicBezTo>
                    <a:pt x="541036" y="307209"/>
                    <a:pt x="357670" y="463104"/>
                    <a:pt x="315262" y="670345"/>
                  </a:cubicBezTo>
                  <a:lnTo>
                    <a:pt x="307208" y="750239"/>
                  </a:lnTo>
                  <a:lnTo>
                    <a:pt x="0" y="750239"/>
                  </a:lnTo>
                  <a:lnTo>
                    <a:pt x="14295" y="608431"/>
                  </a:lnTo>
                  <a:cubicBezTo>
                    <a:pt x="85349" y="261200"/>
                    <a:pt x="392579" y="0"/>
                    <a:pt x="76081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F6548012-8A6D-4027-9DC5-550E3C52905E}"/>
                </a:ext>
              </a:extLst>
            </p:cNvPr>
            <p:cNvSpPr/>
            <p:nvPr/>
          </p:nvSpPr>
          <p:spPr>
            <a:xfrm>
              <a:off x="9787231" y="396706"/>
              <a:ext cx="542575" cy="272910"/>
            </a:xfrm>
            <a:custGeom>
              <a:avLst/>
              <a:gdLst>
                <a:gd name="connsiteX0" fmla="*/ 570975 w 1141950"/>
                <a:gd name="connsiteY0" fmla="*/ 0 h 574390"/>
                <a:gd name="connsiteX1" fmla="*/ 1141950 w 1141950"/>
                <a:gd name="connsiteY1" fmla="*/ 570975 h 574390"/>
                <a:gd name="connsiteX2" fmla="*/ 1141606 w 1141950"/>
                <a:gd name="connsiteY2" fmla="*/ 574390 h 574390"/>
                <a:gd name="connsiteX3" fmla="*/ 345 w 1141950"/>
                <a:gd name="connsiteY3" fmla="*/ 574390 h 574390"/>
                <a:gd name="connsiteX4" fmla="*/ 0 w 1141950"/>
                <a:gd name="connsiteY4" fmla="*/ 570975 h 574390"/>
                <a:gd name="connsiteX5" fmla="*/ 570975 w 1141950"/>
                <a:gd name="connsiteY5" fmla="*/ 0 h 57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1950" h="574390">
                  <a:moveTo>
                    <a:pt x="570975" y="0"/>
                  </a:moveTo>
                  <a:cubicBezTo>
                    <a:pt x="886316" y="0"/>
                    <a:pt x="1141950" y="255634"/>
                    <a:pt x="1141950" y="570975"/>
                  </a:cubicBezTo>
                  <a:lnTo>
                    <a:pt x="1141606" y="574390"/>
                  </a:lnTo>
                  <a:lnTo>
                    <a:pt x="345" y="574390"/>
                  </a:lnTo>
                  <a:lnTo>
                    <a:pt x="0" y="570975"/>
                  </a:lnTo>
                  <a:cubicBezTo>
                    <a:pt x="0" y="255634"/>
                    <a:pt x="255634" y="0"/>
                    <a:pt x="5709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0999FF53-E5B9-93EE-A342-8017D81CA9B6}"/>
                </a:ext>
              </a:extLst>
            </p:cNvPr>
            <p:cNvSpPr/>
            <p:nvPr/>
          </p:nvSpPr>
          <p:spPr>
            <a:xfrm rot="10800000">
              <a:off x="9063234" y="397483"/>
              <a:ext cx="550362" cy="271355"/>
            </a:xfrm>
            <a:custGeom>
              <a:avLst/>
              <a:gdLst>
                <a:gd name="connsiteX0" fmla="*/ 760815 w 1521631"/>
                <a:gd name="connsiteY0" fmla="*/ 0 h 750239"/>
                <a:gd name="connsiteX1" fmla="*/ 1507335 w 1521631"/>
                <a:gd name="connsiteY1" fmla="*/ 608431 h 750239"/>
                <a:gd name="connsiteX2" fmla="*/ 1521631 w 1521631"/>
                <a:gd name="connsiteY2" fmla="*/ 750239 h 750239"/>
                <a:gd name="connsiteX3" fmla="*/ 1214421 w 1521631"/>
                <a:gd name="connsiteY3" fmla="*/ 750239 h 750239"/>
                <a:gd name="connsiteX4" fmla="*/ 1206367 w 1521631"/>
                <a:gd name="connsiteY4" fmla="*/ 670345 h 750239"/>
                <a:gd name="connsiteX5" fmla="*/ 760814 w 1521631"/>
                <a:gd name="connsiteY5" fmla="*/ 307209 h 750239"/>
                <a:gd name="connsiteX6" fmla="*/ 315262 w 1521631"/>
                <a:gd name="connsiteY6" fmla="*/ 670345 h 750239"/>
                <a:gd name="connsiteX7" fmla="*/ 307208 w 1521631"/>
                <a:gd name="connsiteY7" fmla="*/ 750239 h 750239"/>
                <a:gd name="connsiteX8" fmla="*/ 0 w 1521631"/>
                <a:gd name="connsiteY8" fmla="*/ 750239 h 750239"/>
                <a:gd name="connsiteX9" fmla="*/ 14295 w 1521631"/>
                <a:gd name="connsiteY9" fmla="*/ 608431 h 750239"/>
                <a:gd name="connsiteX10" fmla="*/ 760815 w 1521631"/>
                <a:gd name="connsiteY10" fmla="*/ 0 h 75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31" h="750239">
                  <a:moveTo>
                    <a:pt x="760815" y="0"/>
                  </a:moveTo>
                  <a:cubicBezTo>
                    <a:pt x="1129052" y="0"/>
                    <a:pt x="1436281" y="261200"/>
                    <a:pt x="1507335" y="608431"/>
                  </a:cubicBezTo>
                  <a:lnTo>
                    <a:pt x="1521631" y="750239"/>
                  </a:lnTo>
                  <a:lnTo>
                    <a:pt x="1214421" y="750239"/>
                  </a:lnTo>
                  <a:lnTo>
                    <a:pt x="1206367" y="670345"/>
                  </a:lnTo>
                  <a:cubicBezTo>
                    <a:pt x="1163959" y="463104"/>
                    <a:pt x="980592" y="307209"/>
                    <a:pt x="760814" y="307209"/>
                  </a:cubicBezTo>
                  <a:cubicBezTo>
                    <a:pt x="541036" y="307209"/>
                    <a:pt x="357670" y="463104"/>
                    <a:pt x="315262" y="670345"/>
                  </a:cubicBezTo>
                  <a:lnTo>
                    <a:pt x="307208" y="750239"/>
                  </a:lnTo>
                  <a:lnTo>
                    <a:pt x="0" y="750239"/>
                  </a:lnTo>
                  <a:lnTo>
                    <a:pt x="14295" y="608431"/>
                  </a:lnTo>
                  <a:cubicBezTo>
                    <a:pt x="85349" y="261200"/>
                    <a:pt x="392579" y="0"/>
                    <a:pt x="76081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6B421A5-39AF-F720-180F-1C3608E147DF}"/>
                </a:ext>
              </a:extLst>
            </p:cNvPr>
            <p:cNvSpPr/>
            <p:nvPr/>
          </p:nvSpPr>
          <p:spPr>
            <a:xfrm>
              <a:off x="11227438" y="404279"/>
              <a:ext cx="542575" cy="272910"/>
            </a:xfrm>
            <a:custGeom>
              <a:avLst/>
              <a:gdLst>
                <a:gd name="connsiteX0" fmla="*/ 570975 w 1141950"/>
                <a:gd name="connsiteY0" fmla="*/ 0 h 574390"/>
                <a:gd name="connsiteX1" fmla="*/ 1141950 w 1141950"/>
                <a:gd name="connsiteY1" fmla="*/ 570975 h 574390"/>
                <a:gd name="connsiteX2" fmla="*/ 1141606 w 1141950"/>
                <a:gd name="connsiteY2" fmla="*/ 574390 h 574390"/>
                <a:gd name="connsiteX3" fmla="*/ 345 w 1141950"/>
                <a:gd name="connsiteY3" fmla="*/ 574390 h 574390"/>
                <a:gd name="connsiteX4" fmla="*/ 0 w 1141950"/>
                <a:gd name="connsiteY4" fmla="*/ 570975 h 574390"/>
                <a:gd name="connsiteX5" fmla="*/ 570975 w 1141950"/>
                <a:gd name="connsiteY5" fmla="*/ 0 h 57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1950" h="574390">
                  <a:moveTo>
                    <a:pt x="570975" y="0"/>
                  </a:moveTo>
                  <a:cubicBezTo>
                    <a:pt x="886316" y="0"/>
                    <a:pt x="1141950" y="255634"/>
                    <a:pt x="1141950" y="570975"/>
                  </a:cubicBezTo>
                  <a:lnTo>
                    <a:pt x="1141606" y="574390"/>
                  </a:lnTo>
                  <a:lnTo>
                    <a:pt x="345" y="574390"/>
                  </a:lnTo>
                  <a:lnTo>
                    <a:pt x="0" y="570975"/>
                  </a:lnTo>
                  <a:cubicBezTo>
                    <a:pt x="0" y="255634"/>
                    <a:pt x="255634" y="0"/>
                    <a:pt x="5709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03E51BD3-DC84-FD95-0774-87308EA0CBC8}"/>
                </a:ext>
              </a:extLst>
            </p:cNvPr>
            <p:cNvSpPr/>
            <p:nvPr/>
          </p:nvSpPr>
          <p:spPr>
            <a:xfrm rot="10800000">
              <a:off x="10503441" y="397483"/>
              <a:ext cx="550362" cy="271355"/>
            </a:xfrm>
            <a:custGeom>
              <a:avLst/>
              <a:gdLst>
                <a:gd name="connsiteX0" fmla="*/ 760815 w 1521631"/>
                <a:gd name="connsiteY0" fmla="*/ 0 h 750239"/>
                <a:gd name="connsiteX1" fmla="*/ 1507335 w 1521631"/>
                <a:gd name="connsiteY1" fmla="*/ 608431 h 750239"/>
                <a:gd name="connsiteX2" fmla="*/ 1521631 w 1521631"/>
                <a:gd name="connsiteY2" fmla="*/ 750239 h 750239"/>
                <a:gd name="connsiteX3" fmla="*/ 1214421 w 1521631"/>
                <a:gd name="connsiteY3" fmla="*/ 750239 h 750239"/>
                <a:gd name="connsiteX4" fmla="*/ 1206367 w 1521631"/>
                <a:gd name="connsiteY4" fmla="*/ 670345 h 750239"/>
                <a:gd name="connsiteX5" fmla="*/ 760814 w 1521631"/>
                <a:gd name="connsiteY5" fmla="*/ 307209 h 750239"/>
                <a:gd name="connsiteX6" fmla="*/ 315262 w 1521631"/>
                <a:gd name="connsiteY6" fmla="*/ 670345 h 750239"/>
                <a:gd name="connsiteX7" fmla="*/ 307208 w 1521631"/>
                <a:gd name="connsiteY7" fmla="*/ 750239 h 750239"/>
                <a:gd name="connsiteX8" fmla="*/ 0 w 1521631"/>
                <a:gd name="connsiteY8" fmla="*/ 750239 h 750239"/>
                <a:gd name="connsiteX9" fmla="*/ 14295 w 1521631"/>
                <a:gd name="connsiteY9" fmla="*/ 608431 h 750239"/>
                <a:gd name="connsiteX10" fmla="*/ 760815 w 1521631"/>
                <a:gd name="connsiteY10" fmla="*/ 0 h 75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31" h="750239">
                  <a:moveTo>
                    <a:pt x="760815" y="0"/>
                  </a:moveTo>
                  <a:cubicBezTo>
                    <a:pt x="1129052" y="0"/>
                    <a:pt x="1436281" y="261200"/>
                    <a:pt x="1507335" y="608431"/>
                  </a:cubicBezTo>
                  <a:lnTo>
                    <a:pt x="1521631" y="750239"/>
                  </a:lnTo>
                  <a:lnTo>
                    <a:pt x="1214421" y="750239"/>
                  </a:lnTo>
                  <a:lnTo>
                    <a:pt x="1206367" y="670345"/>
                  </a:lnTo>
                  <a:cubicBezTo>
                    <a:pt x="1163959" y="463104"/>
                    <a:pt x="980592" y="307209"/>
                    <a:pt x="760814" y="307209"/>
                  </a:cubicBezTo>
                  <a:cubicBezTo>
                    <a:pt x="541036" y="307209"/>
                    <a:pt x="357670" y="463104"/>
                    <a:pt x="315262" y="670345"/>
                  </a:cubicBezTo>
                  <a:lnTo>
                    <a:pt x="307208" y="750239"/>
                  </a:lnTo>
                  <a:lnTo>
                    <a:pt x="0" y="750239"/>
                  </a:lnTo>
                  <a:lnTo>
                    <a:pt x="14295" y="608431"/>
                  </a:lnTo>
                  <a:cubicBezTo>
                    <a:pt x="85349" y="261200"/>
                    <a:pt x="392579" y="0"/>
                    <a:pt x="76081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87043D8C-8AC9-7275-63AF-E1F78286981B}"/>
                </a:ext>
              </a:extLst>
            </p:cNvPr>
            <p:cNvSpPr/>
            <p:nvPr/>
          </p:nvSpPr>
          <p:spPr>
            <a:xfrm>
              <a:off x="1145985" y="5873962"/>
              <a:ext cx="542575" cy="272910"/>
            </a:xfrm>
            <a:custGeom>
              <a:avLst/>
              <a:gdLst>
                <a:gd name="connsiteX0" fmla="*/ 570975 w 1141950"/>
                <a:gd name="connsiteY0" fmla="*/ 0 h 574390"/>
                <a:gd name="connsiteX1" fmla="*/ 1141950 w 1141950"/>
                <a:gd name="connsiteY1" fmla="*/ 570975 h 574390"/>
                <a:gd name="connsiteX2" fmla="*/ 1141606 w 1141950"/>
                <a:gd name="connsiteY2" fmla="*/ 574390 h 574390"/>
                <a:gd name="connsiteX3" fmla="*/ 345 w 1141950"/>
                <a:gd name="connsiteY3" fmla="*/ 574390 h 574390"/>
                <a:gd name="connsiteX4" fmla="*/ 0 w 1141950"/>
                <a:gd name="connsiteY4" fmla="*/ 570975 h 574390"/>
                <a:gd name="connsiteX5" fmla="*/ 570975 w 1141950"/>
                <a:gd name="connsiteY5" fmla="*/ 0 h 57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1950" h="574390">
                  <a:moveTo>
                    <a:pt x="570975" y="0"/>
                  </a:moveTo>
                  <a:cubicBezTo>
                    <a:pt x="886316" y="0"/>
                    <a:pt x="1141950" y="255634"/>
                    <a:pt x="1141950" y="570975"/>
                  </a:cubicBezTo>
                  <a:lnTo>
                    <a:pt x="1141606" y="574390"/>
                  </a:lnTo>
                  <a:lnTo>
                    <a:pt x="345" y="574390"/>
                  </a:lnTo>
                  <a:lnTo>
                    <a:pt x="0" y="570975"/>
                  </a:lnTo>
                  <a:cubicBezTo>
                    <a:pt x="0" y="255634"/>
                    <a:pt x="255634" y="0"/>
                    <a:pt x="5709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D1E707E4-0F2B-2D06-A51E-B1ABDA3ED7BF}"/>
                </a:ext>
              </a:extLst>
            </p:cNvPr>
            <p:cNvSpPr/>
            <p:nvPr/>
          </p:nvSpPr>
          <p:spPr>
            <a:xfrm rot="10800000">
              <a:off x="421988" y="5874739"/>
              <a:ext cx="550362" cy="271355"/>
            </a:xfrm>
            <a:custGeom>
              <a:avLst/>
              <a:gdLst>
                <a:gd name="connsiteX0" fmla="*/ 760815 w 1521631"/>
                <a:gd name="connsiteY0" fmla="*/ 0 h 750239"/>
                <a:gd name="connsiteX1" fmla="*/ 1507335 w 1521631"/>
                <a:gd name="connsiteY1" fmla="*/ 608431 h 750239"/>
                <a:gd name="connsiteX2" fmla="*/ 1521631 w 1521631"/>
                <a:gd name="connsiteY2" fmla="*/ 750239 h 750239"/>
                <a:gd name="connsiteX3" fmla="*/ 1214421 w 1521631"/>
                <a:gd name="connsiteY3" fmla="*/ 750239 h 750239"/>
                <a:gd name="connsiteX4" fmla="*/ 1206367 w 1521631"/>
                <a:gd name="connsiteY4" fmla="*/ 670345 h 750239"/>
                <a:gd name="connsiteX5" fmla="*/ 760814 w 1521631"/>
                <a:gd name="connsiteY5" fmla="*/ 307209 h 750239"/>
                <a:gd name="connsiteX6" fmla="*/ 315262 w 1521631"/>
                <a:gd name="connsiteY6" fmla="*/ 670345 h 750239"/>
                <a:gd name="connsiteX7" fmla="*/ 307208 w 1521631"/>
                <a:gd name="connsiteY7" fmla="*/ 750239 h 750239"/>
                <a:gd name="connsiteX8" fmla="*/ 0 w 1521631"/>
                <a:gd name="connsiteY8" fmla="*/ 750239 h 750239"/>
                <a:gd name="connsiteX9" fmla="*/ 14295 w 1521631"/>
                <a:gd name="connsiteY9" fmla="*/ 608431 h 750239"/>
                <a:gd name="connsiteX10" fmla="*/ 760815 w 1521631"/>
                <a:gd name="connsiteY10" fmla="*/ 0 h 75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31" h="750239">
                  <a:moveTo>
                    <a:pt x="760815" y="0"/>
                  </a:moveTo>
                  <a:cubicBezTo>
                    <a:pt x="1129052" y="0"/>
                    <a:pt x="1436281" y="261200"/>
                    <a:pt x="1507335" y="608431"/>
                  </a:cubicBezTo>
                  <a:lnTo>
                    <a:pt x="1521631" y="750239"/>
                  </a:lnTo>
                  <a:lnTo>
                    <a:pt x="1214421" y="750239"/>
                  </a:lnTo>
                  <a:lnTo>
                    <a:pt x="1206367" y="670345"/>
                  </a:lnTo>
                  <a:cubicBezTo>
                    <a:pt x="1163959" y="463104"/>
                    <a:pt x="980592" y="307209"/>
                    <a:pt x="760814" y="307209"/>
                  </a:cubicBezTo>
                  <a:cubicBezTo>
                    <a:pt x="541036" y="307209"/>
                    <a:pt x="357670" y="463104"/>
                    <a:pt x="315262" y="670345"/>
                  </a:cubicBezTo>
                  <a:lnTo>
                    <a:pt x="307208" y="750239"/>
                  </a:lnTo>
                  <a:lnTo>
                    <a:pt x="0" y="750239"/>
                  </a:lnTo>
                  <a:lnTo>
                    <a:pt x="14295" y="608431"/>
                  </a:lnTo>
                  <a:cubicBezTo>
                    <a:pt x="85349" y="261200"/>
                    <a:pt x="392579" y="0"/>
                    <a:pt x="76081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E4171F72-F83F-CD19-4BBB-BED6DAD5B30A}"/>
                </a:ext>
              </a:extLst>
            </p:cNvPr>
            <p:cNvSpPr/>
            <p:nvPr/>
          </p:nvSpPr>
          <p:spPr>
            <a:xfrm>
              <a:off x="2586193" y="5873962"/>
              <a:ext cx="542575" cy="272910"/>
            </a:xfrm>
            <a:custGeom>
              <a:avLst/>
              <a:gdLst>
                <a:gd name="connsiteX0" fmla="*/ 570975 w 1141950"/>
                <a:gd name="connsiteY0" fmla="*/ 0 h 574390"/>
                <a:gd name="connsiteX1" fmla="*/ 1141950 w 1141950"/>
                <a:gd name="connsiteY1" fmla="*/ 570975 h 574390"/>
                <a:gd name="connsiteX2" fmla="*/ 1141606 w 1141950"/>
                <a:gd name="connsiteY2" fmla="*/ 574390 h 574390"/>
                <a:gd name="connsiteX3" fmla="*/ 345 w 1141950"/>
                <a:gd name="connsiteY3" fmla="*/ 574390 h 574390"/>
                <a:gd name="connsiteX4" fmla="*/ 0 w 1141950"/>
                <a:gd name="connsiteY4" fmla="*/ 570975 h 574390"/>
                <a:gd name="connsiteX5" fmla="*/ 570975 w 1141950"/>
                <a:gd name="connsiteY5" fmla="*/ 0 h 57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1950" h="574390">
                  <a:moveTo>
                    <a:pt x="570975" y="0"/>
                  </a:moveTo>
                  <a:cubicBezTo>
                    <a:pt x="886316" y="0"/>
                    <a:pt x="1141950" y="255634"/>
                    <a:pt x="1141950" y="570975"/>
                  </a:cubicBezTo>
                  <a:lnTo>
                    <a:pt x="1141606" y="574390"/>
                  </a:lnTo>
                  <a:lnTo>
                    <a:pt x="345" y="574390"/>
                  </a:lnTo>
                  <a:lnTo>
                    <a:pt x="0" y="570975"/>
                  </a:lnTo>
                  <a:cubicBezTo>
                    <a:pt x="0" y="255634"/>
                    <a:pt x="255634" y="0"/>
                    <a:pt x="5709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0CC76DF-A9C1-9BC5-52FD-C94ACBE3B829}"/>
                </a:ext>
              </a:extLst>
            </p:cNvPr>
            <p:cNvSpPr/>
            <p:nvPr/>
          </p:nvSpPr>
          <p:spPr>
            <a:xfrm rot="10800000">
              <a:off x="1862196" y="5874739"/>
              <a:ext cx="550362" cy="271355"/>
            </a:xfrm>
            <a:custGeom>
              <a:avLst/>
              <a:gdLst>
                <a:gd name="connsiteX0" fmla="*/ 760815 w 1521631"/>
                <a:gd name="connsiteY0" fmla="*/ 0 h 750239"/>
                <a:gd name="connsiteX1" fmla="*/ 1507335 w 1521631"/>
                <a:gd name="connsiteY1" fmla="*/ 608431 h 750239"/>
                <a:gd name="connsiteX2" fmla="*/ 1521631 w 1521631"/>
                <a:gd name="connsiteY2" fmla="*/ 750239 h 750239"/>
                <a:gd name="connsiteX3" fmla="*/ 1214421 w 1521631"/>
                <a:gd name="connsiteY3" fmla="*/ 750239 h 750239"/>
                <a:gd name="connsiteX4" fmla="*/ 1206367 w 1521631"/>
                <a:gd name="connsiteY4" fmla="*/ 670345 h 750239"/>
                <a:gd name="connsiteX5" fmla="*/ 760814 w 1521631"/>
                <a:gd name="connsiteY5" fmla="*/ 307209 h 750239"/>
                <a:gd name="connsiteX6" fmla="*/ 315262 w 1521631"/>
                <a:gd name="connsiteY6" fmla="*/ 670345 h 750239"/>
                <a:gd name="connsiteX7" fmla="*/ 307208 w 1521631"/>
                <a:gd name="connsiteY7" fmla="*/ 750239 h 750239"/>
                <a:gd name="connsiteX8" fmla="*/ 0 w 1521631"/>
                <a:gd name="connsiteY8" fmla="*/ 750239 h 750239"/>
                <a:gd name="connsiteX9" fmla="*/ 14295 w 1521631"/>
                <a:gd name="connsiteY9" fmla="*/ 608431 h 750239"/>
                <a:gd name="connsiteX10" fmla="*/ 760815 w 1521631"/>
                <a:gd name="connsiteY10" fmla="*/ 0 h 75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31" h="750239">
                  <a:moveTo>
                    <a:pt x="760815" y="0"/>
                  </a:moveTo>
                  <a:cubicBezTo>
                    <a:pt x="1129052" y="0"/>
                    <a:pt x="1436281" y="261200"/>
                    <a:pt x="1507335" y="608431"/>
                  </a:cubicBezTo>
                  <a:lnTo>
                    <a:pt x="1521631" y="750239"/>
                  </a:lnTo>
                  <a:lnTo>
                    <a:pt x="1214421" y="750239"/>
                  </a:lnTo>
                  <a:lnTo>
                    <a:pt x="1206367" y="670345"/>
                  </a:lnTo>
                  <a:cubicBezTo>
                    <a:pt x="1163959" y="463104"/>
                    <a:pt x="980592" y="307209"/>
                    <a:pt x="760814" y="307209"/>
                  </a:cubicBezTo>
                  <a:cubicBezTo>
                    <a:pt x="541036" y="307209"/>
                    <a:pt x="357670" y="463104"/>
                    <a:pt x="315262" y="670345"/>
                  </a:cubicBezTo>
                  <a:lnTo>
                    <a:pt x="307208" y="750239"/>
                  </a:lnTo>
                  <a:lnTo>
                    <a:pt x="0" y="750239"/>
                  </a:lnTo>
                  <a:lnTo>
                    <a:pt x="14295" y="608431"/>
                  </a:lnTo>
                  <a:cubicBezTo>
                    <a:pt x="85349" y="261200"/>
                    <a:pt x="392579" y="0"/>
                    <a:pt x="76081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9FBFBC27-1DC4-84B8-6ADF-F60973392983}"/>
                </a:ext>
              </a:extLst>
            </p:cNvPr>
            <p:cNvSpPr/>
            <p:nvPr/>
          </p:nvSpPr>
          <p:spPr>
            <a:xfrm>
              <a:off x="4026401" y="5873962"/>
              <a:ext cx="542575" cy="272910"/>
            </a:xfrm>
            <a:custGeom>
              <a:avLst/>
              <a:gdLst>
                <a:gd name="connsiteX0" fmla="*/ 570975 w 1141950"/>
                <a:gd name="connsiteY0" fmla="*/ 0 h 574390"/>
                <a:gd name="connsiteX1" fmla="*/ 1141950 w 1141950"/>
                <a:gd name="connsiteY1" fmla="*/ 570975 h 574390"/>
                <a:gd name="connsiteX2" fmla="*/ 1141606 w 1141950"/>
                <a:gd name="connsiteY2" fmla="*/ 574390 h 574390"/>
                <a:gd name="connsiteX3" fmla="*/ 345 w 1141950"/>
                <a:gd name="connsiteY3" fmla="*/ 574390 h 574390"/>
                <a:gd name="connsiteX4" fmla="*/ 0 w 1141950"/>
                <a:gd name="connsiteY4" fmla="*/ 570975 h 574390"/>
                <a:gd name="connsiteX5" fmla="*/ 570975 w 1141950"/>
                <a:gd name="connsiteY5" fmla="*/ 0 h 57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1950" h="574390">
                  <a:moveTo>
                    <a:pt x="570975" y="0"/>
                  </a:moveTo>
                  <a:cubicBezTo>
                    <a:pt x="886316" y="0"/>
                    <a:pt x="1141950" y="255634"/>
                    <a:pt x="1141950" y="570975"/>
                  </a:cubicBezTo>
                  <a:lnTo>
                    <a:pt x="1141606" y="574390"/>
                  </a:lnTo>
                  <a:lnTo>
                    <a:pt x="345" y="574390"/>
                  </a:lnTo>
                  <a:lnTo>
                    <a:pt x="0" y="570975"/>
                  </a:lnTo>
                  <a:cubicBezTo>
                    <a:pt x="0" y="255634"/>
                    <a:pt x="255634" y="0"/>
                    <a:pt x="5709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52B360CD-4242-4266-C6CD-11D55DDE3297}"/>
                </a:ext>
              </a:extLst>
            </p:cNvPr>
            <p:cNvSpPr/>
            <p:nvPr/>
          </p:nvSpPr>
          <p:spPr>
            <a:xfrm rot="10800000">
              <a:off x="3302403" y="5874739"/>
              <a:ext cx="550362" cy="271355"/>
            </a:xfrm>
            <a:custGeom>
              <a:avLst/>
              <a:gdLst>
                <a:gd name="connsiteX0" fmla="*/ 760815 w 1521631"/>
                <a:gd name="connsiteY0" fmla="*/ 0 h 750239"/>
                <a:gd name="connsiteX1" fmla="*/ 1507335 w 1521631"/>
                <a:gd name="connsiteY1" fmla="*/ 608431 h 750239"/>
                <a:gd name="connsiteX2" fmla="*/ 1521631 w 1521631"/>
                <a:gd name="connsiteY2" fmla="*/ 750239 h 750239"/>
                <a:gd name="connsiteX3" fmla="*/ 1214421 w 1521631"/>
                <a:gd name="connsiteY3" fmla="*/ 750239 h 750239"/>
                <a:gd name="connsiteX4" fmla="*/ 1206367 w 1521631"/>
                <a:gd name="connsiteY4" fmla="*/ 670345 h 750239"/>
                <a:gd name="connsiteX5" fmla="*/ 760814 w 1521631"/>
                <a:gd name="connsiteY5" fmla="*/ 307209 h 750239"/>
                <a:gd name="connsiteX6" fmla="*/ 315262 w 1521631"/>
                <a:gd name="connsiteY6" fmla="*/ 670345 h 750239"/>
                <a:gd name="connsiteX7" fmla="*/ 307208 w 1521631"/>
                <a:gd name="connsiteY7" fmla="*/ 750239 h 750239"/>
                <a:gd name="connsiteX8" fmla="*/ 0 w 1521631"/>
                <a:gd name="connsiteY8" fmla="*/ 750239 h 750239"/>
                <a:gd name="connsiteX9" fmla="*/ 14295 w 1521631"/>
                <a:gd name="connsiteY9" fmla="*/ 608431 h 750239"/>
                <a:gd name="connsiteX10" fmla="*/ 760815 w 1521631"/>
                <a:gd name="connsiteY10" fmla="*/ 0 h 75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31" h="750239">
                  <a:moveTo>
                    <a:pt x="760815" y="0"/>
                  </a:moveTo>
                  <a:cubicBezTo>
                    <a:pt x="1129052" y="0"/>
                    <a:pt x="1436281" y="261200"/>
                    <a:pt x="1507335" y="608431"/>
                  </a:cubicBezTo>
                  <a:lnTo>
                    <a:pt x="1521631" y="750239"/>
                  </a:lnTo>
                  <a:lnTo>
                    <a:pt x="1214421" y="750239"/>
                  </a:lnTo>
                  <a:lnTo>
                    <a:pt x="1206367" y="670345"/>
                  </a:lnTo>
                  <a:cubicBezTo>
                    <a:pt x="1163959" y="463104"/>
                    <a:pt x="980592" y="307209"/>
                    <a:pt x="760814" y="307209"/>
                  </a:cubicBezTo>
                  <a:cubicBezTo>
                    <a:pt x="541036" y="307209"/>
                    <a:pt x="357670" y="463104"/>
                    <a:pt x="315262" y="670345"/>
                  </a:cubicBezTo>
                  <a:lnTo>
                    <a:pt x="307208" y="750239"/>
                  </a:lnTo>
                  <a:lnTo>
                    <a:pt x="0" y="750239"/>
                  </a:lnTo>
                  <a:lnTo>
                    <a:pt x="14295" y="608431"/>
                  </a:lnTo>
                  <a:cubicBezTo>
                    <a:pt x="85349" y="261200"/>
                    <a:pt x="392579" y="0"/>
                    <a:pt x="76081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94BA7AD4-2C3B-D003-82DB-711040D2604F}"/>
                </a:ext>
              </a:extLst>
            </p:cNvPr>
            <p:cNvSpPr/>
            <p:nvPr/>
          </p:nvSpPr>
          <p:spPr>
            <a:xfrm>
              <a:off x="5466608" y="5873962"/>
              <a:ext cx="542575" cy="272910"/>
            </a:xfrm>
            <a:custGeom>
              <a:avLst/>
              <a:gdLst>
                <a:gd name="connsiteX0" fmla="*/ 570975 w 1141950"/>
                <a:gd name="connsiteY0" fmla="*/ 0 h 574390"/>
                <a:gd name="connsiteX1" fmla="*/ 1141950 w 1141950"/>
                <a:gd name="connsiteY1" fmla="*/ 570975 h 574390"/>
                <a:gd name="connsiteX2" fmla="*/ 1141606 w 1141950"/>
                <a:gd name="connsiteY2" fmla="*/ 574390 h 574390"/>
                <a:gd name="connsiteX3" fmla="*/ 345 w 1141950"/>
                <a:gd name="connsiteY3" fmla="*/ 574390 h 574390"/>
                <a:gd name="connsiteX4" fmla="*/ 0 w 1141950"/>
                <a:gd name="connsiteY4" fmla="*/ 570975 h 574390"/>
                <a:gd name="connsiteX5" fmla="*/ 570975 w 1141950"/>
                <a:gd name="connsiteY5" fmla="*/ 0 h 57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1950" h="574390">
                  <a:moveTo>
                    <a:pt x="570975" y="0"/>
                  </a:moveTo>
                  <a:cubicBezTo>
                    <a:pt x="886316" y="0"/>
                    <a:pt x="1141950" y="255634"/>
                    <a:pt x="1141950" y="570975"/>
                  </a:cubicBezTo>
                  <a:lnTo>
                    <a:pt x="1141606" y="574390"/>
                  </a:lnTo>
                  <a:lnTo>
                    <a:pt x="345" y="574390"/>
                  </a:lnTo>
                  <a:lnTo>
                    <a:pt x="0" y="570975"/>
                  </a:lnTo>
                  <a:cubicBezTo>
                    <a:pt x="0" y="255634"/>
                    <a:pt x="255634" y="0"/>
                    <a:pt x="5709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1E556654-B985-5D11-EB26-D7A2B4F7CC6E}"/>
                </a:ext>
              </a:extLst>
            </p:cNvPr>
            <p:cNvSpPr/>
            <p:nvPr/>
          </p:nvSpPr>
          <p:spPr>
            <a:xfrm rot="10800000">
              <a:off x="4742611" y="5874739"/>
              <a:ext cx="550362" cy="271355"/>
            </a:xfrm>
            <a:custGeom>
              <a:avLst/>
              <a:gdLst>
                <a:gd name="connsiteX0" fmla="*/ 760815 w 1521631"/>
                <a:gd name="connsiteY0" fmla="*/ 0 h 750239"/>
                <a:gd name="connsiteX1" fmla="*/ 1507335 w 1521631"/>
                <a:gd name="connsiteY1" fmla="*/ 608431 h 750239"/>
                <a:gd name="connsiteX2" fmla="*/ 1521631 w 1521631"/>
                <a:gd name="connsiteY2" fmla="*/ 750239 h 750239"/>
                <a:gd name="connsiteX3" fmla="*/ 1214421 w 1521631"/>
                <a:gd name="connsiteY3" fmla="*/ 750239 h 750239"/>
                <a:gd name="connsiteX4" fmla="*/ 1206367 w 1521631"/>
                <a:gd name="connsiteY4" fmla="*/ 670345 h 750239"/>
                <a:gd name="connsiteX5" fmla="*/ 760814 w 1521631"/>
                <a:gd name="connsiteY5" fmla="*/ 307209 h 750239"/>
                <a:gd name="connsiteX6" fmla="*/ 315262 w 1521631"/>
                <a:gd name="connsiteY6" fmla="*/ 670345 h 750239"/>
                <a:gd name="connsiteX7" fmla="*/ 307208 w 1521631"/>
                <a:gd name="connsiteY7" fmla="*/ 750239 h 750239"/>
                <a:gd name="connsiteX8" fmla="*/ 0 w 1521631"/>
                <a:gd name="connsiteY8" fmla="*/ 750239 h 750239"/>
                <a:gd name="connsiteX9" fmla="*/ 14295 w 1521631"/>
                <a:gd name="connsiteY9" fmla="*/ 608431 h 750239"/>
                <a:gd name="connsiteX10" fmla="*/ 760815 w 1521631"/>
                <a:gd name="connsiteY10" fmla="*/ 0 h 75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31" h="750239">
                  <a:moveTo>
                    <a:pt x="760815" y="0"/>
                  </a:moveTo>
                  <a:cubicBezTo>
                    <a:pt x="1129052" y="0"/>
                    <a:pt x="1436281" y="261200"/>
                    <a:pt x="1507335" y="608431"/>
                  </a:cubicBezTo>
                  <a:lnTo>
                    <a:pt x="1521631" y="750239"/>
                  </a:lnTo>
                  <a:lnTo>
                    <a:pt x="1214421" y="750239"/>
                  </a:lnTo>
                  <a:lnTo>
                    <a:pt x="1206367" y="670345"/>
                  </a:lnTo>
                  <a:cubicBezTo>
                    <a:pt x="1163959" y="463104"/>
                    <a:pt x="980592" y="307209"/>
                    <a:pt x="760814" y="307209"/>
                  </a:cubicBezTo>
                  <a:cubicBezTo>
                    <a:pt x="541036" y="307209"/>
                    <a:pt x="357670" y="463104"/>
                    <a:pt x="315262" y="670345"/>
                  </a:cubicBezTo>
                  <a:lnTo>
                    <a:pt x="307208" y="750239"/>
                  </a:lnTo>
                  <a:lnTo>
                    <a:pt x="0" y="750239"/>
                  </a:lnTo>
                  <a:lnTo>
                    <a:pt x="14295" y="608431"/>
                  </a:lnTo>
                  <a:cubicBezTo>
                    <a:pt x="85349" y="261200"/>
                    <a:pt x="392579" y="0"/>
                    <a:pt x="76081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6A9D15E7-4116-F990-5DE0-07648845FB8D}"/>
                </a:ext>
              </a:extLst>
            </p:cNvPr>
            <p:cNvSpPr/>
            <p:nvPr/>
          </p:nvSpPr>
          <p:spPr>
            <a:xfrm>
              <a:off x="6906816" y="5873962"/>
              <a:ext cx="542575" cy="272910"/>
            </a:xfrm>
            <a:custGeom>
              <a:avLst/>
              <a:gdLst>
                <a:gd name="connsiteX0" fmla="*/ 570975 w 1141950"/>
                <a:gd name="connsiteY0" fmla="*/ 0 h 574390"/>
                <a:gd name="connsiteX1" fmla="*/ 1141950 w 1141950"/>
                <a:gd name="connsiteY1" fmla="*/ 570975 h 574390"/>
                <a:gd name="connsiteX2" fmla="*/ 1141606 w 1141950"/>
                <a:gd name="connsiteY2" fmla="*/ 574390 h 574390"/>
                <a:gd name="connsiteX3" fmla="*/ 345 w 1141950"/>
                <a:gd name="connsiteY3" fmla="*/ 574390 h 574390"/>
                <a:gd name="connsiteX4" fmla="*/ 0 w 1141950"/>
                <a:gd name="connsiteY4" fmla="*/ 570975 h 574390"/>
                <a:gd name="connsiteX5" fmla="*/ 570975 w 1141950"/>
                <a:gd name="connsiteY5" fmla="*/ 0 h 57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1950" h="574390">
                  <a:moveTo>
                    <a:pt x="570975" y="0"/>
                  </a:moveTo>
                  <a:cubicBezTo>
                    <a:pt x="886316" y="0"/>
                    <a:pt x="1141950" y="255634"/>
                    <a:pt x="1141950" y="570975"/>
                  </a:cubicBezTo>
                  <a:lnTo>
                    <a:pt x="1141606" y="574390"/>
                  </a:lnTo>
                  <a:lnTo>
                    <a:pt x="345" y="574390"/>
                  </a:lnTo>
                  <a:lnTo>
                    <a:pt x="0" y="570975"/>
                  </a:lnTo>
                  <a:cubicBezTo>
                    <a:pt x="0" y="255634"/>
                    <a:pt x="255634" y="0"/>
                    <a:pt x="5709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2B0C7D96-BA89-D086-6583-0C97268A3B45}"/>
                </a:ext>
              </a:extLst>
            </p:cNvPr>
            <p:cNvSpPr/>
            <p:nvPr/>
          </p:nvSpPr>
          <p:spPr>
            <a:xfrm rot="10800000">
              <a:off x="6182819" y="5874739"/>
              <a:ext cx="550362" cy="271355"/>
            </a:xfrm>
            <a:custGeom>
              <a:avLst/>
              <a:gdLst>
                <a:gd name="connsiteX0" fmla="*/ 760815 w 1521631"/>
                <a:gd name="connsiteY0" fmla="*/ 0 h 750239"/>
                <a:gd name="connsiteX1" fmla="*/ 1507335 w 1521631"/>
                <a:gd name="connsiteY1" fmla="*/ 608431 h 750239"/>
                <a:gd name="connsiteX2" fmla="*/ 1521631 w 1521631"/>
                <a:gd name="connsiteY2" fmla="*/ 750239 h 750239"/>
                <a:gd name="connsiteX3" fmla="*/ 1214421 w 1521631"/>
                <a:gd name="connsiteY3" fmla="*/ 750239 h 750239"/>
                <a:gd name="connsiteX4" fmla="*/ 1206367 w 1521631"/>
                <a:gd name="connsiteY4" fmla="*/ 670345 h 750239"/>
                <a:gd name="connsiteX5" fmla="*/ 760814 w 1521631"/>
                <a:gd name="connsiteY5" fmla="*/ 307209 h 750239"/>
                <a:gd name="connsiteX6" fmla="*/ 315262 w 1521631"/>
                <a:gd name="connsiteY6" fmla="*/ 670345 h 750239"/>
                <a:gd name="connsiteX7" fmla="*/ 307208 w 1521631"/>
                <a:gd name="connsiteY7" fmla="*/ 750239 h 750239"/>
                <a:gd name="connsiteX8" fmla="*/ 0 w 1521631"/>
                <a:gd name="connsiteY8" fmla="*/ 750239 h 750239"/>
                <a:gd name="connsiteX9" fmla="*/ 14295 w 1521631"/>
                <a:gd name="connsiteY9" fmla="*/ 608431 h 750239"/>
                <a:gd name="connsiteX10" fmla="*/ 760815 w 1521631"/>
                <a:gd name="connsiteY10" fmla="*/ 0 h 75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31" h="750239">
                  <a:moveTo>
                    <a:pt x="760815" y="0"/>
                  </a:moveTo>
                  <a:cubicBezTo>
                    <a:pt x="1129052" y="0"/>
                    <a:pt x="1436281" y="261200"/>
                    <a:pt x="1507335" y="608431"/>
                  </a:cubicBezTo>
                  <a:lnTo>
                    <a:pt x="1521631" y="750239"/>
                  </a:lnTo>
                  <a:lnTo>
                    <a:pt x="1214421" y="750239"/>
                  </a:lnTo>
                  <a:lnTo>
                    <a:pt x="1206367" y="670345"/>
                  </a:lnTo>
                  <a:cubicBezTo>
                    <a:pt x="1163959" y="463104"/>
                    <a:pt x="980592" y="307209"/>
                    <a:pt x="760814" y="307209"/>
                  </a:cubicBezTo>
                  <a:cubicBezTo>
                    <a:pt x="541036" y="307209"/>
                    <a:pt x="357670" y="463104"/>
                    <a:pt x="315262" y="670345"/>
                  </a:cubicBezTo>
                  <a:lnTo>
                    <a:pt x="307208" y="750239"/>
                  </a:lnTo>
                  <a:lnTo>
                    <a:pt x="0" y="750239"/>
                  </a:lnTo>
                  <a:lnTo>
                    <a:pt x="14295" y="608431"/>
                  </a:lnTo>
                  <a:cubicBezTo>
                    <a:pt x="85349" y="261200"/>
                    <a:pt x="392579" y="0"/>
                    <a:pt x="76081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430484E1-DDF5-EE41-18C1-379A5C99FB3C}"/>
                </a:ext>
              </a:extLst>
            </p:cNvPr>
            <p:cNvSpPr/>
            <p:nvPr/>
          </p:nvSpPr>
          <p:spPr>
            <a:xfrm>
              <a:off x="8347023" y="5873962"/>
              <a:ext cx="542575" cy="272910"/>
            </a:xfrm>
            <a:custGeom>
              <a:avLst/>
              <a:gdLst>
                <a:gd name="connsiteX0" fmla="*/ 570975 w 1141950"/>
                <a:gd name="connsiteY0" fmla="*/ 0 h 574390"/>
                <a:gd name="connsiteX1" fmla="*/ 1141950 w 1141950"/>
                <a:gd name="connsiteY1" fmla="*/ 570975 h 574390"/>
                <a:gd name="connsiteX2" fmla="*/ 1141606 w 1141950"/>
                <a:gd name="connsiteY2" fmla="*/ 574390 h 574390"/>
                <a:gd name="connsiteX3" fmla="*/ 345 w 1141950"/>
                <a:gd name="connsiteY3" fmla="*/ 574390 h 574390"/>
                <a:gd name="connsiteX4" fmla="*/ 0 w 1141950"/>
                <a:gd name="connsiteY4" fmla="*/ 570975 h 574390"/>
                <a:gd name="connsiteX5" fmla="*/ 570975 w 1141950"/>
                <a:gd name="connsiteY5" fmla="*/ 0 h 57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1950" h="574390">
                  <a:moveTo>
                    <a:pt x="570975" y="0"/>
                  </a:moveTo>
                  <a:cubicBezTo>
                    <a:pt x="886316" y="0"/>
                    <a:pt x="1141950" y="255634"/>
                    <a:pt x="1141950" y="570975"/>
                  </a:cubicBezTo>
                  <a:lnTo>
                    <a:pt x="1141606" y="574390"/>
                  </a:lnTo>
                  <a:lnTo>
                    <a:pt x="345" y="574390"/>
                  </a:lnTo>
                  <a:lnTo>
                    <a:pt x="0" y="570975"/>
                  </a:lnTo>
                  <a:cubicBezTo>
                    <a:pt x="0" y="255634"/>
                    <a:pt x="255634" y="0"/>
                    <a:pt x="5709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72961C71-40E4-2803-CCA5-F0BAA2C655EA}"/>
                </a:ext>
              </a:extLst>
            </p:cNvPr>
            <p:cNvSpPr/>
            <p:nvPr/>
          </p:nvSpPr>
          <p:spPr>
            <a:xfrm rot="10800000">
              <a:off x="7623026" y="5874739"/>
              <a:ext cx="550362" cy="271355"/>
            </a:xfrm>
            <a:custGeom>
              <a:avLst/>
              <a:gdLst>
                <a:gd name="connsiteX0" fmla="*/ 760815 w 1521631"/>
                <a:gd name="connsiteY0" fmla="*/ 0 h 750239"/>
                <a:gd name="connsiteX1" fmla="*/ 1507335 w 1521631"/>
                <a:gd name="connsiteY1" fmla="*/ 608431 h 750239"/>
                <a:gd name="connsiteX2" fmla="*/ 1521631 w 1521631"/>
                <a:gd name="connsiteY2" fmla="*/ 750239 h 750239"/>
                <a:gd name="connsiteX3" fmla="*/ 1214421 w 1521631"/>
                <a:gd name="connsiteY3" fmla="*/ 750239 h 750239"/>
                <a:gd name="connsiteX4" fmla="*/ 1206367 w 1521631"/>
                <a:gd name="connsiteY4" fmla="*/ 670345 h 750239"/>
                <a:gd name="connsiteX5" fmla="*/ 760814 w 1521631"/>
                <a:gd name="connsiteY5" fmla="*/ 307209 h 750239"/>
                <a:gd name="connsiteX6" fmla="*/ 315262 w 1521631"/>
                <a:gd name="connsiteY6" fmla="*/ 670345 h 750239"/>
                <a:gd name="connsiteX7" fmla="*/ 307208 w 1521631"/>
                <a:gd name="connsiteY7" fmla="*/ 750239 h 750239"/>
                <a:gd name="connsiteX8" fmla="*/ 0 w 1521631"/>
                <a:gd name="connsiteY8" fmla="*/ 750239 h 750239"/>
                <a:gd name="connsiteX9" fmla="*/ 14295 w 1521631"/>
                <a:gd name="connsiteY9" fmla="*/ 608431 h 750239"/>
                <a:gd name="connsiteX10" fmla="*/ 760815 w 1521631"/>
                <a:gd name="connsiteY10" fmla="*/ 0 h 75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31" h="750239">
                  <a:moveTo>
                    <a:pt x="760815" y="0"/>
                  </a:moveTo>
                  <a:cubicBezTo>
                    <a:pt x="1129052" y="0"/>
                    <a:pt x="1436281" y="261200"/>
                    <a:pt x="1507335" y="608431"/>
                  </a:cubicBezTo>
                  <a:lnTo>
                    <a:pt x="1521631" y="750239"/>
                  </a:lnTo>
                  <a:lnTo>
                    <a:pt x="1214421" y="750239"/>
                  </a:lnTo>
                  <a:lnTo>
                    <a:pt x="1206367" y="670345"/>
                  </a:lnTo>
                  <a:cubicBezTo>
                    <a:pt x="1163959" y="463104"/>
                    <a:pt x="980592" y="307209"/>
                    <a:pt x="760814" y="307209"/>
                  </a:cubicBezTo>
                  <a:cubicBezTo>
                    <a:pt x="541036" y="307209"/>
                    <a:pt x="357670" y="463104"/>
                    <a:pt x="315262" y="670345"/>
                  </a:cubicBezTo>
                  <a:lnTo>
                    <a:pt x="307208" y="750239"/>
                  </a:lnTo>
                  <a:lnTo>
                    <a:pt x="0" y="750239"/>
                  </a:lnTo>
                  <a:lnTo>
                    <a:pt x="14295" y="608431"/>
                  </a:lnTo>
                  <a:cubicBezTo>
                    <a:pt x="85349" y="261200"/>
                    <a:pt x="392579" y="0"/>
                    <a:pt x="76081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ECC436D6-3028-543F-D3C8-E4F8B3BAE4F8}"/>
                </a:ext>
              </a:extLst>
            </p:cNvPr>
            <p:cNvSpPr/>
            <p:nvPr/>
          </p:nvSpPr>
          <p:spPr>
            <a:xfrm>
              <a:off x="9787231" y="5873962"/>
              <a:ext cx="542575" cy="272910"/>
            </a:xfrm>
            <a:custGeom>
              <a:avLst/>
              <a:gdLst>
                <a:gd name="connsiteX0" fmla="*/ 570975 w 1141950"/>
                <a:gd name="connsiteY0" fmla="*/ 0 h 574390"/>
                <a:gd name="connsiteX1" fmla="*/ 1141950 w 1141950"/>
                <a:gd name="connsiteY1" fmla="*/ 570975 h 574390"/>
                <a:gd name="connsiteX2" fmla="*/ 1141606 w 1141950"/>
                <a:gd name="connsiteY2" fmla="*/ 574390 h 574390"/>
                <a:gd name="connsiteX3" fmla="*/ 345 w 1141950"/>
                <a:gd name="connsiteY3" fmla="*/ 574390 h 574390"/>
                <a:gd name="connsiteX4" fmla="*/ 0 w 1141950"/>
                <a:gd name="connsiteY4" fmla="*/ 570975 h 574390"/>
                <a:gd name="connsiteX5" fmla="*/ 570975 w 1141950"/>
                <a:gd name="connsiteY5" fmla="*/ 0 h 57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1950" h="574390">
                  <a:moveTo>
                    <a:pt x="570975" y="0"/>
                  </a:moveTo>
                  <a:cubicBezTo>
                    <a:pt x="886316" y="0"/>
                    <a:pt x="1141950" y="255634"/>
                    <a:pt x="1141950" y="570975"/>
                  </a:cubicBezTo>
                  <a:lnTo>
                    <a:pt x="1141606" y="574390"/>
                  </a:lnTo>
                  <a:lnTo>
                    <a:pt x="345" y="574390"/>
                  </a:lnTo>
                  <a:lnTo>
                    <a:pt x="0" y="570975"/>
                  </a:lnTo>
                  <a:cubicBezTo>
                    <a:pt x="0" y="255634"/>
                    <a:pt x="255634" y="0"/>
                    <a:pt x="5709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FE902486-25CC-8F2D-8C62-2B6C2109B00F}"/>
                </a:ext>
              </a:extLst>
            </p:cNvPr>
            <p:cNvSpPr/>
            <p:nvPr/>
          </p:nvSpPr>
          <p:spPr>
            <a:xfrm rot="10800000">
              <a:off x="9063234" y="5874739"/>
              <a:ext cx="550362" cy="271355"/>
            </a:xfrm>
            <a:custGeom>
              <a:avLst/>
              <a:gdLst>
                <a:gd name="connsiteX0" fmla="*/ 760815 w 1521631"/>
                <a:gd name="connsiteY0" fmla="*/ 0 h 750239"/>
                <a:gd name="connsiteX1" fmla="*/ 1507335 w 1521631"/>
                <a:gd name="connsiteY1" fmla="*/ 608431 h 750239"/>
                <a:gd name="connsiteX2" fmla="*/ 1521631 w 1521631"/>
                <a:gd name="connsiteY2" fmla="*/ 750239 h 750239"/>
                <a:gd name="connsiteX3" fmla="*/ 1214421 w 1521631"/>
                <a:gd name="connsiteY3" fmla="*/ 750239 h 750239"/>
                <a:gd name="connsiteX4" fmla="*/ 1206367 w 1521631"/>
                <a:gd name="connsiteY4" fmla="*/ 670345 h 750239"/>
                <a:gd name="connsiteX5" fmla="*/ 760814 w 1521631"/>
                <a:gd name="connsiteY5" fmla="*/ 307209 h 750239"/>
                <a:gd name="connsiteX6" fmla="*/ 315262 w 1521631"/>
                <a:gd name="connsiteY6" fmla="*/ 670345 h 750239"/>
                <a:gd name="connsiteX7" fmla="*/ 307208 w 1521631"/>
                <a:gd name="connsiteY7" fmla="*/ 750239 h 750239"/>
                <a:gd name="connsiteX8" fmla="*/ 0 w 1521631"/>
                <a:gd name="connsiteY8" fmla="*/ 750239 h 750239"/>
                <a:gd name="connsiteX9" fmla="*/ 14295 w 1521631"/>
                <a:gd name="connsiteY9" fmla="*/ 608431 h 750239"/>
                <a:gd name="connsiteX10" fmla="*/ 760815 w 1521631"/>
                <a:gd name="connsiteY10" fmla="*/ 0 h 75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31" h="750239">
                  <a:moveTo>
                    <a:pt x="760815" y="0"/>
                  </a:moveTo>
                  <a:cubicBezTo>
                    <a:pt x="1129052" y="0"/>
                    <a:pt x="1436281" y="261200"/>
                    <a:pt x="1507335" y="608431"/>
                  </a:cubicBezTo>
                  <a:lnTo>
                    <a:pt x="1521631" y="750239"/>
                  </a:lnTo>
                  <a:lnTo>
                    <a:pt x="1214421" y="750239"/>
                  </a:lnTo>
                  <a:lnTo>
                    <a:pt x="1206367" y="670345"/>
                  </a:lnTo>
                  <a:cubicBezTo>
                    <a:pt x="1163959" y="463104"/>
                    <a:pt x="980592" y="307209"/>
                    <a:pt x="760814" y="307209"/>
                  </a:cubicBezTo>
                  <a:cubicBezTo>
                    <a:pt x="541036" y="307209"/>
                    <a:pt x="357670" y="463104"/>
                    <a:pt x="315262" y="670345"/>
                  </a:cubicBezTo>
                  <a:lnTo>
                    <a:pt x="307208" y="750239"/>
                  </a:lnTo>
                  <a:lnTo>
                    <a:pt x="0" y="750239"/>
                  </a:lnTo>
                  <a:lnTo>
                    <a:pt x="14295" y="608431"/>
                  </a:lnTo>
                  <a:cubicBezTo>
                    <a:pt x="85349" y="261200"/>
                    <a:pt x="392579" y="0"/>
                    <a:pt x="76081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E43A302E-8580-1E4E-3316-C6B3E41D8DF2}"/>
                </a:ext>
              </a:extLst>
            </p:cNvPr>
            <p:cNvSpPr/>
            <p:nvPr/>
          </p:nvSpPr>
          <p:spPr>
            <a:xfrm>
              <a:off x="11227438" y="5881535"/>
              <a:ext cx="542575" cy="272910"/>
            </a:xfrm>
            <a:custGeom>
              <a:avLst/>
              <a:gdLst>
                <a:gd name="connsiteX0" fmla="*/ 570975 w 1141950"/>
                <a:gd name="connsiteY0" fmla="*/ 0 h 574390"/>
                <a:gd name="connsiteX1" fmla="*/ 1141950 w 1141950"/>
                <a:gd name="connsiteY1" fmla="*/ 570975 h 574390"/>
                <a:gd name="connsiteX2" fmla="*/ 1141606 w 1141950"/>
                <a:gd name="connsiteY2" fmla="*/ 574390 h 574390"/>
                <a:gd name="connsiteX3" fmla="*/ 345 w 1141950"/>
                <a:gd name="connsiteY3" fmla="*/ 574390 h 574390"/>
                <a:gd name="connsiteX4" fmla="*/ 0 w 1141950"/>
                <a:gd name="connsiteY4" fmla="*/ 570975 h 574390"/>
                <a:gd name="connsiteX5" fmla="*/ 570975 w 1141950"/>
                <a:gd name="connsiteY5" fmla="*/ 0 h 57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1950" h="574390">
                  <a:moveTo>
                    <a:pt x="570975" y="0"/>
                  </a:moveTo>
                  <a:cubicBezTo>
                    <a:pt x="886316" y="0"/>
                    <a:pt x="1141950" y="255634"/>
                    <a:pt x="1141950" y="570975"/>
                  </a:cubicBezTo>
                  <a:lnTo>
                    <a:pt x="1141606" y="574390"/>
                  </a:lnTo>
                  <a:lnTo>
                    <a:pt x="345" y="574390"/>
                  </a:lnTo>
                  <a:lnTo>
                    <a:pt x="0" y="570975"/>
                  </a:lnTo>
                  <a:cubicBezTo>
                    <a:pt x="0" y="255634"/>
                    <a:pt x="255634" y="0"/>
                    <a:pt x="5709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8E4A1918-3693-BC69-620C-01E8B18F056C}"/>
                </a:ext>
              </a:extLst>
            </p:cNvPr>
            <p:cNvSpPr/>
            <p:nvPr/>
          </p:nvSpPr>
          <p:spPr>
            <a:xfrm rot="10800000">
              <a:off x="10503441" y="5874739"/>
              <a:ext cx="550362" cy="271355"/>
            </a:xfrm>
            <a:custGeom>
              <a:avLst/>
              <a:gdLst>
                <a:gd name="connsiteX0" fmla="*/ 760815 w 1521631"/>
                <a:gd name="connsiteY0" fmla="*/ 0 h 750239"/>
                <a:gd name="connsiteX1" fmla="*/ 1507335 w 1521631"/>
                <a:gd name="connsiteY1" fmla="*/ 608431 h 750239"/>
                <a:gd name="connsiteX2" fmla="*/ 1521631 w 1521631"/>
                <a:gd name="connsiteY2" fmla="*/ 750239 h 750239"/>
                <a:gd name="connsiteX3" fmla="*/ 1214421 w 1521631"/>
                <a:gd name="connsiteY3" fmla="*/ 750239 h 750239"/>
                <a:gd name="connsiteX4" fmla="*/ 1206367 w 1521631"/>
                <a:gd name="connsiteY4" fmla="*/ 670345 h 750239"/>
                <a:gd name="connsiteX5" fmla="*/ 760814 w 1521631"/>
                <a:gd name="connsiteY5" fmla="*/ 307209 h 750239"/>
                <a:gd name="connsiteX6" fmla="*/ 315262 w 1521631"/>
                <a:gd name="connsiteY6" fmla="*/ 670345 h 750239"/>
                <a:gd name="connsiteX7" fmla="*/ 307208 w 1521631"/>
                <a:gd name="connsiteY7" fmla="*/ 750239 h 750239"/>
                <a:gd name="connsiteX8" fmla="*/ 0 w 1521631"/>
                <a:gd name="connsiteY8" fmla="*/ 750239 h 750239"/>
                <a:gd name="connsiteX9" fmla="*/ 14295 w 1521631"/>
                <a:gd name="connsiteY9" fmla="*/ 608431 h 750239"/>
                <a:gd name="connsiteX10" fmla="*/ 760815 w 1521631"/>
                <a:gd name="connsiteY10" fmla="*/ 0 h 75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31" h="750239">
                  <a:moveTo>
                    <a:pt x="760815" y="0"/>
                  </a:moveTo>
                  <a:cubicBezTo>
                    <a:pt x="1129052" y="0"/>
                    <a:pt x="1436281" y="261200"/>
                    <a:pt x="1507335" y="608431"/>
                  </a:cubicBezTo>
                  <a:lnTo>
                    <a:pt x="1521631" y="750239"/>
                  </a:lnTo>
                  <a:lnTo>
                    <a:pt x="1214421" y="750239"/>
                  </a:lnTo>
                  <a:lnTo>
                    <a:pt x="1206367" y="670345"/>
                  </a:lnTo>
                  <a:cubicBezTo>
                    <a:pt x="1163959" y="463104"/>
                    <a:pt x="980592" y="307209"/>
                    <a:pt x="760814" y="307209"/>
                  </a:cubicBezTo>
                  <a:cubicBezTo>
                    <a:pt x="541036" y="307209"/>
                    <a:pt x="357670" y="463104"/>
                    <a:pt x="315262" y="670345"/>
                  </a:cubicBezTo>
                  <a:lnTo>
                    <a:pt x="307208" y="750239"/>
                  </a:lnTo>
                  <a:lnTo>
                    <a:pt x="0" y="750239"/>
                  </a:lnTo>
                  <a:lnTo>
                    <a:pt x="14295" y="608431"/>
                  </a:lnTo>
                  <a:cubicBezTo>
                    <a:pt x="85349" y="261200"/>
                    <a:pt x="392579" y="0"/>
                    <a:pt x="76081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7345A1A2-7BDB-D01A-77F0-9BFC77E70296}"/>
                </a:ext>
              </a:extLst>
            </p:cNvPr>
            <p:cNvSpPr/>
            <p:nvPr/>
          </p:nvSpPr>
          <p:spPr>
            <a:xfrm rot="16200000">
              <a:off x="289440" y="5297633"/>
              <a:ext cx="542575" cy="272910"/>
            </a:xfrm>
            <a:custGeom>
              <a:avLst/>
              <a:gdLst>
                <a:gd name="connsiteX0" fmla="*/ 570975 w 1141950"/>
                <a:gd name="connsiteY0" fmla="*/ 0 h 574390"/>
                <a:gd name="connsiteX1" fmla="*/ 1141950 w 1141950"/>
                <a:gd name="connsiteY1" fmla="*/ 570975 h 574390"/>
                <a:gd name="connsiteX2" fmla="*/ 1141606 w 1141950"/>
                <a:gd name="connsiteY2" fmla="*/ 574390 h 574390"/>
                <a:gd name="connsiteX3" fmla="*/ 345 w 1141950"/>
                <a:gd name="connsiteY3" fmla="*/ 574390 h 574390"/>
                <a:gd name="connsiteX4" fmla="*/ 0 w 1141950"/>
                <a:gd name="connsiteY4" fmla="*/ 570975 h 574390"/>
                <a:gd name="connsiteX5" fmla="*/ 570975 w 1141950"/>
                <a:gd name="connsiteY5" fmla="*/ 0 h 57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1950" h="574390">
                  <a:moveTo>
                    <a:pt x="570975" y="0"/>
                  </a:moveTo>
                  <a:cubicBezTo>
                    <a:pt x="886316" y="0"/>
                    <a:pt x="1141950" y="255634"/>
                    <a:pt x="1141950" y="570975"/>
                  </a:cubicBezTo>
                  <a:lnTo>
                    <a:pt x="1141606" y="574390"/>
                  </a:lnTo>
                  <a:lnTo>
                    <a:pt x="345" y="574390"/>
                  </a:lnTo>
                  <a:lnTo>
                    <a:pt x="0" y="570975"/>
                  </a:lnTo>
                  <a:cubicBezTo>
                    <a:pt x="0" y="255634"/>
                    <a:pt x="255634" y="0"/>
                    <a:pt x="5709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E537FD63-4FD3-2E23-2CC1-DFC7A1C45660}"/>
                </a:ext>
              </a:extLst>
            </p:cNvPr>
            <p:cNvSpPr/>
            <p:nvPr/>
          </p:nvSpPr>
          <p:spPr>
            <a:xfrm rot="16200000">
              <a:off x="289440" y="3857426"/>
              <a:ext cx="542575" cy="272910"/>
            </a:xfrm>
            <a:custGeom>
              <a:avLst/>
              <a:gdLst>
                <a:gd name="connsiteX0" fmla="*/ 570975 w 1141950"/>
                <a:gd name="connsiteY0" fmla="*/ 0 h 574390"/>
                <a:gd name="connsiteX1" fmla="*/ 1141950 w 1141950"/>
                <a:gd name="connsiteY1" fmla="*/ 570975 h 574390"/>
                <a:gd name="connsiteX2" fmla="*/ 1141606 w 1141950"/>
                <a:gd name="connsiteY2" fmla="*/ 574390 h 574390"/>
                <a:gd name="connsiteX3" fmla="*/ 345 w 1141950"/>
                <a:gd name="connsiteY3" fmla="*/ 574390 h 574390"/>
                <a:gd name="connsiteX4" fmla="*/ 0 w 1141950"/>
                <a:gd name="connsiteY4" fmla="*/ 570975 h 574390"/>
                <a:gd name="connsiteX5" fmla="*/ 570975 w 1141950"/>
                <a:gd name="connsiteY5" fmla="*/ 0 h 57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1950" h="574390">
                  <a:moveTo>
                    <a:pt x="570975" y="0"/>
                  </a:moveTo>
                  <a:cubicBezTo>
                    <a:pt x="886316" y="0"/>
                    <a:pt x="1141950" y="255634"/>
                    <a:pt x="1141950" y="570975"/>
                  </a:cubicBezTo>
                  <a:lnTo>
                    <a:pt x="1141606" y="574390"/>
                  </a:lnTo>
                  <a:lnTo>
                    <a:pt x="345" y="574390"/>
                  </a:lnTo>
                  <a:lnTo>
                    <a:pt x="0" y="570975"/>
                  </a:lnTo>
                  <a:cubicBezTo>
                    <a:pt x="0" y="255634"/>
                    <a:pt x="255634" y="0"/>
                    <a:pt x="5709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2BED532C-C35D-4B2C-0546-AD4ADEB61885}"/>
                </a:ext>
              </a:extLst>
            </p:cNvPr>
            <p:cNvSpPr/>
            <p:nvPr/>
          </p:nvSpPr>
          <p:spPr>
            <a:xfrm rot="5400000">
              <a:off x="285546" y="4578307"/>
              <a:ext cx="550362" cy="271355"/>
            </a:xfrm>
            <a:custGeom>
              <a:avLst/>
              <a:gdLst>
                <a:gd name="connsiteX0" fmla="*/ 760815 w 1521631"/>
                <a:gd name="connsiteY0" fmla="*/ 0 h 750239"/>
                <a:gd name="connsiteX1" fmla="*/ 1507335 w 1521631"/>
                <a:gd name="connsiteY1" fmla="*/ 608431 h 750239"/>
                <a:gd name="connsiteX2" fmla="*/ 1521631 w 1521631"/>
                <a:gd name="connsiteY2" fmla="*/ 750239 h 750239"/>
                <a:gd name="connsiteX3" fmla="*/ 1214421 w 1521631"/>
                <a:gd name="connsiteY3" fmla="*/ 750239 h 750239"/>
                <a:gd name="connsiteX4" fmla="*/ 1206367 w 1521631"/>
                <a:gd name="connsiteY4" fmla="*/ 670345 h 750239"/>
                <a:gd name="connsiteX5" fmla="*/ 760814 w 1521631"/>
                <a:gd name="connsiteY5" fmla="*/ 307209 h 750239"/>
                <a:gd name="connsiteX6" fmla="*/ 315262 w 1521631"/>
                <a:gd name="connsiteY6" fmla="*/ 670345 h 750239"/>
                <a:gd name="connsiteX7" fmla="*/ 307208 w 1521631"/>
                <a:gd name="connsiteY7" fmla="*/ 750239 h 750239"/>
                <a:gd name="connsiteX8" fmla="*/ 0 w 1521631"/>
                <a:gd name="connsiteY8" fmla="*/ 750239 h 750239"/>
                <a:gd name="connsiteX9" fmla="*/ 14295 w 1521631"/>
                <a:gd name="connsiteY9" fmla="*/ 608431 h 750239"/>
                <a:gd name="connsiteX10" fmla="*/ 760815 w 1521631"/>
                <a:gd name="connsiteY10" fmla="*/ 0 h 75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31" h="750239">
                  <a:moveTo>
                    <a:pt x="760815" y="0"/>
                  </a:moveTo>
                  <a:cubicBezTo>
                    <a:pt x="1129052" y="0"/>
                    <a:pt x="1436281" y="261200"/>
                    <a:pt x="1507335" y="608431"/>
                  </a:cubicBezTo>
                  <a:lnTo>
                    <a:pt x="1521631" y="750239"/>
                  </a:lnTo>
                  <a:lnTo>
                    <a:pt x="1214421" y="750239"/>
                  </a:lnTo>
                  <a:lnTo>
                    <a:pt x="1206367" y="670345"/>
                  </a:lnTo>
                  <a:cubicBezTo>
                    <a:pt x="1163959" y="463104"/>
                    <a:pt x="980592" y="307209"/>
                    <a:pt x="760814" y="307209"/>
                  </a:cubicBezTo>
                  <a:cubicBezTo>
                    <a:pt x="541036" y="307209"/>
                    <a:pt x="357670" y="463104"/>
                    <a:pt x="315262" y="670345"/>
                  </a:cubicBezTo>
                  <a:lnTo>
                    <a:pt x="307208" y="750239"/>
                  </a:lnTo>
                  <a:lnTo>
                    <a:pt x="0" y="750239"/>
                  </a:lnTo>
                  <a:lnTo>
                    <a:pt x="14295" y="608431"/>
                  </a:lnTo>
                  <a:cubicBezTo>
                    <a:pt x="85349" y="261200"/>
                    <a:pt x="392579" y="0"/>
                    <a:pt x="76081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DD65D1FD-B9CF-3CAF-CDB5-A0A265F09477}"/>
                </a:ext>
              </a:extLst>
            </p:cNvPr>
            <p:cNvSpPr/>
            <p:nvPr/>
          </p:nvSpPr>
          <p:spPr>
            <a:xfrm rot="16200000">
              <a:off x="289440" y="2417218"/>
              <a:ext cx="542575" cy="272910"/>
            </a:xfrm>
            <a:custGeom>
              <a:avLst/>
              <a:gdLst>
                <a:gd name="connsiteX0" fmla="*/ 570975 w 1141950"/>
                <a:gd name="connsiteY0" fmla="*/ 0 h 574390"/>
                <a:gd name="connsiteX1" fmla="*/ 1141950 w 1141950"/>
                <a:gd name="connsiteY1" fmla="*/ 570975 h 574390"/>
                <a:gd name="connsiteX2" fmla="*/ 1141606 w 1141950"/>
                <a:gd name="connsiteY2" fmla="*/ 574390 h 574390"/>
                <a:gd name="connsiteX3" fmla="*/ 345 w 1141950"/>
                <a:gd name="connsiteY3" fmla="*/ 574390 h 574390"/>
                <a:gd name="connsiteX4" fmla="*/ 0 w 1141950"/>
                <a:gd name="connsiteY4" fmla="*/ 570975 h 574390"/>
                <a:gd name="connsiteX5" fmla="*/ 570975 w 1141950"/>
                <a:gd name="connsiteY5" fmla="*/ 0 h 57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1950" h="574390">
                  <a:moveTo>
                    <a:pt x="570975" y="0"/>
                  </a:moveTo>
                  <a:cubicBezTo>
                    <a:pt x="886316" y="0"/>
                    <a:pt x="1141950" y="255634"/>
                    <a:pt x="1141950" y="570975"/>
                  </a:cubicBezTo>
                  <a:lnTo>
                    <a:pt x="1141606" y="574390"/>
                  </a:lnTo>
                  <a:lnTo>
                    <a:pt x="345" y="574390"/>
                  </a:lnTo>
                  <a:lnTo>
                    <a:pt x="0" y="570975"/>
                  </a:lnTo>
                  <a:cubicBezTo>
                    <a:pt x="0" y="255634"/>
                    <a:pt x="255634" y="0"/>
                    <a:pt x="5709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5B052AE9-83DA-AAB6-231F-EFF69193278A}"/>
                </a:ext>
              </a:extLst>
            </p:cNvPr>
            <p:cNvSpPr/>
            <p:nvPr/>
          </p:nvSpPr>
          <p:spPr>
            <a:xfrm rot="5400000">
              <a:off x="285546" y="3138099"/>
              <a:ext cx="550362" cy="271355"/>
            </a:xfrm>
            <a:custGeom>
              <a:avLst/>
              <a:gdLst>
                <a:gd name="connsiteX0" fmla="*/ 760815 w 1521631"/>
                <a:gd name="connsiteY0" fmla="*/ 0 h 750239"/>
                <a:gd name="connsiteX1" fmla="*/ 1507335 w 1521631"/>
                <a:gd name="connsiteY1" fmla="*/ 608431 h 750239"/>
                <a:gd name="connsiteX2" fmla="*/ 1521631 w 1521631"/>
                <a:gd name="connsiteY2" fmla="*/ 750239 h 750239"/>
                <a:gd name="connsiteX3" fmla="*/ 1214421 w 1521631"/>
                <a:gd name="connsiteY3" fmla="*/ 750239 h 750239"/>
                <a:gd name="connsiteX4" fmla="*/ 1206367 w 1521631"/>
                <a:gd name="connsiteY4" fmla="*/ 670345 h 750239"/>
                <a:gd name="connsiteX5" fmla="*/ 760814 w 1521631"/>
                <a:gd name="connsiteY5" fmla="*/ 307209 h 750239"/>
                <a:gd name="connsiteX6" fmla="*/ 315262 w 1521631"/>
                <a:gd name="connsiteY6" fmla="*/ 670345 h 750239"/>
                <a:gd name="connsiteX7" fmla="*/ 307208 w 1521631"/>
                <a:gd name="connsiteY7" fmla="*/ 750239 h 750239"/>
                <a:gd name="connsiteX8" fmla="*/ 0 w 1521631"/>
                <a:gd name="connsiteY8" fmla="*/ 750239 h 750239"/>
                <a:gd name="connsiteX9" fmla="*/ 14295 w 1521631"/>
                <a:gd name="connsiteY9" fmla="*/ 608431 h 750239"/>
                <a:gd name="connsiteX10" fmla="*/ 760815 w 1521631"/>
                <a:gd name="connsiteY10" fmla="*/ 0 h 75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31" h="750239">
                  <a:moveTo>
                    <a:pt x="760815" y="0"/>
                  </a:moveTo>
                  <a:cubicBezTo>
                    <a:pt x="1129052" y="0"/>
                    <a:pt x="1436281" y="261200"/>
                    <a:pt x="1507335" y="608431"/>
                  </a:cubicBezTo>
                  <a:lnTo>
                    <a:pt x="1521631" y="750239"/>
                  </a:lnTo>
                  <a:lnTo>
                    <a:pt x="1214421" y="750239"/>
                  </a:lnTo>
                  <a:lnTo>
                    <a:pt x="1206367" y="670345"/>
                  </a:lnTo>
                  <a:cubicBezTo>
                    <a:pt x="1163959" y="463104"/>
                    <a:pt x="980592" y="307209"/>
                    <a:pt x="760814" y="307209"/>
                  </a:cubicBezTo>
                  <a:cubicBezTo>
                    <a:pt x="541036" y="307209"/>
                    <a:pt x="357670" y="463104"/>
                    <a:pt x="315262" y="670345"/>
                  </a:cubicBezTo>
                  <a:lnTo>
                    <a:pt x="307208" y="750239"/>
                  </a:lnTo>
                  <a:lnTo>
                    <a:pt x="0" y="750239"/>
                  </a:lnTo>
                  <a:lnTo>
                    <a:pt x="14295" y="608431"/>
                  </a:lnTo>
                  <a:cubicBezTo>
                    <a:pt x="85349" y="261200"/>
                    <a:pt x="392579" y="0"/>
                    <a:pt x="76081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4BD7077B-C877-AC06-1733-69957A4E4105}"/>
                </a:ext>
              </a:extLst>
            </p:cNvPr>
            <p:cNvSpPr/>
            <p:nvPr/>
          </p:nvSpPr>
          <p:spPr>
            <a:xfrm rot="16200000">
              <a:off x="297012" y="977011"/>
              <a:ext cx="542575" cy="272910"/>
            </a:xfrm>
            <a:custGeom>
              <a:avLst/>
              <a:gdLst>
                <a:gd name="connsiteX0" fmla="*/ 570975 w 1141950"/>
                <a:gd name="connsiteY0" fmla="*/ 0 h 574390"/>
                <a:gd name="connsiteX1" fmla="*/ 1141950 w 1141950"/>
                <a:gd name="connsiteY1" fmla="*/ 570975 h 574390"/>
                <a:gd name="connsiteX2" fmla="*/ 1141606 w 1141950"/>
                <a:gd name="connsiteY2" fmla="*/ 574390 h 574390"/>
                <a:gd name="connsiteX3" fmla="*/ 345 w 1141950"/>
                <a:gd name="connsiteY3" fmla="*/ 574390 h 574390"/>
                <a:gd name="connsiteX4" fmla="*/ 0 w 1141950"/>
                <a:gd name="connsiteY4" fmla="*/ 570975 h 574390"/>
                <a:gd name="connsiteX5" fmla="*/ 570975 w 1141950"/>
                <a:gd name="connsiteY5" fmla="*/ 0 h 57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1950" h="574390">
                  <a:moveTo>
                    <a:pt x="570975" y="0"/>
                  </a:moveTo>
                  <a:cubicBezTo>
                    <a:pt x="886316" y="0"/>
                    <a:pt x="1141950" y="255634"/>
                    <a:pt x="1141950" y="570975"/>
                  </a:cubicBezTo>
                  <a:lnTo>
                    <a:pt x="1141606" y="574390"/>
                  </a:lnTo>
                  <a:lnTo>
                    <a:pt x="345" y="574390"/>
                  </a:lnTo>
                  <a:lnTo>
                    <a:pt x="0" y="570975"/>
                  </a:lnTo>
                  <a:cubicBezTo>
                    <a:pt x="0" y="255634"/>
                    <a:pt x="255634" y="0"/>
                    <a:pt x="5709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A588FA7C-F32F-EB17-3D62-AB5572172846}"/>
                </a:ext>
              </a:extLst>
            </p:cNvPr>
            <p:cNvSpPr/>
            <p:nvPr/>
          </p:nvSpPr>
          <p:spPr>
            <a:xfrm rot="5400000">
              <a:off x="285545" y="1697892"/>
              <a:ext cx="550362" cy="271355"/>
            </a:xfrm>
            <a:custGeom>
              <a:avLst/>
              <a:gdLst>
                <a:gd name="connsiteX0" fmla="*/ 760815 w 1521631"/>
                <a:gd name="connsiteY0" fmla="*/ 0 h 750239"/>
                <a:gd name="connsiteX1" fmla="*/ 1507335 w 1521631"/>
                <a:gd name="connsiteY1" fmla="*/ 608431 h 750239"/>
                <a:gd name="connsiteX2" fmla="*/ 1521631 w 1521631"/>
                <a:gd name="connsiteY2" fmla="*/ 750239 h 750239"/>
                <a:gd name="connsiteX3" fmla="*/ 1214421 w 1521631"/>
                <a:gd name="connsiteY3" fmla="*/ 750239 h 750239"/>
                <a:gd name="connsiteX4" fmla="*/ 1206367 w 1521631"/>
                <a:gd name="connsiteY4" fmla="*/ 670345 h 750239"/>
                <a:gd name="connsiteX5" fmla="*/ 760814 w 1521631"/>
                <a:gd name="connsiteY5" fmla="*/ 307209 h 750239"/>
                <a:gd name="connsiteX6" fmla="*/ 315262 w 1521631"/>
                <a:gd name="connsiteY6" fmla="*/ 670345 h 750239"/>
                <a:gd name="connsiteX7" fmla="*/ 307208 w 1521631"/>
                <a:gd name="connsiteY7" fmla="*/ 750239 h 750239"/>
                <a:gd name="connsiteX8" fmla="*/ 0 w 1521631"/>
                <a:gd name="connsiteY8" fmla="*/ 750239 h 750239"/>
                <a:gd name="connsiteX9" fmla="*/ 14295 w 1521631"/>
                <a:gd name="connsiteY9" fmla="*/ 608431 h 750239"/>
                <a:gd name="connsiteX10" fmla="*/ 760815 w 1521631"/>
                <a:gd name="connsiteY10" fmla="*/ 0 h 75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31" h="750239">
                  <a:moveTo>
                    <a:pt x="760815" y="0"/>
                  </a:moveTo>
                  <a:cubicBezTo>
                    <a:pt x="1129052" y="0"/>
                    <a:pt x="1436281" y="261200"/>
                    <a:pt x="1507335" y="608431"/>
                  </a:cubicBezTo>
                  <a:lnTo>
                    <a:pt x="1521631" y="750239"/>
                  </a:lnTo>
                  <a:lnTo>
                    <a:pt x="1214421" y="750239"/>
                  </a:lnTo>
                  <a:lnTo>
                    <a:pt x="1206367" y="670345"/>
                  </a:lnTo>
                  <a:cubicBezTo>
                    <a:pt x="1163959" y="463104"/>
                    <a:pt x="980592" y="307209"/>
                    <a:pt x="760814" y="307209"/>
                  </a:cubicBezTo>
                  <a:cubicBezTo>
                    <a:pt x="541036" y="307209"/>
                    <a:pt x="357670" y="463104"/>
                    <a:pt x="315262" y="670345"/>
                  </a:cubicBezTo>
                  <a:lnTo>
                    <a:pt x="307208" y="750239"/>
                  </a:lnTo>
                  <a:lnTo>
                    <a:pt x="0" y="750239"/>
                  </a:lnTo>
                  <a:lnTo>
                    <a:pt x="14295" y="608431"/>
                  </a:lnTo>
                  <a:cubicBezTo>
                    <a:pt x="85349" y="261200"/>
                    <a:pt x="392579" y="0"/>
                    <a:pt x="76081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5787FDA7-C9A6-37A8-2A14-0FA786882448}"/>
                </a:ext>
              </a:extLst>
            </p:cNvPr>
            <p:cNvSpPr/>
            <p:nvPr/>
          </p:nvSpPr>
          <p:spPr>
            <a:xfrm rot="5400000">
              <a:off x="11350712" y="1681829"/>
              <a:ext cx="542575" cy="272910"/>
            </a:xfrm>
            <a:custGeom>
              <a:avLst/>
              <a:gdLst>
                <a:gd name="connsiteX0" fmla="*/ 570975 w 1141950"/>
                <a:gd name="connsiteY0" fmla="*/ 0 h 574390"/>
                <a:gd name="connsiteX1" fmla="*/ 1141950 w 1141950"/>
                <a:gd name="connsiteY1" fmla="*/ 570975 h 574390"/>
                <a:gd name="connsiteX2" fmla="*/ 1141606 w 1141950"/>
                <a:gd name="connsiteY2" fmla="*/ 574390 h 574390"/>
                <a:gd name="connsiteX3" fmla="*/ 345 w 1141950"/>
                <a:gd name="connsiteY3" fmla="*/ 574390 h 574390"/>
                <a:gd name="connsiteX4" fmla="*/ 0 w 1141950"/>
                <a:gd name="connsiteY4" fmla="*/ 570975 h 574390"/>
                <a:gd name="connsiteX5" fmla="*/ 570975 w 1141950"/>
                <a:gd name="connsiteY5" fmla="*/ 0 h 57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1950" h="574390">
                  <a:moveTo>
                    <a:pt x="570975" y="0"/>
                  </a:moveTo>
                  <a:cubicBezTo>
                    <a:pt x="886316" y="0"/>
                    <a:pt x="1141950" y="255634"/>
                    <a:pt x="1141950" y="570975"/>
                  </a:cubicBezTo>
                  <a:lnTo>
                    <a:pt x="1141606" y="574390"/>
                  </a:lnTo>
                  <a:lnTo>
                    <a:pt x="345" y="574390"/>
                  </a:lnTo>
                  <a:lnTo>
                    <a:pt x="0" y="570975"/>
                  </a:lnTo>
                  <a:cubicBezTo>
                    <a:pt x="0" y="255634"/>
                    <a:pt x="255634" y="0"/>
                    <a:pt x="5709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A6679A99-5BE7-6213-2DEE-79D32EE5BF7C}"/>
                </a:ext>
              </a:extLst>
            </p:cNvPr>
            <p:cNvSpPr/>
            <p:nvPr/>
          </p:nvSpPr>
          <p:spPr>
            <a:xfrm rot="16200000">
              <a:off x="11346819" y="955657"/>
              <a:ext cx="550362" cy="271355"/>
            </a:xfrm>
            <a:custGeom>
              <a:avLst/>
              <a:gdLst>
                <a:gd name="connsiteX0" fmla="*/ 760815 w 1521631"/>
                <a:gd name="connsiteY0" fmla="*/ 0 h 750239"/>
                <a:gd name="connsiteX1" fmla="*/ 1507335 w 1521631"/>
                <a:gd name="connsiteY1" fmla="*/ 608431 h 750239"/>
                <a:gd name="connsiteX2" fmla="*/ 1521631 w 1521631"/>
                <a:gd name="connsiteY2" fmla="*/ 750239 h 750239"/>
                <a:gd name="connsiteX3" fmla="*/ 1214421 w 1521631"/>
                <a:gd name="connsiteY3" fmla="*/ 750239 h 750239"/>
                <a:gd name="connsiteX4" fmla="*/ 1206367 w 1521631"/>
                <a:gd name="connsiteY4" fmla="*/ 670345 h 750239"/>
                <a:gd name="connsiteX5" fmla="*/ 760814 w 1521631"/>
                <a:gd name="connsiteY5" fmla="*/ 307209 h 750239"/>
                <a:gd name="connsiteX6" fmla="*/ 315262 w 1521631"/>
                <a:gd name="connsiteY6" fmla="*/ 670345 h 750239"/>
                <a:gd name="connsiteX7" fmla="*/ 307208 w 1521631"/>
                <a:gd name="connsiteY7" fmla="*/ 750239 h 750239"/>
                <a:gd name="connsiteX8" fmla="*/ 0 w 1521631"/>
                <a:gd name="connsiteY8" fmla="*/ 750239 h 750239"/>
                <a:gd name="connsiteX9" fmla="*/ 14295 w 1521631"/>
                <a:gd name="connsiteY9" fmla="*/ 608431 h 750239"/>
                <a:gd name="connsiteX10" fmla="*/ 760815 w 1521631"/>
                <a:gd name="connsiteY10" fmla="*/ 0 h 75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31" h="750239">
                  <a:moveTo>
                    <a:pt x="760815" y="0"/>
                  </a:moveTo>
                  <a:cubicBezTo>
                    <a:pt x="1129052" y="0"/>
                    <a:pt x="1436281" y="261200"/>
                    <a:pt x="1507335" y="608431"/>
                  </a:cubicBezTo>
                  <a:lnTo>
                    <a:pt x="1521631" y="750239"/>
                  </a:lnTo>
                  <a:lnTo>
                    <a:pt x="1214421" y="750239"/>
                  </a:lnTo>
                  <a:lnTo>
                    <a:pt x="1206367" y="670345"/>
                  </a:lnTo>
                  <a:cubicBezTo>
                    <a:pt x="1163959" y="463104"/>
                    <a:pt x="980592" y="307209"/>
                    <a:pt x="760814" y="307209"/>
                  </a:cubicBezTo>
                  <a:cubicBezTo>
                    <a:pt x="541036" y="307209"/>
                    <a:pt x="357670" y="463104"/>
                    <a:pt x="315262" y="670345"/>
                  </a:cubicBezTo>
                  <a:lnTo>
                    <a:pt x="307208" y="750239"/>
                  </a:lnTo>
                  <a:lnTo>
                    <a:pt x="0" y="750239"/>
                  </a:lnTo>
                  <a:lnTo>
                    <a:pt x="14295" y="608431"/>
                  </a:lnTo>
                  <a:cubicBezTo>
                    <a:pt x="85349" y="261200"/>
                    <a:pt x="392579" y="0"/>
                    <a:pt x="76081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5D67A080-475D-C157-8319-301D9DD528BE}"/>
                </a:ext>
              </a:extLst>
            </p:cNvPr>
            <p:cNvSpPr/>
            <p:nvPr/>
          </p:nvSpPr>
          <p:spPr>
            <a:xfrm rot="5400000">
              <a:off x="11350712" y="3135726"/>
              <a:ext cx="542575" cy="272910"/>
            </a:xfrm>
            <a:custGeom>
              <a:avLst/>
              <a:gdLst>
                <a:gd name="connsiteX0" fmla="*/ 570975 w 1141950"/>
                <a:gd name="connsiteY0" fmla="*/ 0 h 574390"/>
                <a:gd name="connsiteX1" fmla="*/ 1141950 w 1141950"/>
                <a:gd name="connsiteY1" fmla="*/ 570975 h 574390"/>
                <a:gd name="connsiteX2" fmla="*/ 1141606 w 1141950"/>
                <a:gd name="connsiteY2" fmla="*/ 574390 h 574390"/>
                <a:gd name="connsiteX3" fmla="*/ 345 w 1141950"/>
                <a:gd name="connsiteY3" fmla="*/ 574390 h 574390"/>
                <a:gd name="connsiteX4" fmla="*/ 0 w 1141950"/>
                <a:gd name="connsiteY4" fmla="*/ 570975 h 574390"/>
                <a:gd name="connsiteX5" fmla="*/ 570975 w 1141950"/>
                <a:gd name="connsiteY5" fmla="*/ 0 h 57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1950" h="574390">
                  <a:moveTo>
                    <a:pt x="570975" y="0"/>
                  </a:moveTo>
                  <a:cubicBezTo>
                    <a:pt x="886316" y="0"/>
                    <a:pt x="1141950" y="255634"/>
                    <a:pt x="1141950" y="570975"/>
                  </a:cubicBezTo>
                  <a:lnTo>
                    <a:pt x="1141606" y="574390"/>
                  </a:lnTo>
                  <a:lnTo>
                    <a:pt x="345" y="574390"/>
                  </a:lnTo>
                  <a:lnTo>
                    <a:pt x="0" y="570975"/>
                  </a:lnTo>
                  <a:cubicBezTo>
                    <a:pt x="0" y="255634"/>
                    <a:pt x="255634" y="0"/>
                    <a:pt x="5709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21857843-C560-2F7F-D5D0-9B5F7F089061}"/>
                </a:ext>
              </a:extLst>
            </p:cNvPr>
            <p:cNvSpPr/>
            <p:nvPr/>
          </p:nvSpPr>
          <p:spPr>
            <a:xfrm rot="16200000">
              <a:off x="11346819" y="2409554"/>
              <a:ext cx="550362" cy="271355"/>
            </a:xfrm>
            <a:custGeom>
              <a:avLst/>
              <a:gdLst>
                <a:gd name="connsiteX0" fmla="*/ 760815 w 1521631"/>
                <a:gd name="connsiteY0" fmla="*/ 0 h 750239"/>
                <a:gd name="connsiteX1" fmla="*/ 1507335 w 1521631"/>
                <a:gd name="connsiteY1" fmla="*/ 608431 h 750239"/>
                <a:gd name="connsiteX2" fmla="*/ 1521631 w 1521631"/>
                <a:gd name="connsiteY2" fmla="*/ 750239 h 750239"/>
                <a:gd name="connsiteX3" fmla="*/ 1214421 w 1521631"/>
                <a:gd name="connsiteY3" fmla="*/ 750239 h 750239"/>
                <a:gd name="connsiteX4" fmla="*/ 1206367 w 1521631"/>
                <a:gd name="connsiteY4" fmla="*/ 670345 h 750239"/>
                <a:gd name="connsiteX5" fmla="*/ 760814 w 1521631"/>
                <a:gd name="connsiteY5" fmla="*/ 307209 h 750239"/>
                <a:gd name="connsiteX6" fmla="*/ 315262 w 1521631"/>
                <a:gd name="connsiteY6" fmla="*/ 670345 h 750239"/>
                <a:gd name="connsiteX7" fmla="*/ 307208 w 1521631"/>
                <a:gd name="connsiteY7" fmla="*/ 750239 h 750239"/>
                <a:gd name="connsiteX8" fmla="*/ 0 w 1521631"/>
                <a:gd name="connsiteY8" fmla="*/ 750239 h 750239"/>
                <a:gd name="connsiteX9" fmla="*/ 14295 w 1521631"/>
                <a:gd name="connsiteY9" fmla="*/ 608431 h 750239"/>
                <a:gd name="connsiteX10" fmla="*/ 760815 w 1521631"/>
                <a:gd name="connsiteY10" fmla="*/ 0 h 75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31" h="750239">
                  <a:moveTo>
                    <a:pt x="760815" y="0"/>
                  </a:moveTo>
                  <a:cubicBezTo>
                    <a:pt x="1129052" y="0"/>
                    <a:pt x="1436281" y="261200"/>
                    <a:pt x="1507335" y="608431"/>
                  </a:cubicBezTo>
                  <a:lnTo>
                    <a:pt x="1521631" y="750239"/>
                  </a:lnTo>
                  <a:lnTo>
                    <a:pt x="1214421" y="750239"/>
                  </a:lnTo>
                  <a:lnTo>
                    <a:pt x="1206367" y="670345"/>
                  </a:lnTo>
                  <a:cubicBezTo>
                    <a:pt x="1163959" y="463104"/>
                    <a:pt x="980592" y="307209"/>
                    <a:pt x="760814" y="307209"/>
                  </a:cubicBezTo>
                  <a:cubicBezTo>
                    <a:pt x="541036" y="307209"/>
                    <a:pt x="357670" y="463104"/>
                    <a:pt x="315262" y="670345"/>
                  </a:cubicBezTo>
                  <a:lnTo>
                    <a:pt x="307208" y="750239"/>
                  </a:lnTo>
                  <a:lnTo>
                    <a:pt x="0" y="750239"/>
                  </a:lnTo>
                  <a:lnTo>
                    <a:pt x="14295" y="608431"/>
                  </a:lnTo>
                  <a:cubicBezTo>
                    <a:pt x="85349" y="261200"/>
                    <a:pt x="392579" y="0"/>
                    <a:pt x="76081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F775EE45-4E10-04D4-A223-13E40ACFF046}"/>
                </a:ext>
              </a:extLst>
            </p:cNvPr>
            <p:cNvSpPr/>
            <p:nvPr/>
          </p:nvSpPr>
          <p:spPr>
            <a:xfrm rot="5400000">
              <a:off x="11343139" y="4589623"/>
              <a:ext cx="542575" cy="272910"/>
            </a:xfrm>
            <a:custGeom>
              <a:avLst/>
              <a:gdLst>
                <a:gd name="connsiteX0" fmla="*/ 570975 w 1141950"/>
                <a:gd name="connsiteY0" fmla="*/ 0 h 574390"/>
                <a:gd name="connsiteX1" fmla="*/ 1141950 w 1141950"/>
                <a:gd name="connsiteY1" fmla="*/ 570975 h 574390"/>
                <a:gd name="connsiteX2" fmla="*/ 1141606 w 1141950"/>
                <a:gd name="connsiteY2" fmla="*/ 574390 h 574390"/>
                <a:gd name="connsiteX3" fmla="*/ 345 w 1141950"/>
                <a:gd name="connsiteY3" fmla="*/ 574390 h 574390"/>
                <a:gd name="connsiteX4" fmla="*/ 0 w 1141950"/>
                <a:gd name="connsiteY4" fmla="*/ 570975 h 574390"/>
                <a:gd name="connsiteX5" fmla="*/ 570975 w 1141950"/>
                <a:gd name="connsiteY5" fmla="*/ 0 h 57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1950" h="574390">
                  <a:moveTo>
                    <a:pt x="570975" y="0"/>
                  </a:moveTo>
                  <a:cubicBezTo>
                    <a:pt x="886316" y="0"/>
                    <a:pt x="1141950" y="255634"/>
                    <a:pt x="1141950" y="570975"/>
                  </a:cubicBezTo>
                  <a:lnTo>
                    <a:pt x="1141606" y="574390"/>
                  </a:lnTo>
                  <a:lnTo>
                    <a:pt x="345" y="574390"/>
                  </a:lnTo>
                  <a:lnTo>
                    <a:pt x="0" y="570975"/>
                  </a:lnTo>
                  <a:cubicBezTo>
                    <a:pt x="0" y="255634"/>
                    <a:pt x="255634" y="0"/>
                    <a:pt x="5709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27809395-860E-73C3-D532-4160469A88C6}"/>
                </a:ext>
              </a:extLst>
            </p:cNvPr>
            <p:cNvSpPr/>
            <p:nvPr/>
          </p:nvSpPr>
          <p:spPr>
            <a:xfrm rot="16200000">
              <a:off x="11346819" y="3863451"/>
              <a:ext cx="550362" cy="271355"/>
            </a:xfrm>
            <a:custGeom>
              <a:avLst/>
              <a:gdLst>
                <a:gd name="connsiteX0" fmla="*/ 760815 w 1521631"/>
                <a:gd name="connsiteY0" fmla="*/ 0 h 750239"/>
                <a:gd name="connsiteX1" fmla="*/ 1507335 w 1521631"/>
                <a:gd name="connsiteY1" fmla="*/ 608431 h 750239"/>
                <a:gd name="connsiteX2" fmla="*/ 1521631 w 1521631"/>
                <a:gd name="connsiteY2" fmla="*/ 750239 h 750239"/>
                <a:gd name="connsiteX3" fmla="*/ 1214421 w 1521631"/>
                <a:gd name="connsiteY3" fmla="*/ 750239 h 750239"/>
                <a:gd name="connsiteX4" fmla="*/ 1206367 w 1521631"/>
                <a:gd name="connsiteY4" fmla="*/ 670345 h 750239"/>
                <a:gd name="connsiteX5" fmla="*/ 760814 w 1521631"/>
                <a:gd name="connsiteY5" fmla="*/ 307209 h 750239"/>
                <a:gd name="connsiteX6" fmla="*/ 315262 w 1521631"/>
                <a:gd name="connsiteY6" fmla="*/ 670345 h 750239"/>
                <a:gd name="connsiteX7" fmla="*/ 307208 w 1521631"/>
                <a:gd name="connsiteY7" fmla="*/ 750239 h 750239"/>
                <a:gd name="connsiteX8" fmla="*/ 0 w 1521631"/>
                <a:gd name="connsiteY8" fmla="*/ 750239 h 750239"/>
                <a:gd name="connsiteX9" fmla="*/ 14295 w 1521631"/>
                <a:gd name="connsiteY9" fmla="*/ 608431 h 750239"/>
                <a:gd name="connsiteX10" fmla="*/ 760815 w 1521631"/>
                <a:gd name="connsiteY10" fmla="*/ 0 h 75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31" h="750239">
                  <a:moveTo>
                    <a:pt x="760815" y="0"/>
                  </a:moveTo>
                  <a:cubicBezTo>
                    <a:pt x="1129052" y="0"/>
                    <a:pt x="1436281" y="261200"/>
                    <a:pt x="1507335" y="608431"/>
                  </a:cubicBezTo>
                  <a:lnTo>
                    <a:pt x="1521631" y="750239"/>
                  </a:lnTo>
                  <a:lnTo>
                    <a:pt x="1214421" y="750239"/>
                  </a:lnTo>
                  <a:lnTo>
                    <a:pt x="1206367" y="670345"/>
                  </a:lnTo>
                  <a:cubicBezTo>
                    <a:pt x="1163959" y="463104"/>
                    <a:pt x="980592" y="307209"/>
                    <a:pt x="760814" y="307209"/>
                  </a:cubicBezTo>
                  <a:cubicBezTo>
                    <a:pt x="541036" y="307209"/>
                    <a:pt x="357670" y="463104"/>
                    <a:pt x="315262" y="670345"/>
                  </a:cubicBezTo>
                  <a:lnTo>
                    <a:pt x="307208" y="750239"/>
                  </a:lnTo>
                  <a:lnTo>
                    <a:pt x="0" y="750239"/>
                  </a:lnTo>
                  <a:lnTo>
                    <a:pt x="14295" y="608431"/>
                  </a:lnTo>
                  <a:cubicBezTo>
                    <a:pt x="85349" y="261200"/>
                    <a:pt x="392579" y="0"/>
                    <a:pt x="76081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0589E653-5C61-1A3A-26CD-06872A3B6D97}"/>
                </a:ext>
              </a:extLst>
            </p:cNvPr>
            <p:cNvSpPr/>
            <p:nvPr/>
          </p:nvSpPr>
          <p:spPr>
            <a:xfrm rot="16200000">
              <a:off x="11346819" y="5317345"/>
              <a:ext cx="550362" cy="271355"/>
            </a:xfrm>
            <a:custGeom>
              <a:avLst/>
              <a:gdLst>
                <a:gd name="connsiteX0" fmla="*/ 760815 w 1521631"/>
                <a:gd name="connsiteY0" fmla="*/ 0 h 750239"/>
                <a:gd name="connsiteX1" fmla="*/ 1507335 w 1521631"/>
                <a:gd name="connsiteY1" fmla="*/ 608431 h 750239"/>
                <a:gd name="connsiteX2" fmla="*/ 1521631 w 1521631"/>
                <a:gd name="connsiteY2" fmla="*/ 750239 h 750239"/>
                <a:gd name="connsiteX3" fmla="*/ 1214421 w 1521631"/>
                <a:gd name="connsiteY3" fmla="*/ 750239 h 750239"/>
                <a:gd name="connsiteX4" fmla="*/ 1206367 w 1521631"/>
                <a:gd name="connsiteY4" fmla="*/ 670345 h 750239"/>
                <a:gd name="connsiteX5" fmla="*/ 760814 w 1521631"/>
                <a:gd name="connsiteY5" fmla="*/ 307209 h 750239"/>
                <a:gd name="connsiteX6" fmla="*/ 315262 w 1521631"/>
                <a:gd name="connsiteY6" fmla="*/ 670345 h 750239"/>
                <a:gd name="connsiteX7" fmla="*/ 307208 w 1521631"/>
                <a:gd name="connsiteY7" fmla="*/ 750239 h 750239"/>
                <a:gd name="connsiteX8" fmla="*/ 0 w 1521631"/>
                <a:gd name="connsiteY8" fmla="*/ 750239 h 750239"/>
                <a:gd name="connsiteX9" fmla="*/ 14295 w 1521631"/>
                <a:gd name="connsiteY9" fmla="*/ 608431 h 750239"/>
                <a:gd name="connsiteX10" fmla="*/ 760815 w 1521631"/>
                <a:gd name="connsiteY10" fmla="*/ 0 h 75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31" h="750239">
                  <a:moveTo>
                    <a:pt x="760815" y="0"/>
                  </a:moveTo>
                  <a:cubicBezTo>
                    <a:pt x="1129052" y="0"/>
                    <a:pt x="1436281" y="261200"/>
                    <a:pt x="1507335" y="608431"/>
                  </a:cubicBezTo>
                  <a:lnTo>
                    <a:pt x="1521631" y="750239"/>
                  </a:lnTo>
                  <a:lnTo>
                    <a:pt x="1214421" y="750239"/>
                  </a:lnTo>
                  <a:lnTo>
                    <a:pt x="1206367" y="670345"/>
                  </a:lnTo>
                  <a:cubicBezTo>
                    <a:pt x="1163959" y="463104"/>
                    <a:pt x="980592" y="307209"/>
                    <a:pt x="760814" y="307209"/>
                  </a:cubicBezTo>
                  <a:cubicBezTo>
                    <a:pt x="541036" y="307209"/>
                    <a:pt x="357670" y="463104"/>
                    <a:pt x="315262" y="670345"/>
                  </a:cubicBezTo>
                  <a:lnTo>
                    <a:pt x="307208" y="750239"/>
                  </a:lnTo>
                  <a:lnTo>
                    <a:pt x="0" y="750239"/>
                  </a:lnTo>
                  <a:lnTo>
                    <a:pt x="14295" y="608431"/>
                  </a:lnTo>
                  <a:cubicBezTo>
                    <a:pt x="85349" y="261200"/>
                    <a:pt x="392579" y="0"/>
                    <a:pt x="76081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53" name="Text Placeholder 18">
            <a:extLst>
              <a:ext uri="{FF2B5EF4-FFF2-40B4-BE49-F238E27FC236}">
                <a16:creationId xmlns:a16="http://schemas.microsoft.com/office/drawing/2014/main" id="{C054D390-1E85-8F44-71CD-7862A86CBA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34067" y="941436"/>
            <a:ext cx="5875866" cy="29591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4500" b="0" i="0">
                <a:solidFill>
                  <a:schemeClr val="accent4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70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70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70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70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Statement Text</a:t>
            </a:r>
          </a:p>
        </p:txBody>
      </p:sp>
    </p:spTree>
    <p:extLst>
      <p:ext uri="{BB962C8B-B14F-4D97-AF65-F5344CB8AC3E}">
        <p14:creationId xmlns:p14="http://schemas.microsoft.com/office/powerpoint/2010/main" val="405657376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Split Statement Slide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105F828-32BC-D16F-6F36-4CF5102B6F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769B88-A62F-BF4D-B564-54CADC332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001401CB-2386-175A-17B6-75D79E6BA225}"/>
              </a:ext>
            </a:extLst>
          </p:cNvPr>
          <p:cNvSpPr/>
          <p:nvPr userDrawn="1"/>
        </p:nvSpPr>
        <p:spPr>
          <a:xfrm>
            <a:off x="-1" y="1348242"/>
            <a:ext cx="3530269" cy="2447016"/>
          </a:xfrm>
          <a:custGeom>
            <a:avLst/>
            <a:gdLst>
              <a:gd name="connsiteX0" fmla="*/ 0 w 3530269"/>
              <a:gd name="connsiteY0" fmla="*/ 0 h 2447016"/>
              <a:gd name="connsiteX1" fmla="*/ 2306761 w 3530269"/>
              <a:gd name="connsiteY1" fmla="*/ 0 h 2447016"/>
              <a:gd name="connsiteX2" fmla="*/ 3530269 w 3530269"/>
              <a:gd name="connsiteY2" fmla="*/ 1223508 h 2447016"/>
              <a:gd name="connsiteX3" fmla="*/ 2306761 w 3530269"/>
              <a:gd name="connsiteY3" fmla="*/ 2447016 h 2447016"/>
              <a:gd name="connsiteX4" fmla="*/ 0 w 3530269"/>
              <a:gd name="connsiteY4" fmla="*/ 2447016 h 2447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30269" h="2447016">
                <a:moveTo>
                  <a:pt x="0" y="0"/>
                </a:moveTo>
                <a:lnTo>
                  <a:pt x="2306761" y="0"/>
                </a:lnTo>
                <a:cubicBezTo>
                  <a:pt x="2982486" y="0"/>
                  <a:pt x="3530269" y="547783"/>
                  <a:pt x="3530269" y="1223508"/>
                </a:cubicBezTo>
                <a:cubicBezTo>
                  <a:pt x="3530269" y="1899233"/>
                  <a:pt x="2982486" y="2447016"/>
                  <a:pt x="2306761" y="2447016"/>
                </a:cubicBezTo>
                <a:lnTo>
                  <a:pt x="0" y="2447016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4C55B24-8433-89AB-3675-DEE88B9633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9" y="435175"/>
            <a:ext cx="5008139" cy="606225"/>
          </a:xfrm>
        </p:spPr>
        <p:txBody>
          <a:bodyPr anchor="t">
            <a:normAutofit/>
          </a:bodyPr>
          <a:lstStyle>
            <a:lvl1pPr algn="l">
              <a:defRPr sz="2600">
                <a:solidFill>
                  <a:schemeClr val="accent1"/>
                </a:solidFill>
              </a:defRPr>
            </a:lvl1pPr>
          </a:lstStyle>
          <a:p>
            <a:r>
              <a:rPr lang="en-US"/>
              <a:t>Option Header Here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E60EBA0-B901-96B0-9C2F-C894D30722AF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3809999" y="1047885"/>
            <a:ext cx="5008139" cy="3461697"/>
          </a:xfrm>
        </p:spPr>
        <p:txBody>
          <a:bodyPr/>
          <a:lstStyle>
            <a:lvl1pPr marL="0" indent="0" algn="l">
              <a:buNone/>
              <a:defRPr sz="1600" b="0" i="0">
                <a:latin typeface="Trefoil Sans Medium" panose="020B0000000000000000" pitchFamily="34" charset="0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Option to add </a:t>
            </a:r>
            <a:r>
              <a:rPr lang="en-US" err="1"/>
              <a:t>subheader</a:t>
            </a:r>
            <a:r>
              <a:rPr lang="en-US"/>
              <a:t> in Trefoil Sans – Medium</a:t>
            </a:r>
          </a:p>
          <a:p>
            <a:pPr lvl="1"/>
            <a:r>
              <a:rPr lang="en-US"/>
              <a:t>Option text here (Trefoil Sans – Light)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696FE69-B63E-2791-33C9-B82F7F1D96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7109" y="1533118"/>
            <a:ext cx="2745424" cy="2077261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 b="0" i="0">
                <a:latin typeface="Girl Scout Text Book" panose="02020003000000000000" pitchFamily="18" charset="0"/>
              </a:defRPr>
            </a:lvl1pPr>
            <a:lvl2pPr algn="ctr">
              <a:defRPr sz="1600" b="0" i="0">
                <a:latin typeface="Girl Scout Text Book" panose="02020003000000000000" pitchFamily="18" charset="0"/>
              </a:defRPr>
            </a:lvl2pPr>
            <a:lvl3pPr algn="ctr">
              <a:defRPr sz="1600" b="0" i="0">
                <a:latin typeface="Girl Scout Text Book" panose="02020003000000000000" pitchFamily="18" charset="0"/>
              </a:defRPr>
            </a:lvl3pPr>
            <a:lvl4pPr algn="ctr">
              <a:defRPr sz="1600" b="0" i="0">
                <a:latin typeface="Girl Scout Text Book" panose="02020003000000000000" pitchFamily="18" charset="0"/>
              </a:defRPr>
            </a:lvl4pPr>
            <a:lvl5pPr algn="ctr">
              <a:defRPr sz="1600" b="0" i="0">
                <a:latin typeface="Girl Scout Text Book" panose="02020003000000000000" pitchFamily="18" charset="0"/>
              </a:defRPr>
            </a:lvl5pPr>
          </a:lstStyle>
          <a:p>
            <a:pPr lvl="0"/>
            <a:r>
              <a:rPr lang="en-US"/>
              <a:t>Type here to enter statement text.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9793290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Split Statement Slide-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7204851-9EFA-C9D9-2BE1-DB3F00DA2FC2}"/>
              </a:ext>
            </a:extLst>
          </p:cNvPr>
          <p:cNvSpPr/>
          <p:nvPr userDrawn="1"/>
        </p:nvSpPr>
        <p:spPr>
          <a:xfrm>
            <a:off x="0" y="0"/>
            <a:ext cx="3548742" cy="516317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105F828-32BC-D16F-6F36-4CF5102B6F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769B88-A62F-BF4D-B564-54CADC332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1A146E06-0D50-1A0C-A96D-8F56B7AA3377}"/>
              </a:ext>
            </a:extLst>
          </p:cNvPr>
          <p:cNvSpPr/>
          <p:nvPr userDrawn="1"/>
        </p:nvSpPr>
        <p:spPr>
          <a:xfrm>
            <a:off x="-228601" y="1348242"/>
            <a:ext cx="3459233" cy="2450592"/>
          </a:xfrm>
          <a:custGeom>
            <a:avLst/>
            <a:gdLst>
              <a:gd name="connsiteX0" fmla="*/ 0 w 3459233"/>
              <a:gd name="connsiteY0" fmla="*/ 0 h 2447016"/>
              <a:gd name="connsiteX1" fmla="*/ 2235725 w 3459233"/>
              <a:gd name="connsiteY1" fmla="*/ 0 h 2447016"/>
              <a:gd name="connsiteX2" fmla="*/ 3459233 w 3459233"/>
              <a:gd name="connsiteY2" fmla="*/ 1223508 h 2447016"/>
              <a:gd name="connsiteX3" fmla="*/ 2235725 w 3459233"/>
              <a:gd name="connsiteY3" fmla="*/ 2447016 h 2447016"/>
              <a:gd name="connsiteX4" fmla="*/ 0 w 3459233"/>
              <a:gd name="connsiteY4" fmla="*/ 2447016 h 2447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9233" h="2447016">
                <a:moveTo>
                  <a:pt x="0" y="0"/>
                </a:moveTo>
                <a:lnTo>
                  <a:pt x="2235725" y="0"/>
                </a:lnTo>
                <a:cubicBezTo>
                  <a:pt x="2911450" y="0"/>
                  <a:pt x="3459233" y="547783"/>
                  <a:pt x="3459233" y="1223508"/>
                </a:cubicBezTo>
                <a:cubicBezTo>
                  <a:pt x="3459233" y="1899233"/>
                  <a:pt x="2911450" y="2447016"/>
                  <a:pt x="2235725" y="2447016"/>
                </a:cubicBezTo>
                <a:lnTo>
                  <a:pt x="0" y="2447016"/>
                </a:lnTo>
                <a:close/>
              </a:path>
            </a:pathLst>
          </a:custGeom>
          <a:noFill/>
          <a:ln w="15875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AA8781CC-32AE-F8BA-970C-036ECA256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9" y="435175"/>
            <a:ext cx="5008139" cy="606225"/>
          </a:xfrm>
        </p:spPr>
        <p:txBody>
          <a:bodyPr anchor="t">
            <a:normAutofit/>
          </a:bodyPr>
          <a:lstStyle>
            <a:lvl1pPr algn="l">
              <a:defRPr sz="2600">
                <a:solidFill>
                  <a:schemeClr val="accent1"/>
                </a:solidFill>
              </a:defRPr>
            </a:lvl1pPr>
          </a:lstStyle>
          <a:p>
            <a:r>
              <a:rPr lang="en-US"/>
              <a:t>Option Header Here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92887A0-7731-6914-BCF3-8B9A69161682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3809999" y="1047885"/>
            <a:ext cx="5008139" cy="3461697"/>
          </a:xfrm>
        </p:spPr>
        <p:txBody>
          <a:bodyPr/>
          <a:lstStyle>
            <a:lvl1pPr marL="0" indent="0" algn="l">
              <a:buNone/>
              <a:defRPr sz="1600" b="0" i="0">
                <a:latin typeface="Trefoil Sans Medium" panose="020B0000000000000000" pitchFamily="34" charset="0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Option to add </a:t>
            </a:r>
            <a:r>
              <a:rPr lang="en-US" err="1"/>
              <a:t>subheader</a:t>
            </a:r>
            <a:r>
              <a:rPr lang="en-US"/>
              <a:t> in Trefoil Sans – Medium</a:t>
            </a:r>
          </a:p>
          <a:p>
            <a:pPr lvl="1"/>
            <a:r>
              <a:rPr lang="en-US"/>
              <a:t>Option text here (Trefoil Sans – Light)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BEC8D356-3F81-48FE-7C78-F635677F088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7109" y="1533118"/>
            <a:ext cx="2745424" cy="2077261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 b="0" i="0">
                <a:solidFill>
                  <a:schemeClr val="accent4"/>
                </a:solidFill>
                <a:latin typeface="Girl Scout Text Book" panose="02020003000000000000" pitchFamily="18" charset="0"/>
              </a:defRPr>
            </a:lvl1pPr>
            <a:lvl2pPr algn="ctr">
              <a:defRPr sz="1600" b="0" i="0">
                <a:solidFill>
                  <a:schemeClr val="accent4"/>
                </a:solidFill>
                <a:latin typeface="Girl Scout Text Book" panose="02020003000000000000" pitchFamily="18" charset="0"/>
              </a:defRPr>
            </a:lvl2pPr>
            <a:lvl3pPr algn="ctr">
              <a:defRPr sz="1600" b="0" i="0">
                <a:solidFill>
                  <a:schemeClr val="accent4"/>
                </a:solidFill>
                <a:latin typeface="Girl Scout Text Book" panose="02020003000000000000" pitchFamily="18" charset="0"/>
              </a:defRPr>
            </a:lvl3pPr>
            <a:lvl4pPr algn="ctr">
              <a:defRPr sz="1600" b="0" i="0">
                <a:solidFill>
                  <a:schemeClr val="accent4"/>
                </a:solidFill>
                <a:latin typeface="Girl Scout Text Book" panose="02020003000000000000" pitchFamily="18" charset="0"/>
              </a:defRPr>
            </a:lvl4pPr>
            <a:lvl5pPr algn="ctr">
              <a:defRPr sz="1600" b="0" i="0">
                <a:solidFill>
                  <a:schemeClr val="accent4"/>
                </a:solidFill>
                <a:latin typeface="Girl Scout Text Book" panose="02020003000000000000" pitchFamily="18" charset="0"/>
              </a:defRPr>
            </a:lvl5pPr>
          </a:lstStyle>
          <a:p>
            <a:pPr lvl="0"/>
            <a:r>
              <a:rPr lang="en-US"/>
              <a:t>Type here to enter statement text.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630058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Statement Slide | With Image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47FDF4-F43B-BA83-49C4-BC6112B6FB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5F9BE5-8FDE-E04E-32DB-88660E571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5" name="Text Placeholder 46">
            <a:extLst>
              <a:ext uri="{FF2B5EF4-FFF2-40B4-BE49-F238E27FC236}">
                <a16:creationId xmlns:a16="http://schemas.microsoft.com/office/drawing/2014/main" id="{6575B741-BBAF-F595-2A4B-BD52607B1EC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17485" y="139659"/>
            <a:ext cx="3655705" cy="27922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tx1"/>
                </a:solidFill>
                <a:latin typeface="Trefoil Sans Medium" panose="020B0000000000000000" pitchFamily="34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Type here to enter the presentation section name.</a:t>
            </a:r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0C36EC76-FB3E-DE2E-E67E-9433D73184D7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277813" y="279400"/>
            <a:ext cx="4230687" cy="4458746"/>
          </a:xfrm>
          <a:prstGeom prst="roundRect">
            <a:avLst>
              <a:gd name="adj" fmla="val 2210"/>
            </a:avLst>
          </a:pr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image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5419099-9D37-ACF7-7B05-BF91649E893C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4817486" y="678826"/>
            <a:ext cx="4048701" cy="40593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600" b="0" i="0">
                <a:solidFill>
                  <a:schemeClr val="accent3"/>
                </a:solidFill>
                <a:latin typeface="Girl Scout Display Light" panose="02020003000000000000" pitchFamily="18" charset="0"/>
              </a:defRPr>
            </a:lvl1pPr>
            <a:lvl2pPr algn="l">
              <a:defRPr sz="2600" b="0" i="0">
                <a:solidFill>
                  <a:schemeClr val="accent3"/>
                </a:solidFill>
                <a:latin typeface="Girl Scout Display Light" panose="02020003000000000000" pitchFamily="18" charset="0"/>
              </a:defRPr>
            </a:lvl2pPr>
            <a:lvl3pPr algn="l">
              <a:defRPr sz="2600" b="0" i="0">
                <a:solidFill>
                  <a:schemeClr val="accent3"/>
                </a:solidFill>
                <a:latin typeface="Girl Scout Display Light" panose="02020003000000000000" pitchFamily="18" charset="0"/>
              </a:defRPr>
            </a:lvl3pPr>
            <a:lvl4pPr algn="l">
              <a:defRPr sz="2600" b="0" i="0">
                <a:solidFill>
                  <a:schemeClr val="accent3"/>
                </a:solidFill>
                <a:latin typeface="Girl Scout Display Light" panose="02020003000000000000" pitchFamily="18" charset="0"/>
              </a:defRPr>
            </a:lvl4pPr>
            <a:lvl5pPr algn="l">
              <a:defRPr sz="2600" b="0" i="0">
                <a:solidFill>
                  <a:schemeClr val="accent3"/>
                </a:solidFill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statement text.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6413676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Statement Slide | With Image-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icture Placeholder 55">
            <a:extLst>
              <a:ext uri="{FF2B5EF4-FFF2-40B4-BE49-F238E27FC236}">
                <a16:creationId xmlns:a16="http://schemas.microsoft.com/office/drawing/2014/main" id="{B68913DF-FA50-180F-96C8-0FC89E447342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0" y="279268"/>
            <a:ext cx="4508501" cy="4458878"/>
          </a:xfrm>
          <a:custGeom>
            <a:avLst/>
            <a:gdLst>
              <a:gd name="connsiteX0" fmla="*/ 0 w 4508501"/>
              <a:gd name="connsiteY0" fmla="*/ 0 h 4458878"/>
              <a:gd name="connsiteX1" fmla="*/ 2154743 w 4508501"/>
              <a:gd name="connsiteY1" fmla="*/ 0 h 4458878"/>
              <a:gd name="connsiteX2" fmla="*/ 2154743 w 4508501"/>
              <a:gd name="connsiteY2" fmla="*/ 6278 h 4458878"/>
              <a:gd name="connsiteX3" fmla="*/ 2279062 w 4508501"/>
              <a:gd name="connsiteY3" fmla="*/ 0 h 4458878"/>
              <a:gd name="connsiteX4" fmla="*/ 4508501 w 4508501"/>
              <a:gd name="connsiteY4" fmla="*/ 2229439 h 4458878"/>
              <a:gd name="connsiteX5" fmla="*/ 2279062 w 4508501"/>
              <a:gd name="connsiteY5" fmla="*/ 4458878 h 4458878"/>
              <a:gd name="connsiteX6" fmla="*/ 2154743 w 4508501"/>
              <a:gd name="connsiteY6" fmla="*/ 4452601 h 4458878"/>
              <a:gd name="connsiteX7" fmla="*/ 2154743 w 4508501"/>
              <a:gd name="connsiteY7" fmla="*/ 4454539 h 4458878"/>
              <a:gd name="connsiteX8" fmla="*/ 0 w 4508501"/>
              <a:gd name="connsiteY8" fmla="*/ 4454539 h 4458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08501" h="4458878">
                <a:moveTo>
                  <a:pt x="0" y="0"/>
                </a:moveTo>
                <a:lnTo>
                  <a:pt x="2154743" y="0"/>
                </a:lnTo>
                <a:lnTo>
                  <a:pt x="2154743" y="6278"/>
                </a:lnTo>
                <a:lnTo>
                  <a:pt x="2279062" y="0"/>
                </a:lnTo>
                <a:cubicBezTo>
                  <a:pt x="3510347" y="0"/>
                  <a:pt x="4508501" y="998154"/>
                  <a:pt x="4508501" y="2229439"/>
                </a:cubicBezTo>
                <a:cubicBezTo>
                  <a:pt x="4508501" y="3460724"/>
                  <a:pt x="3510347" y="4458878"/>
                  <a:pt x="2279062" y="4458878"/>
                </a:cubicBezTo>
                <a:lnTo>
                  <a:pt x="2154743" y="4452601"/>
                </a:lnTo>
                <a:lnTo>
                  <a:pt x="2154743" y="4454539"/>
                </a:lnTo>
                <a:lnTo>
                  <a:pt x="0" y="4454539"/>
                </a:lnTo>
                <a:close/>
              </a:path>
            </a:pathLst>
          </a:cu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	Click icon to add image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47FDF4-F43B-BA83-49C4-BC6112B6FB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5F9BE5-8FDE-E04E-32DB-88660E571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5" name="Text Placeholder 46">
            <a:extLst>
              <a:ext uri="{FF2B5EF4-FFF2-40B4-BE49-F238E27FC236}">
                <a16:creationId xmlns:a16="http://schemas.microsoft.com/office/drawing/2014/main" id="{6575B741-BBAF-F595-2A4B-BD52607B1EC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17485" y="139659"/>
            <a:ext cx="3655705" cy="27922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tx1"/>
                </a:solidFill>
                <a:latin typeface="Trefoil Sans Medium" panose="020B0000000000000000" pitchFamily="34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Type here to enter the presentation section name.</a:t>
            </a:r>
          </a:p>
        </p:txBody>
      </p:sp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D7B43E7E-5DFA-E8FF-66EE-7DF28BED3425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4817486" y="678826"/>
            <a:ext cx="4048701" cy="40593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6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1pPr>
            <a:lvl2pPr algn="l">
              <a:defRPr sz="26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2pPr>
            <a:lvl3pPr algn="l">
              <a:defRPr sz="26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3pPr>
            <a:lvl4pPr algn="l">
              <a:defRPr sz="26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4pPr>
            <a:lvl5pPr algn="l">
              <a:defRPr sz="26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statement text.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3476593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Statement Slide | With Image-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4BE114-87C6-BD65-128F-AD7927A3CB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46500F-4F40-957A-93B8-49257B674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7" name="Rectangle 114">
            <a:extLst>
              <a:ext uri="{FF2B5EF4-FFF2-40B4-BE49-F238E27FC236}">
                <a16:creationId xmlns:a16="http://schemas.microsoft.com/office/drawing/2014/main" id="{328FBCFE-3AEA-5BAE-5945-A1CDE03166AA}"/>
              </a:ext>
            </a:extLst>
          </p:cNvPr>
          <p:cNvSpPr/>
          <p:nvPr userDrawn="1"/>
        </p:nvSpPr>
        <p:spPr>
          <a:xfrm>
            <a:off x="339009" y="377072"/>
            <a:ext cx="3912480" cy="4389356"/>
          </a:xfrm>
          <a:custGeom>
            <a:avLst/>
            <a:gdLst>
              <a:gd name="connsiteX0" fmla="*/ 0 w 2155657"/>
              <a:gd name="connsiteY0" fmla="*/ 0 h 401637"/>
              <a:gd name="connsiteX1" fmla="*/ 2155657 w 2155657"/>
              <a:gd name="connsiteY1" fmla="*/ 0 h 401637"/>
              <a:gd name="connsiteX2" fmla="*/ 2155657 w 2155657"/>
              <a:gd name="connsiteY2" fmla="*/ 401637 h 401637"/>
              <a:gd name="connsiteX3" fmla="*/ 0 w 2155657"/>
              <a:gd name="connsiteY3" fmla="*/ 401637 h 401637"/>
              <a:gd name="connsiteX4" fmla="*/ 0 w 2155657"/>
              <a:gd name="connsiteY4" fmla="*/ 0 h 401637"/>
              <a:gd name="connsiteX0" fmla="*/ 0 w 2155657"/>
              <a:gd name="connsiteY0" fmla="*/ 207783 h 609420"/>
              <a:gd name="connsiteX1" fmla="*/ 2155657 w 2155657"/>
              <a:gd name="connsiteY1" fmla="*/ 207783 h 609420"/>
              <a:gd name="connsiteX2" fmla="*/ 2155657 w 2155657"/>
              <a:gd name="connsiteY2" fmla="*/ 609420 h 609420"/>
              <a:gd name="connsiteX3" fmla="*/ 0 w 2155657"/>
              <a:gd name="connsiteY3" fmla="*/ 609420 h 609420"/>
              <a:gd name="connsiteX4" fmla="*/ 0 w 2155657"/>
              <a:gd name="connsiteY4" fmla="*/ 207783 h 609420"/>
              <a:gd name="connsiteX0" fmla="*/ 0 w 2155657"/>
              <a:gd name="connsiteY0" fmla="*/ 313150 h 714787"/>
              <a:gd name="connsiteX1" fmla="*/ 2155657 w 2155657"/>
              <a:gd name="connsiteY1" fmla="*/ 313150 h 714787"/>
              <a:gd name="connsiteX2" fmla="*/ 2155657 w 2155657"/>
              <a:gd name="connsiteY2" fmla="*/ 714787 h 714787"/>
              <a:gd name="connsiteX3" fmla="*/ 0 w 2155657"/>
              <a:gd name="connsiteY3" fmla="*/ 714787 h 714787"/>
              <a:gd name="connsiteX4" fmla="*/ 0 w 2155657"/>
              <a:gd name="connsiteY4" fmla="*/ 313150 h 714787"/>
              <a:gd name="connsiteX0" fmla="*/ 0 w 2155657"/>
              <a:gd name="connsiteY0" fmla="*/ 305010 h 706647"/>
              <a:gd name="connsiteX1" fmla="*/ 2155657 w 2155657"/>
              <a:gd name="connsiteY1" fmla="*/ 305010 h 706647"/>
              <a:gd name="connsiteX2" fmla="*/ 2155657 w 2155657"/>
              <a:gd name="connsiteY2" fmla="*/ 706647 h 706647"/>
              <a:gd name="connsiteX3" fmla="*/ 0 w 2155657"/>
              <a:gd name="connsiteY3" fmla="*/ 706647 h 706647"/>
              <a:gd name="connsiteX4" fmla="*/ 0 w 2155657"/>
              <a:gd name="connsiteY4" fmla="*/ 305010 h 706647"/>
              <a:gd name="connsiteX0" fmla="*/ 0 w 2155657"/>
              <a:gd name="connsiteY0" fmla="*/ 312392 h 714029"/>
              <a:gd name="connsiteX1" fmla="*/ 2155657 w 2155657"/>
              <a:gd name="connsiteY1" fmla="*/ 312392 h 714029"/>
              <a:gd name="connsiteX2" fmla="*/ 2155657 w 2155657"/>
              <a:gd name="connsiteY2" fmla="*/ 714029 h 714029"/>
              <a:gd name="connsiteX3" fmla="*/ 0 w 2155657"/>
              <a:gd name="connsiteY3" fmla="*/ 714029 h 714029"/>
              <a:gd name="connsiteX4" fmla="*/ 0 w 2155657"/>
              <a:gd name="connsiteY4" fmla="*/ 312392 h 714029"/>
              <a:gd name="connsiteX0" fmla="*/ 9835 w 2165492"/>
              <a:gd name="connsiteY0" fmla="*/ 312392 h 2209018"/>
              <a:gd name="connsiteX1" fmla="*/ 2165492 w 2165492"/>
              <a:gd name="connsiteY1" fmla="*/ 312392 h 2209018"/>
              <a:gd name="connsiteX2" fmla="*/ 2165492 w 2165492"/>
              <a:gd name="connsiteY2" fmla="*/ 714029 h 2209018"/>
              <a:gd name="connsiteX3" fmla="*/ 0 w 2165492"/>
              <a:gd name="connsiteY3" fmla="*/ 2209018 h 2209018"/>
              <a:gd name="connsiteX4" fmla="*/ 9835 w 2165492"/>
              <a:gd name="connsiteY4" fmla="*/ 312392 h 2209018"/>
              <a:gd name="connsiteX0" fmla="*/ 0 w 2155657"/>
              <a:gd name="connsiteY0" fmla="*/ 312392 h 2209018"/>
              <a:gd name="connsiteX1" fmla="*/ 2155657 w 2155657"/>
              <a:gd name="connsiteY1" fmla="*/ 312392 h 2209018"/>
              <a:gd name="connsiteX2" fmla="*/ 2155657 w 2155657"/>
              <a:gd name="connsiteY2" fmla="*/ 714029 h 2209018"/>
              <a:gd name="connsiteX3" fmla="*/ 0 w 2155657"/>
              <a:gd name="connsiteY3" fmla="*/ 2209018 h 2209018"/>
              <a:gd name="connsiteX4" fmla="*/ 0 w 2155657"/>
              <a:gd name="connsiteY4" fmla="*/ 312392 h 2209018"/>
              <a:gd name="connsiteX0" fmla="*/ 0 w 2165492"/>
              <a:gd name="connsiteY0" fmla="*/ 312392 h 2209018"/>
              <a:gd name="connsiteX1" fmla="*/ 2155657 w 2165492"/>
              <a:gd name="connsiteY1" fmla="*/ 312392 h 2209018"/>
              <a:gd name="connsiteX2" fmla="*/ 2165492 w 2165492"/>
              <a:gd name="connsiteY2" fmla="*/ 2209018 h 2209018"/>
              <a:gd name="connsiteX3" fmla="*/ 0 w 2165492"/>
              <a:gd name="connsiteY3" fmla="*/ 2209018 h 2209018"/>
              <a:gd name="connsiteX4" fmla="*/ 0 w 2165492"/>
              <a:gd name="connsiteY4" fmla="*/ 312392 h 2209018"/>
              <a:gd name="connsiteX0" fmla="*/ 0 w 2156603"/>
              <a:gd name="connsiteY0" fmla="*/ 312392 h 2209018"/>
              <a:gd name="connsiteX1" fmla="*/ 2155657 w 2156603"/>
              <a:gd name="connsiteY1" fmla="*/ 312392 h 2209018"/>
              <a:gd name="connsiteX2" fmla="*/ 2155656 w 2156603"/>
              <a:gd name="connsiteY2" fmla="*/ 2209018 h 2209018"/>
              <a:gd name="connsiteX3" fmla="*/ 0 w 2156603"/>
              <a:gd name="connsiteY3" fmla="*/ 2209018 h 2209018"/>
              <a:gd name="connsiteX4" fmla="*/ 0 w 2156603"/>
              <a:gd name="connsiteY4" fmla="*/ 312392 h 2209018"/>
              <a:gd name="connsiteX0" fmla="*/ 0 w 2160573"/>
              <a:gd name="connsiteY0" fmla="*/ 312392 h 2209018"/>
              <a:gd name="connsiteX1" fmla="*/ 2155657 w 2160573"/>
              <a:gd name="connsiteY1" fmla="*/ 312392 h 2209018"/>
              <a:gd name="connsiteX2" fmla="*/ 2160573 w 2160573"/>
              <a:gd name="connsiteY2" fmla="*/ 2209018 h 2209018"/>
              <a:gd name="connsiteX3" fmla="*/ 0 w 2160573"/>
              <a:gd name="connsiteY3" fmla="*/ 2209018 h 2209018"/>
              <a:gd name="connsiteX4" fmla="*/ 0 w 2160573"/>
              <a:gd name="connsiteY4" fmla="*/ 312392 h 2209018"/>
              <a:gd name="connsiteX0" fmla="*/ 0 w 2156603"/>
              <a:gd name="connsiteY0" fmla="*/ 312392 h 2209018"/>
              <a:gd name="connsiteX1" fmla="*/ 2155657 w 2156603"/>
              <a:gd name="connsiteY1" fmla="*/ 312392 h 2209018"/>
              <a:gd name="connsiteX2" fmla="*/ 2155655 w 2156603"/>
              <a:gd name="connsiteY2" fmla="*/ 2209018 h 2209018"/>
              <a:gd name="connsiteX3" fmla="*/ 0 w 2156603"/>
              <a:gd name="connsiteY3" fmla="*/ 2209018 h 2209018"/>
              <a:gd name="connsiteX4" fmla="*/ 0 w 2156603"/>
              <a:gd name="connsiteY4" fmla="*/ 312392 h 2209018"/>
              <a:gd name="connsiteX0" fmla="*/ 0 w 2160573"/>
              <a:gd name="connsiteY0" fmla="*/ 312392 h 2209018"/>
              <a:gd name="connsiteX1" fmla="*/ 2155657 w 2160573"/>
              <a:gd name="connsiteY1" fmla="*/ 312392 h 2209018"/>
              <a:gd name="connsiteX2" fmla="*/ 2160573 w 2160573"/>
              <a:gd name="connsiteY2" fmla="*/ 2209018 h 2209018"/>
              <a:gd name="connsiteX3" fmla="*/ 0 w 2160573"/>
              <a:gd name="connsiteY3" fmla="*/ 2209018 h 2209018"/>
              <a:gd name="connsiteX4" fmla="*/ 0 w 2160573"/>
              <a:gd name="connsiteY4" fmla="*/ 312392 h 2209018"/>
              <a:gd name="connsiteX0" fmla="*/ 0 w 2157073"/>
              <a:gd name="connsiteY0" fmla="*/ 312392 h 2209018"/>
              <a:gd name="connsiteX1" fmla="*/ 2155657 w 2157073"/>
              <a:gd name="connsiteY1" fmla="*/ 312392 h 2209018"/>
              <a:gd name="connsiteX2" fmla="*/ 2157073 w 2157073"/>
              <a:gd name="connsiteY2" fmla="*/ 2205518 h 2209018"/>
              <a:gd name="connsiteX3" fmla="*/ 0 w 2157073"/>
              <a:gd name="connsiteY3" fmla="*/ 2209018 h 2209018"/>
              <a:gd name="connsiteX4" fmla="*/ 0 w 2157073"/>
              <a:gd name="connsiteY4" fmla="*/ 312392 h 2209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57073" h="2209018">
                <a:moveTo>
                  <a:pt x="0" y="312392"/>
                </a:moveTo>
                <a:cubicBezTo>
                  <a:pt x="746052" y="-134495"/>
                  <a:pt x="1512732" y="-72619"/>
                  <a:pt x="2155657" y="312392"/>
                </a:cubicBezTo>
                <a:cubicBezTo>
                  <a:pt x="2158935" y="944601"/>
                  <a:pt x="2153795" y="1573309"/>
                  <a:pt x="2157073" y="2205518"/>
                </a:cubicBezTo>
                <a:lnTo>
                  <a:pt x="0" y="2209018"/>
                </a:lnTo>
                <a:lnTo>
                  <a:pt x="0" y="312392"/>
                </a:lnTo>
                <a:close/>
              </a:path>
            </a:pathLst>
          </a:custGeom>
          <a:noFill/>
          <a:ln w="15875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7B5E3E9E-4F37-91D0-A68A-711DC19211C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0" y="0"/>
            <a:ext cx="4572000" cy="5153025"/>
          </a:xfrm>
          <a:prstGeom prst="rect">
            <a:avLst/>
          </a:pr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image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FF612916-AE71-72A3-F719-7D5862AC725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1029" y="1019496"/>
            <a:ext cx="3568440" cy="349470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3600" b="0" i="0">
                <a:solidFill>
                  <a:schemeClr val="accent4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70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70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70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70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Statement Text</a:t>
            </a:r>
          </a:p>
        </p:txBody>
      </p:sp>
    </p:spTree>
    <p:extLst>
      <p:ext uri="{BB962C8B-B14F-4D97-AF65-F5344CB8AC3E}">
        <p14:creationId xmlns:p14="http://schemas.microsoft.com/office/powerpoint/2010/main" val="420843268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Statement Slide | With Image-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11836A49-0E5F-029F-D5B5-9865FEB612D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2640236"/>
            <a:ext cx="1936997" cy="2129978"/>
          </a:xfrm>
          <a:custGeom>
            <a:avLst/>
            <a:gdLst>
              <a:gd name="connsiteX0" fmla="*/ 0 w 1936997"/>
              <a:gd name="connsiteY0" fmla="*/ 0 h 2129978"/>
              <a:gd name="connsiteX1" fmla="*/ 872008 w 1936997"/>
              <a:gd name="connsiteY1" fmla="*/ 0 h 2129978"/>
              <a:gd name="connsiteX2" fmla="*/ 915770 w 1936997"/>
              <a:gd name="connsiteY2" fmla="*/ 0 h 2129978"/>
              <a:gd name="connsiteX3" fmla="*/ 915770 w 1936997"/>
              <a:gd name="connsiteY3" fmla="*/ 2210 h 2129978"/>
              <a:gd name="connsiteX4" fmla="*/ 980897 w 1936997"/>
              <a:gd name="connsiteY4" fmla="*/ 5498 h 2129978"/>
              <a:gd name="connsiteX5" fmla="*/ 1936997 w 1936997"/>
              <a:gd name="connsiteY5" fmla="*/ 1064989 h 2129978"/>
              <a:gd name="connsiteX6" fmla="*/ 980897 w 1936997"/>
              <a:gd name="connsiteY6" fmla="*/ 2124480 h 2129978"/>
              <a:gd name="connsiteX7" fmla="*/ 915770 w 1936997"/>
              <a:gd name="connsiteY7" fmla="*/ 2127768 h 2129978"/>
              <a:gd name="connsiteX8" fmla="*/ 915770 w 1936997"/>
              <a:gd name="connsiteY8" fmla="*/ 2129977 h 2129978"/>
              <a:gd name="connsiteX9" fmla="*/ 872028 w 1936997"/>
              <a:gd name="connsiteY9" fmla="*/ 2129977 h 2129978"/>
              <a:gd name="connsiteX10" fmla="*/ 872008 w 1936997"/>
              <a:gd name="connsiteY10" fmla="*/ 2129978 h 2129978"/>
              <a:gd name="connsiteX11" fmla="*/ 871988 w 1936997"/>
              <a:gd name="connsiteY11" fmla="*/ 2129977 h 2129978"/>
              <a:gd name="connsiteX12" fmla="*/ 0 w 1936997"/>
              <a:gd name="connsiteY12" fmla="*/ 2129977 h 2129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936997" h="2129978">
                <a:moveTo>
                  <a:pt x="0" y="0"/>
                </a:moveTo>
                <a:lnTo>
                  <a:pt x="872008" y="0"/>
                </a:lnTo>
                <a:lnTo>
                  <a:pt x="915770" y="0"/>
                </a:lnTo>
                <a:lnTo>
                  <a:pt x="915770" y="2210"/>
                </a:lnTo>
                <a:lnTo>
                  <a:pt x="980897" y="5498"/>
                </a:lnTo>
                <a:cubicBezTo>
                  <a:pt x="1517924" y="60037"/>
                  <a:pt x="1936997" y="513573"/>
                  <a:pt x="1936997" y="1064989"/>
                </a:cubicBezTo>
                <a:cubicBezTo>
                  <a:pt x="1936997" y="1616405"/>
                  <a:pt x="1517924" y="2069942"/>
                  <a:pt x="980897" y="2124480"/>
                </a:cubicBezTo>
                <a:lnTo>
                  <a:pt x="915770" y="2127768"/>
                </a:lnTo>
                <a:lnTo>
                  <a:pt x="915770" y="2129977"/>
                </a:lnTo>
                <a:lnTo>
                  <a:pt x="872028" y="2129977"/>
                </a:lnTo>
                <a:lnTo>
                  <a:pt x="872008" y="2129978"/>
                </a:lnTo>
                <a:lnTo>
                  <a:pt x="871988" y="2129977"/>
                </a:lnTo>
                <a:lnTo>
                  <a:pt x="0" y="2129977"/>
                </a:lnTo>
                <a:close/>
              </a:path>
            </a:pathLst>
          </a:cu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image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139B024-71A4-34F8-186A-8A153B65C8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081CCD-8443-6E03-DF87-B7F6534AA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2A6CE623-DD67-3575-7F84-03C2A6D13A0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136775" y="2640013"/>
            <a:ext cx="2092325" cy="2130425"/>
          </a:xfrm>
          <a:prstGeom prst="roundRect">
            <a:avLst>
              <a:gd name="adj" fmla="val 7360"/>
            </a:avLst>
          </a:pr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image</a:t>
            </a:r>
          </a:p>
        </p:txBody>
      </p:sp>
      <p:sp>
        <p:nvSpPr>
          <p:cNvPr id="42" name="Picture Placeholder 40">
            <a:extLst>
              <a:ext uri="{FF2B5EF4-FFF2-40B4-BE49-F238E27FC236}">
                <a16:creationId xmlns:a16="http://schemas.microsoft.com/office/drawing/2014/main" id="{54B619A1-2220-60E4-23A4-13161FDDD7B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422775" y="279400"/>
            <a:ext cx="4435475" cy="4491038"/>
          </a:xfrm>
          <a:prstGeom prst="plaque">
            <a:avLst>
              <a:gd name="adj" fmla="val 5023"/>
            </a:avLst>
          </a:pr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image</a:t>
            </a:r>
          </a:p>
        </p:txBody>
      </p:sp>
      <p:sp>
        <p:nvSpPr>
          <p:cNvPr id="44" name="Text Placeholder 18">
            <a:extLst>
              <a:ext uri="{FF2B5EF4-FFF2-40B4-BE49-F238E27FC236}">
                <a16:creationId xmlns:a16="http://schemas.microsoft.com/office/drawing/2014/main" id="{A4947862-5478-46AA-B0C3-538ACC1506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9184" y="215371"/>
            <a:ext cx="3989916" cy="228789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defRPr sz="2800" b="0" i="0">
                <a:solidFill>
                  <a:schemeClr val="accent3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70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70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70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70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statement text.</a:t>
            </a:r>
          </a:p>
        </p:txBody>
      </p:sp>
    </p:spTree>
    <p:extLst>
      <p:ext uri="{BB962C8B-B14F-4D97-AF65-F5344CB8AC3E}">
        <p14:creationId xmlns:p14="http://schemas.microsoft.com/office/powerpoint/2010/main" val="340502791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Column Slide | With Image/Ic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35CAF3-AFF1-D033-B45A-652761DE55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C890DF-593C-4B2E-3B6C-37013A356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8B1A514-DF4D-B244-25A5-56DB8DA92123}"/>
              </a:ext>
            </a:extLst>
          </p:cNvPr>
          <p:cNvSpPr/>
          <p:nvPr userDrawn="1"/>
        </p:nvSpPr>
        <p:spPr>
          <a:xfrm>
            <a:off x="251401" y="0"/>
            <a:ext cx="2739772" cy="4802637"/>
          </a:xfrm>
          <a:custGeom>
            <a:avLst/>
            <a:gdLst>
              <a:gd name="connsiteX0" fmla="*/ 0 w 2739772"/>
              <a:gd name="connsiteY0" fmla="*/ 0 h 4802637"/>
              <a:gd name="connsiteX1" fmla="*/ 2739772 w 2739772"/>
              <a:gd name="connsiteY1" fmla="*/ 0 h 4802637"/>
              <a:gd name="connsiteX2" fmla="*/ 2739772 w 2739772"/>
              <a:gd name="connsiteY2" fmla="*/ 4700854 h 4802637"/>
              <a:gd name="connsiteX3" fmla="*/ 2637989 w 2739772"/>
              <a:gd name="connsiteY3" fmla="*/ 4802637 h 4802637"/>
              <a:gd name="connsiteX4" fmla="*/ 101783 w 2739772"/>
              <a:gd name="connsiteY4" fmla="*/ 4802637 h 4802637"/>
              <a:gd name="connsiteX5" fmla="*/ 0 w 2739772"/>
              <a:gd name="connsiteY5" fmla="*/ 4700854 h 4802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39772" h="4802637">
                <a:moveTo>
                  <a:pt x="0" y="0"/>
                </a:moveTo>
                <a:lnTo>
                  <a:pt x="2739772" y="0"/>
                </a:lnTo>
                <a:lnTo>
                  <a:pt x="2739772" y="4700854"/>
                </a:lnTo>
                <a:cubicBezTo>
                  <a:pt x="2739772" y="4757067"/>
                  <a:pt x="2694202" y="4802637"/>
                  <a:pt x="2637989" y="4802637"/>
                </a:cubicBezTo>
                <a:lnTo>
                  <a:pt x="101783" y="4802637"/>
                </a:lnTo>
                <a:cubicBezTo>
                  <a:pt x="45570" y="4802637"/>
                  <a:pt x="0" y="4757067"/>
                  <a:pt x="0" y="4700854"/>
                </a:cubicBezTo>
                <a:close/>
              </a:path>
            </a:pathLst>
          </a:custGeom>
          <a:solidFill>
            <a:schemeClr val="accent1"/>
          </a:solidFill>
          <a:ln w="15875"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200">
              <a:solidFill>
                <a:schemeClr val="tx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1DDC2AEF-6312-E13B-09BB-1900840AE4DD}"/>
              </a:ext>
            </a:extLst>
          </p:cNvPr>
          <p:cNvSpPr/>
          <p:nvPr userDrawn="1"/>
        </p:nvSpPr>
        <p:spPr>
          <a:xfrm>
            <a:off x="3202114" y="0"/>
            <a:ext cx="2739772" cy="4802637"/>
          </a:xfrm>
          <a:custGeom>
            <a:avLst/>
            <a:gdLst>
              <a:gd name="connsiteX0" fmla="*/ 0 w 2739772"/>
              <a:gd name="connsiteY0" fmla="*/ 0 h 4802637"/>
              <a:gd name="connsiteX1" fmla="*/ 2739772 w 2739772"/>
              <a:gd name="connsiteY1" fmla="*/ 0 h 4802637"/>
              <a:gd name="connsiteX2" fmla="*/ 2739772 w 2739772"/>
              <a:gd name="connsiteY2" fmla="*/ 4700854 h 4802637"/>
              <a:gd name="connsiteX3" fmla="*/ 2637989 w 2739772"/>
              <a:gd name="connsiteY3" fmla="*/ 4802637 h 4802637"/>
              <a:gd name="connsiteX4" fmla="*/ 101783 w 2739772"/>
              <a:gd name="connsiteY4" fmla="*/ 4802637 h 4802637"/>
              <a:gd name="connsiteX5" fmla="*/ 0 w 2739772"/>
              <a:gd name="connsiteY5" fmla="*/ 4700854 h 4802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39772" h="4802637">
                <a:moveTo>
                  <a:pt x="0" y="0"/>
                </a:moveTo>
                <a:lnTo>
                  <a:pt x="2739772" y="0"/>
                </a:lnTo>
                <a:lnTo>
                  <a:pt x="2739772" y="4700854"/>
                </a:lnTo>
                <a:cubicBezTo>
                  <a:pt x="2739772" y="4757067"/>
                  <a:pt x="2694202" y="4802637"/>
                  <a:pt x="2637989" y="4802637"/>
                </a:cubicBezTo>
                <a:lnTo>
                  <a:pt x="101783" y="4802637"/>
                </a:lnTo>
                <a:cubicBezTo>
                  <a:pt x="45570" y="4802637"/>
                  <a:pt x="0" y="4757067"/>
                  <a:pt x="0" y="4700854"/>
                </a:cubicBezTo>
                <a:close/>
              </a:path>
            </a:pathLst>
          </a:custGeom>
          <a:solidFill>
            <a:schemeClr val="accent5"/>
          </a:solidFill>
          <a:ln w="15875"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200">
              <a:solidFill>
                <a:schemeClr val="tx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CEC7429-361A-C93C-58D7-09C7ACD455B0}"/>
              </a:ext>
            </a:extLst>
          </p:cNvPr>
          <p:cNvSpPr/>
          <p:nvPr userDrawn="1"/>
        </p:nvSpPr>
        <p:spPr>
          <a:xfrm>
            <a:off x="6152827" y="0"/>
            <a:ext cx="2739772" cy="4802637"/>
          </a:xfrm>
          <a:custGeom>
            <a:avLst/>
            <a:gdLst>
              <a:gd name="connsiteX0" fmla="*/ 0 w 2739772"/>
              <a:gd name="connsiteY0" fmla="*/ 0 h 4802637"/>
              <a:gd name="connsiteX1" fmla="*/ 2739772 w 2739772"/>
              <a:gd name="connsiteY1" fmla="*/ 0 h 4802637"/>
              <a:gd name="connsiteX2" fmla="*/ 2739772 w 2739772"/>
              <a:gd name="connsiteY2" fmla="*/ 4700854 h 4802637"/>
              <a:gd name="connsiteX3" fmla="*/ 2637989 w 2739772"/>
              <a:gd name="connsiteY3" fmla="*/ 4802637 h 4802637"/>
              <a:gd name="connsiteX4" fmla="*/ 101783 w 2739772"/>
              <a:gd name="connsiteY4" fmla="*/ 4802637 h 4802637"/>
              <a:gd name="connsiteX5" fmla="*/ 0 w 2739772"/>
              <a:gd name="connsiteY5" fmla="*/ 4700854 h 4802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39772" h="4802637">
                <a:moveTo>
                  <a:pt x="0" y="0"/>
                </a:moveTo>
                <a:lnTo>
                  <a:pt x="2739772" y="0"/>
                </a:lnTo>
                <a:lnTo>
                  <a:pt x="2739772" y="4700854"/>
                </a:lnTo>
                <a:cubicBezTo>
                  <a:pt x="2739772" y="4757067"/>
                  <a:pt x="2694202" y="4802637"/>
                  <a:pt x="2637989" y="4802637"/>
                </a:cubicBezTo>
                <a:lnTo>
                  <a:pt x="101783" y="4802637"/>
                </a:lnTo>
                <a:cubicBezTo>
                  <a:pt x="45570" y="4802637"/>
                  <a:pt x="0" y="4757067"/>
                  <a:pt x="0" y="4700854"/>
                </a:cubicBezTo>
                <a:close/>
              </a:path>
            </a:pathLst>
          </a:custGeom>
          <a:solidFill>
            <a:schemeClr val="accent4"/>
          </a:solidFill>
          <a:ln w="15875"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200">
              <a:solidFill>
                <a:schemeClr val="tx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317D9E50-B363-1ACE-FB1B-22684F1A6B3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42287" y="334369"/>
            <a:ext cx="2363840" cy="1924380"/>
          </a:xfrm>
          <a:custGeom>
            <a:avLst/>
            <a:gdLst>
              <a:gd name="connsiteX0" fmla="*/ 1181920 w 2363840"/>
              <a:gd name="connsiteY0" fmla="*/ 0 h 1924380"/>
              <a:gd name="connsiteX1" fmla="*/ 2357738 w 2363840"/>
              <a:gd name="connsiteY1" fmla="*/ 1061076 h 1924380"/>
              <a:gd name="connsiteX2" fmla="*/ 2359527 w 2363840"/>
              <a:gd name="connsiteY2" fmla="*/ 1096497 h 1924380"/>
              <a:gd name="connsiteX3" fmla="*/ 2363840 w 2363840"/>
              <a:gd name="connsiteY3" fmla="*/ 1096497 h 1924380"/>
              <a:gd name="connsiteX4" fmla="*/ 2363840 w 2363840"/>
              <a:gd name="connsiteY4" fmla="*/ 1181920 h 1924380"/>
              <a:gd name="connsiteX5" fmla="*/ 2363840 w 2363840"/>
              <a:gd name="connsiteY5" fmla="*/ 1924380 h 1924380"/>
              <a:gd name="connsiteX6" fmla="*/ 0 w 2363840"/>
              <a:gd name="connsiteY6" fmla="*/ 1924380 h 1924380"/>
              <a:gd name="connsiteX7" fmla="*/ 0 w 2363840"/>
              <a:gd name="connsiteY7" fmla="*/ 1181920 h 1924380"/>
              <a:gd name="connsiteX8" fmla="*/ 0 w 2363840"/>
              <a:gd name="connsiteY8" fmla="*/ 1096497 h 1924380"/>
              <a:gd name="connsiteX9" fmla="*/ 4314 w 2363840"/>
              <a:gd name="connsiteY9" fmla="*/ 1096497 h 1924380"/>
              <a:gd name="connsiteX10" fmla="*/ 6102 w 2363840"/>
              <a:gd name="connsiteY10" fmla="*/ 1061076 h 1924380"/>
              <a:gd name="connsiteX11" fmla="*/ 1181920 w 2363840"/>
              <a:gd name="connsiteY11" fmla="*/ 0 h 1924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63840" h="1924380">
                <a:moveTo>
                  <a:pt x="1181920" y="0"/>
                </a:moveTo>
                <a:cubicBezTo>
                  <a:pt x="1793879" y="0"/>
                  <a:pt x="2297212" y="465086"/>
                  <a:pt x="2357738" y="1061076"/>
                </a:cubicBezTo>
                <a:lnTo>
                  <a:pt x="2359527" y="1096497"/>
                </a:lnTo>
                <a:lnTo>
                  <a:pt x="2363840" y="1096497"/>
                </a:lnTo>
                <a:lnTo>
                  <a:pt x="2363840" y="1181920"/>
                </a:lnTo>
                <a:lnTo>
                  <a:pt x="2363840" y="1924380"/>
                </a:lnTo>
                <a:lnTo>
                  <a:pt x="0" y="1924380"/>
                </a:lnTo>
                <a:lnTo>
                  <a:pt x="0" y="1181920"/>
                </a:lnTo>
                <a:lnTo>
                  <a:pt x="0" y="1096497"/>
                </a:lnTo>
                <a:lnTo>
                  <a:pt x="4314" y="1096497"/>
                </a:lnTo>
                <a:lnTo>
                  <a:pt x="6102" y="1061076"/>
                </a:lnTo>
                <a:cubicBezTo>
                  <a:pt x="66628" y="465086"/>
                  <a:pt x="569961" y="0"/>
                  <a:pt x="1181920" y="0"/>
                </a:cubicBezTo>
                <a:close/>
              </a:path>
            </a:pathLst>
          </a:cu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/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image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80669DF8-473E-6464-3096-64DE8308DAA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8710" y="2441801"/>
            <a:ext cx="2521911" cy="106797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="0" i="0">
                <a:solidFill>
                  <a:schemeClr val="accent4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header for this section.</a:t>
            </a:r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D443D9BD-232B-83CE-ACC1-CB2DF1A629C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390080" y="334369"/>
            <a:ext cx="2363840" cy="1924380"/>
          </a:xfrm>
          <a:custGeom>
            <a:avLst/>
            <a:gdLst>
              <a:gd name="connsiteX0" fmla="*/ 1181920 w 2363840"/>
              <a:gd name="connsiteY0" fmla="*/ 0 h 1924380"/>
              <a:gd name="connsiteX1" fmla="*/ 2357738 w 2363840"/>
              <a:gd name="connsiteY1" fmla="*/ 1061076 h 1924380"/>
              <a:gd name="connsiteX2" fmla="*/ 2359527 w 2363840"/>
              <a:gd name="connsiteY2" fmla="*/ 1096497 h 1924380"/>
              <a:gd name="connsiteX3" fmla="*/ 2363840 w 2363840"/>
              <a:gd name="connsiteY3" fmla="*/ 1096497 h 1924380"/>
              <a:gd name="connsiteX4" fmla="*/ 2363840 w 2363840"/>
              <a:gd name="connsiteY4" fmla="*/ 1181920 h 1924380"/>
              <a:gd name="connsiteX5" fmla="*/ 2363840 w 2363840"/>
              <a:gd name="connsiteY5" fmla="*/ 1924380 h 1924380"/>
              <a:gd name="connsiteX6" fmla="*/ 0 w 2363840"/>
              <a:gd name="connsiteY6" fmla="*/ 1924380 h 1924380"/>
              <a:gd name="connsiteX7" fmla="*/ 0 w 2363840"/>
              <a:gd name="connsiteY7" fmla="*/ 1181920 h 1924380"/>
              <a:gd name="connsiteX8" fmla="*/ 0 w 2363840"/>
              <a:gd name="connsiteY8" fmla="*/ 1096497 h 1924380"/>
              <a:gd name="connsiteX9" fmla="*/ 4314 w 2363840"/>
              <a:gd name="connsiteY9" fmla="*/ 1096497 h 1924380"/>
              <a:gd name="connsiteX10" fmla="*/ 6102 w 2363840"/>
              <a:gd name="connsiteY10" fmla="*/ 1061076 h 1924380"/>
              <a:gd name="connsiteX11" fmla="*/ 1181920 w 2363840"/>
              <a:gd name="connsiteY11" fmla="*/ 0 h 1924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63840" h="1924380">
                <a:moveTo>
                  <a:pt x="1181920" y="0"/>
                </a:moveTo>
                <a:cubicBezTo>
                  <a:pt x="1793879" y="0"/>
                  <a:pt x="2297212" y="465086"/>
                  <a:pt x="2357738" y="1061076"/>
                </a:cubicBezTo>
                <a:lnTo>
                  <a:pt x="2359527" y="1096497"/>
                </a:lnTo>
                <a:lnTo>
                  <a:pt x="2363840" y="1096497"/>
                </a:lnTo>
                <a:lnTo>
                  <a:pt x="2363840" y="1181920"/>
                </a:lnTo>
                <a:lnTo>
                  <a:pt x="2363840" y="1924380"/>
                </a:lnTo>
                <a:lnTo>
                  <a:pt x="0" y="1924380"/>
                </a:lnTo>
                <a:lnTo>
                  <a:pt x="0" y="1181920"/>
                </a:lnTo>
                <a:lnTo>
                  <a:pt x="0" y="1096497"/>
                </a:lnTo>
                <a:lnTo>
                  <a:pt x="4314" y="1096497"/>
                </a:lnTo>
                <a:lnTo>
                  <a:pt x="6102" y="1061076"/>
                </a:lnTo>
                <a:cubicBezTo>
                  <a:pt x="66628" y="465086"/>
                  <a:pt x="569961" y="0"/>
                  <a:pt x="1181920" y="0"/>
                </a:cubicBezTo>
                <a:close/>
              </a:path>
            </a:pathLst>
          </a:cu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/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image</a:t>
            </a:r>
          </a:p>
        </p:txBody>
      </p:sp>
      <p:sp>
        <p:nvSpPr>
          <p:cNvPr id="42" name="Text Placeholder 38">
            <a:extLst>
              <a:ext uri="{FF2B5EF4-FFF2-40B4-BE49-F238E27FC236}">
                <a16:creationId xmlns:a16="http://schemas.microsoft.com/office/drawing/2014/main" id="{20A37678-61A7-4729-1E5E-BC5D8F3D66A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96503" y="2441801"/>
            <a:ext cx="2521911" cy="106797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header for this section.</a:t>
            </a:r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42AFAFB6-5FF2-878B-FCE3-82157079979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337873" y="334369"/>
            <a:ext cx="2363840" cy="1924380"/>
          </a:xfrm>
          <a:custGeom>
            <a:avLst/>
            <a:gdLst>
              <a:gd name="connsiteX0" fmla="*/ 1181920 w 2363840"/>
              <a:gd name="connsiteY0" fmla="*/ 0 h 1924380"/>
              <a:gd name="connsiteX1" fmla="*/ 2357738 w 2363840"/>
              <a:gd name="connsiteY1" fmla="*/ 1061076 h 1924380"/>
              <a:gd name="connsiteX2" fmla="*/ 2359527 w 2363840"/>
              <a:gd name="connsiteY2" fmla="*/ 1096497 h 1924380"/>
              <a:gd name="connsiteX3" fmla="*/ 2363840 w 2363840"/>
              <a:gd name="connsiteY3" fmla="*/ 1096497 h 1924380"/>
              <a:gd name="connsiteX4" fmla="*/ 2363840 w 2363840"/>
              <a:gd name="connsiteY4" fmla="*/ 1181920 h 1924380"/>
              <a:gd name="connsiteX5" fmla="*/ 2363840 w 2363840"/>
              <a:gd name="connsiteY5" fmla="*/ 1924380 h 1924380"/>
              <a:gd name="connsiteX6" fmla="*/ 0 w 2363840"/>
              <a:gd name="connsiteY6" fmla="*/ 1924380 h 1924380"/>
              <a:gd name="connsiteX7" fmla="*/ 0 w 2363840"/>
              <a:gd name="connsiteY7" fmla="*/ 1181920 h 1924380"/>
              <a:gd name="connsiteX8" fmla="*/ 0 w 2363840"/>
              <a:gd name="connsiteY8" fmla="*/ 1096497 h 1924380"/>
              <a:gd name="connsiteX9" fmla="*/ 4314 w 2363840"/>
              <a:gd name="connsiteY9" fmla="*/ 1096497 h 1924380"/>
              <a:gd name="connsiteX10" fmla="*/ 6102 w 2363840"/>
              <a:gd name="connsiteY10" fmla="*/ 1061076 h 1924380"/>
              <a:gd name="connsiteX11" fmla="*/ 1181920 w 2363840"/>
              <a:gd name="connsiteY11" fmla="*/ 0 h 1924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63840" h="1924380">
                <a:moveTo>
                  <a:pt x="1181920" y="0"/>
                </a:moveTo>
                <a:cubicBezTo>
                  <a:pt x="1793879" y="0"/>
                  <a:pt x="2297212" y="465086"/>
                  <a:pt x="2357738" y="1061076"/>
                </a:cubicBezTo>
                <a:lnTo>
                  <a:pt x="2359527" y="1096497"/>
                </a:lnTo>
                <a:lnTo>
                  <a:pt x="2363840" y="1096497"/>
                </a:lnTo>
                <a:lnTo>
                  <a:pt x="2363840" y="1181920"/>
                </a:lnTo>
                <a:lnTo>
                  <a:pt x="2363840" y="1924380"/>
                </a:lnTo>
                <a:lnTo>
                  <a:pt x="0" y="1924380"/>
                </a:lnTo>
                <a:lnTo>
                  <a:pt x="0" y="1181920"/>
                </a:lnTo>
                <a:lnTo>
                  <a:pt x="0" y="1096497"/>
                </a:lnTo>
                <a:lnTo>
                  <a:pt x="4314" y="1096497"/>
                </a:lnTo>
                <a:lnTo>
                  <a:pt x="6102" y="1061076"/>
                </a:lnTo>
                <a:cubicBezTo>
                  <a:pt x="66628" y="465086"/>
                  <a:pt x="569961" y="0"/>
                  <a:pt x="1181920" y="0"/>
                </a:cubicBezTo>
                <a:close/>
              </a:path>
            </a:pathLst>
          </a:cu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/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image</a:t>
            </a:r>
          </a:p>
        </p:txBody>
      </p:sp>
      <p:sp>
        <p:nvSpPr>
          <p:cNvPr id="45" name="Text Placeholder 38">
            <a:extLst>
              <a:ext uri="{FF2B5EF4-FFF2-40B4-BE49-F238E27FC236}">
                <a16:creationId xmlns:a16="http://schemas.microsoft.com/office/drawing/2014/main" id="{1315D7E1-FA24-448F-AEA1-3F0D13F44E0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44296" y="2441801"/>
            <a:ext cx="2521911" cy="106797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header for this section.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F788352-041A-3AA5-6034-7AB4A84BC3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8710" y="3513409"/>
            <a:ext cx="2521911" cy="1088571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1"/>
                </a:solidFill>
              </a:defRPr>
            </a:lvl1pPr>
            <a:lvl2pPr marL="628650" indent="-171450">
              <a:buFont typeface="Arial" panose="020B0604020202020204" pitchFamily="34" charset="0"/>
              <a:buChar char="•"/>
              <a:defRPr sz="1100">
                <a:solidFill>
                  <a:schemeClr val="bg1"/>
                </a:solidFill>
              </a:defRPr>
            </a:lvl2pPr>
            <a:lvl3pPr marL="1085850" indent="-171450">
              <a:buFont typeface="Arial" panose="020B0604020202020204" pitchFamily="34" charset="0"/>
              <a:buChar char="•"/>
              <a:defRPr sz="1100">
                <a:solidFill>
                  <a:schemeClr val="bg1"/>
                </a:solidFill>
              </a:defRPr>
            </a:lvl3pPr>
            <a:lvl4pPr marL="1543050" indent="-171450">
              <a:buFont typeface="Arial" panose="020B0604020202020204" pitchFamily="34" charset="0"/>
              <a:buChar char="•"/>
              <a:defRPr sz="1100">
                <a:solidFill>
                  <a:schemeClr val="bg1"/>
                </a:solidFill>
              </a:defRPr>
            </a:lvl4pPr>
            <a:lvl5pPr marL="2000250" indent="-171450">
              <a:buFont typeface="Arial" panose="020B0604020202020204" pitchFamily="34" charset="0"/>
              <a:buChar char="•"/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6C7EB38-5484-3E80-DFBC-1F9DDCB92B3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96502" y="3513409"/>
            <a:ext cx="2521911" cy="1088571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628650" indent="-171450"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</a:defRPr>
            </a:lvl2pPr>
            <a:lvl3pPr marL="1085850" indent="-171450"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</a:defRPr>
            </a:lvl3pPr>
            <a:lvl4pPr marL="1543050" indent="-171450"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</a:defRPr>
            </a:lvl4pPr>
            <a:lvl5pPr marL="2000250" indent="-171450"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9DB74189-AF5E-6B60-F81F-208E4FE960A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44296" y="3513409"/>
            <a:ext cx="2521911" cy="1088571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628650" indent="-171450"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</a:defRPr>
            </a:lvl2pPr>
            <a:lvl3pPr marL="1085850" indent="-171450"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</a:defRPr>
            </a:lvl3pPr>
            <a:lvl4pPr marL="1543050" indent="-171450"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</a:defRPr>
            </a:lvl4pPr>
            <a:lvl5pPr marL="2000250" indent="-171450"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388566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Statement + Images |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06623F-A9E4-6F53-E477-20211070A0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AC9E61-00CC-7CDA-3B05-820313EF8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5" name="Text Placeholder 18">
            <a:extLst>
              <a:ext uri="{FF2B5EF4-FFF2-40B4-BE49-F238E27FC236}">
                <a16:creationId xmlns:a16="http://schemas.microsoft.com/office/drawing/2014/main" id="{443DCE67-37F2-8890-2103-ADF15BC66C7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94838" y="613096"/>
            <a:ext cx="4046961" cy="188457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defRPr sz="22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70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70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70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70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statement text related to chart/graph.</a:t>
            </a:r>
          </a:p>
        </p:txBody>
      </p:sp>
      <p:sp>
        <p:nvSpPr>
          <p:cNvPr id="6" name="Text Placeholder 46">
            <a:extLst>
              <a:ext uri="{FF2B5EF4-FFF2-40B4-BE49-F238E27FC236}">
                <a16:creationId xmlns:a16="http://schemas.microsoft.com/office/drawing/2014/main" id="{A73DC227-54D4-5C26-40E6-AB2F4000445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94839" y="-11945"/>
            <a:ext cx="8801100" cy="279220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tx1"/>
                </a:solidFill>
                <a:latin typeface="Trefoil Sans Medium" panose="020B0000000000000000" pitchFamily="34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Type here to enter the presentation section name.</a:t>
            </a:r>
          </a:p>
        </p:txBody>
      </p:sp>
      <p:sp>
        <p:nvSpPr>
          <p:cNvPr id="10" name="Chart Placeholder 9">
            <a:extLst>
              <a:ext uri="{FF2B5EF4-FFF2-40B4-BE49-F238E27FC236}">
                <a16:creationId xmlns:a16="http://schemas.microsoft.com/office/drawing/2014/main" id="{EDD26772-AF80-2770-4145-ABC63E193B1B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4572000" y="613096"/>
            <a:ext cx="4267199" cy="3975838"/>
          </a:xfrm>
          <a:prstGeom prst="rect">
            <a:avLst/>
          </a:pr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chart/graph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313D07B-C16A-055D-1C93-BDAB7BED4690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194838" y="2571751"/>
            <a:ext cx="4046961" cy="201718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400" b="0" i="0">
                <a:latin typeface="Trefoil Sans Medium" panose="020B0000000000000000" pitchFamily="34" charset="0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Options to add subtitle for bullet points</a:t>
            </a:r>
          </a:p>
          <a:p>
            <a:pPr lvl="1"/>
            <a:r>
              <a:rPr lang="en-US"/>
              <a:t>Bullet point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396709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Statement | Images w/ Caption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06623F-A9E4-6F53-E477-20211070A0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AC9E61-00CC-7CDA-3B05-820313EF8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5" name="Text Placeholder 18">
            <a:extLst>
              <a:ext uri="{FF2B5EF4-FFF2-40B4-BE49-F238E27FC236}">
                <a16:creationId xmlns:a16="http://schemas.microsoft.com/office/drawing/2014/main" id="{443DCE67-37F2-8890-2103-ADF15BC66C7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94838" y="613096"/>
            <a:ext cx="4046961" cy="188457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defRPr sz="22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70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70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70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70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statement text.</a:t>
            </a:r>
          </a:p>
        </p:txBody>
      </p:sp>
      <p:sp>
        <p:nvSpPr>
          <p:cNvPr id="6" name="Text Placeholder 46">
            <a:extLst>
              <a:ext uri="{FF2B5EF4-FFF2-40B4-BE49-F238E27FC236}">
                <a16:creationId xmlns:a16="http://schemas.microsoft.com/office/drawing/2014/main" id="{A73DC227-54D4-5C26-40E6-AB2F4000445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94839" y="-11945"/>
            <a:ext cx="8801100" cy="279220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tx1"/>
                </a:solidFill>
                <a:latin typeface="Trefoil Sans Medium" panose="020B0000000000000000" pitchFamily="34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Type here to enter the presentation section name.</a:t>
            </a:r>
          </a:p>
        </p:txBody>
      </p:sp>
      <p:sp>
        <p:nvSpPr>
          <p:cNvPr id="15" name="Text Placeholder 38">
            <a:extLst>
              <a:ext uri="{FF2B5EF4-FFF2-40B4-BE49-F238E27FC236}">
                <a16:creationId xmlns:a16="http://schemas.microsoft.com/office/drawing/2014/main" id="{0163C2AE-9782-8654-8DBC-278348F592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54926" y="871432"/>
            <a:ext cx="2016376" cy="47986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accent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single/multi-line text.</a:t>
            </a:r>
          </a:p>
        </p:txBody>
      </p:sp>
      <p:sp>
        <p:nvSpPr>
          <p:cNvPr id="19" name="Text Placeholder 38">
            <a:extLst>
              <a:ext uri="{FF2B5EF4-FFF2-40B4-BE49-F238E27FC236}">
                <a16:creationId xmlns:a16="http://schemas.microsoft.com/office/drawing/2014/main" id="{4F7B3E30-1136-E430-6A53-0F68EA60D79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654926" y="2886211"/>
            <a:ext cx="2016376" cy="47986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accent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single/multi-line text.</a:t>
            </a:r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733666F0-5B6E-C03A-823F-27AF731C2179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5019675" y="871538"/>
            <a:ext cx="1500188" cy="1339850"/>
          </a:xfrm>
          <a:prstGeom prst="hexagon">
            <a:avLst/>
          </a:pr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Add Image Here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598977A0-B160-B678-C7E1-884E64375A81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019675" y="2822544"/>
            <a:ext cx="1485426" cy="1469077"/>
          </a:xfrm>
          <a:custGeom>
            <a:avLst/>
            <a:gdLst>
              <a:gd name="connsiteX0" fmla="*/ 0 w 4508501"/>
              <a:gd name="connsiteY0" fmla="*/ 0 h 4458878"/>
              <a:gd name="connsiteX1" fmla="*/ 2154743 w 4508501"/>
              <a:gd name="connsiteY1" fmla="*/ 0 h 4458878"/>
              <a:gd name="connsiteX2" fmla="*/ 2154743 w 4508501"/>
              <a:gd name="connsiteY2" fmla="*/ 6278 h 4458878"/>
              <a:gd name="connsiteX3" fmla="*/ 2279062 w 4508501"/>
              <a:gd name="connsiteY3" fmla="*/ 0 h 4458878"/>
              <a:gd name="connsiteX4" fmla="*/ 4508501 w 4508501"/>
              <a:gd name="connsiteY4" fmla="*/ 2229439 h 4458878"/>
              <a:gd name="connsiteX5" fmla="*/ 2279062 w 4508501"/>
              <a:gd name="connsiteY5" fmla="*/ 4458878 h 4458878"/>
              <a:gd name="connsiteX6" fmla="*/ 2154743 w 4508501"/>
              <a:gd name="connsiteY6" fmla="*/ 4452601 h 4458878"/>
              <a:gd name="connsiteX7" fmla="*/ 2154743 w 4508501"/>
              <a:gd name="connsiteY7" fmla="*/ 4454539 h 4458878"/>
              <a:gd name="connsiteX8" fmla="*/ 0 w 4508501"/>
              <a:gd name="connsiteY8" fmla="*/ 4454539 h 4458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08501" h="4458878">
                <a:moveTo>
                  <a:pt x="0" y="0"/>
                </a:moveTo>
                <a:lnTo>
                  <a:pt x="2154743" y="0"/>
                </a:lnTo>
                <a:lnTo>
                  <a:pt x="2154743" y="6278"/>
                </a:lnTo>
                <a:lnTo>
                  <a:pt x="2279062" y="0"/>
                </a:lnTo>
                <a:cubicBezTo>
                  <a:pt x="3510347" y="0"/>
                  <a:pt x="4508501" y="998154"/>
                  <a:pt x="4508501" y="2229439"/>
                </a:cubicBezTo>
                <a:cubicBezTo>
                  <a:pt x="4508501" y="3460724"/>
                  <a:pt x="3510347" y="4458878"/>
                  <a:pt x="2279062" y="4458878"/>
                </a:cubicBezTo>
                <a:lnTo>
                  <a:pt x="2154743" y="4452601"/>
                </a:lnTo>
                <a:lnTo>
                  <a:pt x="2154743" y="4454539"/>
                </a:lnTo>
                <a:lnTo>
                  <a:pt x="0" y="4454539"/>
                </a:lnTo>
                <a:close/>
              </a:path>
            </a:pathLst>
          </a:cu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    Add Image Here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E6AB1AE-A43E-D637-B580-A8832F1F005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654926" y="1354273"/>
            <a:ext cx="2016376" cy="1092200"/>
          </a:xfrm>
        </p:spPr>
        <p:txBody>
          <a:bodyPr>
            <a:noAutofit/>
          </a:bodyPr>
          <a:lstStyle>
            <a:lvl1pPr marL="0" indent="0">
              <a:buNone/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FCF506-4646-DBFC-A17C-E24C01E3D0D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654926" y="3366075"/>
            <a:ext cx="2016376" cy="1092200"/>
          </a:xfrm>
        </p:spPr>
        <p:txBody>
          <a:bodyPr>
            <a:noAutofit/>
          </a:bodyPr>
          <a:lstStyle>
            <a:lvl1pPr marL="0" indent="0">
              <a:buNone/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55364623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Images w/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ECA6B1-9D6C-5F56-6C22-43BCA6256D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609343-1A69-436A-81AA-96323BFE9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11" name="Text Placeholder 46">
            <a:extLst>
              <a:ext uri="{FF2B5EF4-FFF2-40B4-BE49-F238E27FC236}">
                <a16:creationId xmlns:a16="http://schemas.microsoft.com/office/drawing/2014/main" id="{A260D0EC-511E-669D-ED50-6A4369915B0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94839" y="-11945"/>
            <a:ext cx="8801100" cy="279220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tx1"/>
                </a:solidFill>
                <a:latin typeface="Trefoil Sans Medium" panose="020B0000000000000000" pitchFamily="34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Type here to enter the presentation section name.</a:t>
            </a:r>
          </a:p>
        </p:txBody>
      </p:sp>
      <p:sp>
        <p:nvSpPr>
          <p:cNvPr id="15" name="Text Placeholder 38">
            <a:extLst>
              <a:ext uri="{FF2B5EF4-FFF2-40B4-BE49-F238E27FC236}">
                <a16:creationId xmlns:a16="http://schemas.microsoft.com/office/drawing/2014/main" id="{994B30C2-3273-5889-AFF6-6E2DC77A5A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42989" y="646706"/>
            <a:ext cx="2016376" cy="47986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accent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image header.</a:t>
            </a:r>
          </a:p>
        </p:txBody>
      </p:sp>
      <p:sp>
        <p:nvSpPr>
          <p:cNvPr id="18" name="Picture Placeholder 16">
            <a:extLst>
              <a:ext uri="{FF2B5EF4-FFF2-40B4-BE49-F238E27FC236}">
                <a16:creationId xmlns:a16="http://schemas.microsoft.com/office/drawing/2014/main" id="{DB573ABE-18EB-DE46-ACEF-41E7586FB0AE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271463" y="646113"/>
            <a:ext cx="1747837" cy="1360487"/>
          </a:xfrm>
          <a:prstGeom prst="roundRect">
            <a:avLst>
              <a:gd name="adj" fmla="val 8577"/>
            </a:avLst>
          </a:pr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3" name="Text Placeholder 38">
            <a:extLst>
              <a:ext uri="{FF2B5EF4-FFF2-40B4-BE49-F238E27FC236}">
                <a16:creationId xmlns:a16="http://schemas.microsoft.com/office/drawing/2014/main" id="{73ED314D-911B-4414-287C-C2354AD1EDE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655205" y="646706"/>
            <a:ext cx="2016376" cy="47986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accent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image header.</a:t>
            </a:r>
          </a:p>
        </p:txBody>
      </p:sp>
      <p:sp>
        <p:nvSpPr>
          <p:cNvPr id="24" name="Picture Placeholder 16">
            <a:extLst>
              <a:ext uri="{FF2B5EF4-FFF2-40B4-BE49-F238E27FC236}">
                <a16:creationId xmlns:a16="http://schemas.microsoft.com/office/drawing/2014/main" id="{68D66A7D-0A7D-90D5-B6BF-34CD2C8C29D4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4783679" y="646113"/>
            <a:ext cx="1747837" cy="1360487"/>
          </a:xfrm>
          <a:prstGeom prst="roundRect">
            <a:avLst>
              <a:gd name="adj" fmla="val 8577"/>
            </a:avLst>
          </a:pr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33" name="Text Placeholder 38">
            <a:extLst>
              <a:ext uri="{FF2B5EF4-FFF2-40B4-BE49-F238E27FC236}">
                <a16:creationId xmlns:a16="http://schemas.microsoft.com/office/drawing/2014/main" id="{33C72428-C074-A404-AF0D-95799FF84A35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2142989" y="2695639"/>
            <a:ext cx="2016376" cy="47986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accent3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image header.</a:t>
            </a:r>
          </a:p>
        </p:txBody>
      </p:sp>
      <p:sp>
        <p:nvSpPr>
          <p:cNvPr id="34" name="Picture Placeholder 16">
            <a:extLst>
              <a:ext uri="{FF2B5EF4-FFF2-40B4-BE49-F238E27FC236}">
                <a16:creationId xmlns:a16="http://schemas.microsoft.com/office/drawing/2014/main" id="{E68050C5-6071-B19D-30E8-114E0A71C947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271463" y="2695046"/>
            <a:ext cx="1747837" cy="1360487"/>
          </a:xfrm>
          <a:prstGeom prst="roundRect">
            <a:avLst>
              <a:gd name="adj" fmla="val 8577"/>
            </a:avLst>
          </a:pr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36" name="Text Placeholder 38">
            <a:extLst>
              <a:ext uri="{FF2B5EF4-FFF2-40B4-BE49-F238E27FC236}">
                <a16:creationId xmlns:a16="http://schemas.microsoft.com/office/drawing/2014/main" id="{76D0BB10-84D6-1805-A77A-CF9F2228398B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655205" y="2695639"/>
            <a:ext cx="2016376" cy="47986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accent3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image header.</a:t>
            </a:r>
          </a:p>
        </p:txBody>
      </p:sp>
      <p:sp>
        <p:nvSpPr>
          <p:cNvPr id="37" name="Picture Placeholder 16">
            <a:extLst>
              <a:ext uri="{FF2B5EF4-FFF2-40B4-BE49-F238E27FC236}">
                <a16:creationId xmlns:a16="http://schemas.microsoft.com/office/drawing/2014/main" id="{75BA434F-5113-70FE-DBB4-2306732B46A6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4783679" y="2695046"/>
            <a:ext cx="1747837" cy="1360487"/>
          </a:xfrm>
          <a:prstGeom prst="roundRect">
            <a:avLst>
              <a:gd name="adj" fmla="val 8577"/>
            </a:avLst>
          </a:pr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BB5FAD1-AF5D-DC8E-E1CD-3C7823E00C9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142989" y="1125485"/>
            <a:ext cx="2016376" cy="885541"/>
          </a:xfrm>
        </p:spPr>
        <p:txBody>
          <a:bodyPr>
            <a:noAutofit/>
          </a:bodyPr>
          <a:lstStyle>
            <a:lvl1pPr marL="0" indent="0">
              <a:buNone/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8A0D8AEC-DE75-0F82-E39B-9F590E00FC22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655205" y="1125485"/>
            <a:ext cx="2016376" cy="885541"/>
          </a:xfrm>
        </p:spPr>
        <p:txBody>
          <a:bodyPr>
            <a:noAutofit/>
          </a:bodyPr>
          <a:lstStyle>
            <a:lvl1pPr marL="0" indent="0">
              <a:buNone/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49C61A71-4397-8748-D4E9-CF88C1C9D1D9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2142989" y="3174779"/>
            <a:ext cx="2016376" cy="885541"/>
          </a:xfrm>
        </p:spPr>
        <p:txBody>
          <a:bodyPr>
            <a:noAutofit/>
          </a:bodyPr>
          <a:lstStyle>
            <a:lvl1pPr marL="0" indent="0">
              <a:buNone/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8610047-BCEF-819D-D8B2-E8386A6AD6B8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6655205" y="3174779"/>
            <a:ext cx="2016376" cy="885541"/>
          </a:xfrm>
        </p:spPr>
        <p:txBody>
          <a:bodyPr>
            <a:noAutofit/>
          </a:bodyPr>
          <a:lstStyle>
            <a:lvl1pPr marL="0" indent="0">
              <a:buNone/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87322020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Images w/ Caption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589E29-234C-9C1F-599D-2CB7CAC459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AAC730-8DE6-91DD-5BB2-B0D01E084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5" name="Text Placeholder 46">
            <a:extLst>
              <a:ext uri="{FF2B5EF4-FFF2-40B4-BE49-F238E27FC236}">
                <a16:creationId xmlns:a16="http://schemas.microsoft.com/office/drawing/2014/main" id="{9467510D-3CAD-8BB5-BA20-2E6DF186DF2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94839" y="-11945"/>
            <a:ext cx="8801100" cy="279220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tx1"/>
                </a:solidFill>
                <a:latin typeface="Trefoil Sans Medium" panose="020B0000000000000000" pitchFamily="34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Type here to enter the presentation section name.</a:t>
            </a: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73CF8B4C-2E1F-6F76-48D8-67090FDC167F}"/>
              </a:ext>
            </a:extLst>
          </p:cNvPr>
          <p:cNvSpPr/>
          <p:nvPr userDrawn="1"/>
        </p:nvSpPr>
        <p:spPr>
          <a:xfrm>
            <a:off x="-135467" y="304800"/>
            <a:ext cx="4552572" cy="4347500"/>
          </a:xfrm>
          <a:custGeom>
            <a:avLst/>
            <a:gdLst>
              <a:gd name="connsiteX0" fmla="*/ 0 w 4552572"/>
              <a:gd name="connsiteY0" fmla="*/ 0 h 4347500"/>
              <a:gd name="connsiteX1" fmla="*/ 4443580 w 4552572"/>
              <a:gd name="connsiteY1" fmla="*/ 0 h 4347500"/>
              <a:gd name="connsiteX2" fmla="*/ 4552572 w 4552572"/>
              <a:gd name="connsiteY2" fmla="*/ 108992 h 4347500"/>
              <a:gd name="connsiteX3" fmla="*/ 4552572 w 4552572"/>
              <a:gd name="connsiteY3" fmla="*/ 4238508 h 4347500"/>
              <a:gd name="connsiteX4" fmla="*/ 4443580 w 4552572"/>
              <a:gd name="connsiteY4" fmla="*/ 4347500 h 4347500"/>
              <a:gd name="connsiteX5" fmla="*/ 0 w 4552572"/>
              <a:gd name="connsiteY5" fmla="*/ 4347500 h 4347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52572" h="4347500">
                <a:moveTo>
                  <a:pt x="0" y="0"/>
                </a:moveTo>
                <a:lnTo>
                  <a:pt x="4443580" y="0"/>
                </a:lnTo>
                <a:cubicBezTo>
                  <a:pt x="4503775" y="0"/>
                  <a:pt x="4552572" y="48797"/>
                  <a:pt x="4552572" y="108992"/>
                </a:cubicBezTo>
                <a:lnTo>
                  <a:pt x="4552572" y="4238508"/>
                </a:lnTo>
                <a:cubicBezTo>
                  <a:pt x="4552572" y="4298703"/>
                  <a:pt x="4503775" y="4347500"/>
                  <a:pt x="4443580" y="4347500"/>
                </a:cubicBezTo>
                <a:lnTo>
                  <a:pt x="0" y="4347500"/>
                </a:lnTo>
                <a:close/>
              </a:path>
            </a:pathLst>
          </a:custGeom>
          <a:noFill/>
          <a:ln w="15875">
            <a:solidFill>
              <a:schemeClr val="accent3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200">
              <a:solidFill>
                <a:schemeClr val="tx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20" name="Picture Placeholder 18">
            <a:extLst>
              <a:ext uri="{FF2B5EF4-FFF2-40B4-BE49-F238E27FC236}">
                <a16:creationId xmlns:a16="http://schemas.microsoft.com/office/drawing/2014/main" id="{102ED8F4-7CBC-F77E-4EA3-E4FE366E7E6A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284163" y="577850"/>
            <a:ext cx="3854450" cy="2268538"/>
          </a:xfrm>
          <a:prstGeom prst="roundRect">
            <a:avLst>
              <a:gd name="adj" fmla="val 4351"/>
            </a:avLst>
          </a:pr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image</a:t>
            </a:r>
          </a:p>
        </p:txBody>
      </p:sp>
      <p:sp>
        <p:nvSpPr>
          <p:cNvPr id="23" name="Picture Placeholder 21">
            <a:extLst>
              <a:ext uri="{FF2B5EF4-FFF2-40B4-BE49-F238E27FC236}">
                <a16:creationId xmlns:a16="http://schemas.microsoft.com/office/drawing/2014/main" id="{17D3C7D8-2697-4247-FFAF-D25604F57D0E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727575" y="304800"/>
            <a:ext cx="4124325" cy="4348163"/>
          </a:xfrm>
          <a:prstGeom prst="roundRect">
            <a:avLst>
              <a:gd name="adj" fmla="val 2708"/>
            </a:avLst>
          </a:pr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image</a:t>
            </a:r>
          </a:p>
        </p:txBody>
      </p:sp>
      <p:sp>
        <p:nvSpPr>
          <p:cNvPr id="26" name="Text Placeholder 38">
            <a:extLst>
              <a:ext uri="{FF2B5EF4-FFF2-40B4-BE49-F238E27FC236}">
                <a16:creationId xmlns:a16="http://schemas.microsoft.com/office/drawing/2014/main" id="{A1264A48-1F85-A080-CDB5-410FB690C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4840" y="2958707"/>
            <a:ext cx="1707392" cy="134988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statement text.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0A81A1D4-047B-3FC6-2FDD-7A7A36DB43D6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2138767" y="2949590"/>
            <a:ext cx="2007134" cy="161605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100" b="0" i="0">
                <a:latin typeface="Trefoil Sans Light" panose="020B0000000000000000" pitchFamily="34" charset="0"/>
              </a:defRPr>
            </a:lvl1pPr>
            <a:lvl2pPr algn="l">
              <a:defRPr sz="1100"/>
            </a:lvl2pPr>
            <a:lvl3pPr algn="l">
              <a:defRPr sz="1100"/>
            </a:lvl3pPr>
            <a:lvl4pPr algn="l">
              <a:defRPr sz="1100"/>
            </a:lvl4pPr>
            <a:lvl5pPr algn="l">
              <a:defRPr sz="1100"/>
            </a:lvl5pPr>
          </a:lstStyle>
          <a:p>
            <a:pPr lvl="0"/>
            <a:r>
              <a:rPr lang="en-US"/>
              <a:t>Type here to enter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61065190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Statement | Images w/ Call Ou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393450-46D4-9698-5DE6-C14F1E50BC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850E8-42BD-5FF7-C215-16ACA2745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B0C64AD-6937-446E-D85A-CE2B46AD52A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0" y="279268"/>
            <a:ext cx="4508501" cy="4458878"/>
          </a:xfrm>
          <a:custGeom>
            <a:avLst/>
            <a:gdLst>
              <a:gd name="connsiteX0" fmla="*/ 0 w 4508501"/>
              <a:gd name="connsiteY0" fmla="*/ 0 h 4458878"/>
              <a:gd name="connsiteX1" fmla="*/ 2154743 w 4508501"/>
              <a:gd name="connsiteY1" fmla="*/ 0 h 4458878"/>
              <a:gd name="connsiteX2" fmla="*/ 2154743 w 4508501"/>
              <a:gd name="connsiteY2" fmla="*/ 6278 h 4458878"/>
              <a:gd name="connsiteX3" fmla="*/ 2279062 w 4508501"/>
              <a:gd name="connsiteY3" fmla="*/ 0 h 4458878"/>
              <a:gd name="connsiteX4" fmla="*/ 4508501 w 4508501"/>
              <a:gd name="connsiteY4" fmla="*/ 2229439 h 4458878"/>
              <a:gd name="connsiteX5" fmla="*/ 2279062 w 4508501"/>
              <a:gd name="connsiteY5" fmla="*/ 4458878 h 4458878"/>
              <a:gd name="connsiteX6" fmla="*/ 2154743 w 4508501"/>
              <a:gd name="connsiteY6" fmla="*/ 4452601 h 4458878"/>
              <a:gd name="connsiteX7" fmla="*/ 2154743 w 4508501"/>
              <a:gd name="connsiteY7" fmla="*/ 4454539 h 4458878"/>
              <a:gd name="connsiteX8" fmla="*/ 0 w 4508501"/>
              <a:gd name="connsiteY8" fmla="*/ 4454539 h 4458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08501" h="4458878">
                <a:moveTo>
                  <a:pt x="0" y="0"/>
                </a:moveTo>
                <a:lnTo>
                  <a:pt x="2154743" y="0"/>
                </a:lnTo>
                <a:lnTo>
                  <a:pt x="2154743" y="6278"/>
                </a:lnTo>
                <a:lnTo>
                  <a:pt x="2279062" y="0"/>
                </a:lnTo>
                <a:cubicBezTo>
                  <a:pt x="3510347" y="0"/>
                  <a:pt x="4508501" y="998154"/>
                  <a:pt x="4508501" y="2229439"/>
                </a:cubicBezTo>
                <a:cubicBezTo>
                  <a:pt x="4508501" y="3460724"/>
                  <a:pt x="3510347" y="4458878"/>
                  <a:pt x="2279062" y="4458878"/>
                </a:cubicBezTo>
                <a:lnTo>
                  <a:pt x="2154743" y="4452601"/>
                </a:lnTo>
                <a:lnTo>
                  <a:pt x="2154743" y="4454539"/>
                </a:lnTo>
                <a:lnTo>
                  <a:pt x="0" y="4454539"/>
                </a:lnTo>
                <a:close/>
              </a:path>
            </a:pathLst>
          </a:cu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	Click icon to add image</a:t>
            </a:r>
          </a:p>
        </p:txBody>
      </p:sp>
      <p:sp>
        <p:nvSpPr>
          <p:cNvPr id="6" name="Text Placeholder 46">
            <a:extLst>
              <a:ext uri="{FF2B5EF4-FFF2-40B4-BE49-F238E27FC236}">
                <a16:creationId xmlns:a16="http://schemas.microsoft.com/office/drawing/2014/main" id="{0D8BD7A6-CEFA-4A06-94A9-3A2A33BD8E1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17485" y="139659"/>
            <a:ext cx="3655705" cy="27922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tx1"/>
                </a:solidFill>
                <a:latin typeface="Trefoil Sans Medium" panose="020B0000000000000000" pitchFamily="34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Type here to enter the presentation section name.</a:t>
            </a:r>
          </a:p>
        </p:txBody>
      </p:sp>
      <p:sp>
        <p:nvSpPr>
          <p:cNvPr id="8" name="Text Placeholder 18">
            <a:extLst>
              <a:ext uri="{FF2B5EF4-FFF2-40B4-BE49-F238E27FC236}">
                <a16:creationId xmlns:a16="http://schemas.microsoft.com/office/drawing/2014/main" id="{DBDDBB94-CADB-995A-A9DC-C91C15D277B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17485" y="687179"/>
            <a:ext cx="4048701" cy="188457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defRPr sz="26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70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70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70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70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statement text.</a:t>
            </a:r>
          </a:p>
        </p:txBody>
      </p:sp>
      <p:sp>
        <p:nvSpPr>
          <p:cNvPr id="13" name="Text Placeholder 38">
            <a:extLst>
              <a:ext uri="{FF2B5EF4-FFF2-40B4-BE49-F238E27FC236}">
                <a16:creationId xmlns:a16="http://schemas.microsoft.com/office/drawing/2014/main" id="{F4FB1D49-E8B4-DA30-6A81-D33849BE504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60446" y="3793156"/>
            <a:ext cx="1316226" cy="27922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100" b="0" i="0">
                <a:solidFill>
                  <a:schemeClr val="accent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title here</a:t>
            </a:r>
          </a:p>
        </p:txBody>
      </p:sp>
      <p:sp>
        <p:nvSpPr>
          <p:cNvPr id="17" name="Text Placeholder 38">
            <a:extLst>
              <a:ext uri="{FF2B5EF4-FFF2-40B4-BE49-F238E27FC236}">
                <a16:creationId xmlns:a16="http://schemas.microsoft.com/office/drawing/2014/main" id="{5F708E09-4882-FBBB-67B6-BA558DE5FC8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49960" y="3793156"/>
            <a:ext cx="1316226" cy="27922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100" b="0" i="0">
                <a:solidFill>
                  <a:schemeClr val="accent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title here</a:t>
            </a:r>
          </a:p>
        </p:txBody>
      </p:sp>
      <p:sp>
        <p:nvSpPr>
          <p:cNvPr id="19" name="Text Placeholder 38">
            <a:extLst>
              <a:ext uri="{FF2B5EF4-FFF2-40B4-BE49-F238E27FC236}">
                <a16:creationId xmlns:a16="http://schemas.microsoft.com/office/drawing/2014/main" id="{7EC42056-3A7C-1C7D-4F4B-D2B96F7487AF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155203" y="3793156"/>
            <a:ext cx="1316226" cy="27922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100" b="0" i="0">
                <a:solidFill>
                  <a:schemeClr val="accent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title here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9367A62B-D87F-6963-7C1A-F1EFB84F1B1D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4760446" y="4121373"/>
            <a:ext cx="1316226" cy="61677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algn="ctr">
              <a:defRPr sz="10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4994477-4AED-E5B0-9658-2E85362D33D5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6155203" y="4121373"/>
            <a:ext cx="1316226" cy="61677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algn="ctr">
              <a:defRPr sz="10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35A0340-F2F3-4A61-B5F2-56176F6A0051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7549960" y="4121373"/>
            <a:ext cx="1316226" cy="61677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algn="ctr">
              <a:defRPr sz="10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847088490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Statistics | Column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8A9E9E-4DF6-DDF1-B4B7-119BB7BB2C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37695F-185D-C362-1B10-B16FC408E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5" name="Text Placeholder 46">
            <a:extLst>
              <a:ext uri="{FF2B5EF4-FFF2-40B4-BE49-F238E27FC236}">
                <a16:creationId xmlns:a16="http://schemas.microsoft.com/office/drawing/2014/main" id="{9B744577-8549-3D99-5D5F-E16E2F217A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94839" y="-11945"/>
            <a:ext cx="8801100" cy="279220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tx1"/>
                </a:solidFill>
                <a:latin typeface="Trefoil Sans Medium" panose="020B0000000000000000" pitchFamily="34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Type here to enter the presentation section name.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B04C01B3-BA33-F748-3E72-C375115768CA}"/>
              </a:ext>
            </a:extLst>
          </p:cNvPr>
          <p:cNvSpPr txBox="1">
            <a:spLocks/>
          </p:cNvSpPr>
          <p:nvPr userDrawn="1"/>
        </p:nvSpPr>
        <p:spPr>
          <a:xfrm>
            <a:off x="8485459" y="4972051"/>
            <a:ext cx="550592" cy="18273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685800" rtl="0" eaLnBrk="1" latinLnBrk="0" hangingPunct="1">
              <a:defRPr sz="600" b="0" i="0" kern="1200">
                <a:solidFill>
                  <a:schemeClr val="tx1"/>
                </a:solidFill>
                <a:latin typeface="Girl Scout Text Book" panose="02020003000000000000" pitchFamily="18" charset="0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05FB7111-968B-A420-35FC-8F787BD426E5}"/>
              </a:ext>
            </a:extLst>
          </p:cNvPr>
          <p:cNvSpPr txBox="1">
            <a:spLocks/>
          </p:cNvSpPr>
          <p:nvPr userDrawn="1"/>
        </p:nvSpPr>
        <p:spPr>
          <a:xfrm>
            <a:off x="171449" y="4998093"/>
            <a:ext cx="5673297" cy="15457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marR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450" b="0" i="0" u="none" strike="noStrike" kern="1200" smtClean="0">
                <a:solidFill>
                  <a:schemeClr val="tx1"/>
                </a:solidFill>
                <a:effectLst/>
                <a:latin typeface="Girl Scout Text Book" panose="02020003000000000000" pitchFamily="18" charset="0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©2024 Girl Scouts of the USA. All Rights Reserved.  Not for public distribution.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2239C51-B191-70AD-BE56-AC46513B1745}"/>
              </a:ext>
            </a:extLst>
          </p:cNvPr>
          <p:cNvSpPr/>
          <p:nvPr userDrawn="1"/>
        </p:nvSpPr>
        <p:spPr>
          <a:xfrm>
            <a:off x="251401" y="452487"/>
            <a:ext cx="4167036" cy="4326903"/>
          </a:xfrm>
          <a:prstGeom prst="roundRect">
            <a:avLst>
              <a:gd name="adj" fmla="val 3715"/>
            </a:avLst>
          </a:prstGeom>
          <a:solidFill>
            <a:schemeClr val="accent5"/>
          </a:solidFill>
          <a:ln w="15875"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97EF6E5-040A-9697-314A-DC8CC51D5EB9}"/>
              </a:ext>
            </a:extLst>
          </p:cNvPr>
          <p:cNvSpPr/>
          <p:nvPr userDrawn="1"/>
        </p:nvSpPr>
        <p:spPr>
          <a:xfrm>
            <a:off x="4750964" y="475752"/>
            <a:ext cx="4167036" cy="4326903"/>
          </a:xfrm>
          <a:prstGeom prst="roundRect">
            <a:avLst>
              <a:gd name="adj" fmla="val 3715"/>
            </a:avLst>
          </a:prstGeom>
          <a:solidFill>
            <a:schemeClr val="accent1"/>
          </a:solidFill>
          <a:ln w="15875"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CCB9F12-270C-4CD1-9858-B137ADF2F14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57258" y="2160218"/>
            <a:ext cx="3955322" cy="6614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40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70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70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70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70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Enter Statistic Here</a:t>
            </a:r>
          </a:p>
        </p:txBody>
      </p:sp>
      <p:sp>
        <p:nvSpPr>
          <p:cNvPr id="21" name="Text Placeholder 38">
            <a:extLst>
              <a:ext uri="{FF2B5EF4-FFF2-40B4-BE49-F238E27FC236}">
                <a16:creationId xmlns:a16="http://schemas.microsoft.com/office/drawing/2014/main" id="{A5C0E704-BD2C-680D-FA1D-07334DB615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2659" y="2994539"/>
            <a:ext cx="3929921" cy="51057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400" b="0" i="0">
                <a:solidFill>
                  <a:schemeClr val="accent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subtitle.</a:t>
            </a:r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C4D7A40E-D08B-AD6C-89DB-4D38AC268FA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856821" y="2160218"/>
            <a:ext cx="3955322" cy="6614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4000" b="0" i="0">
                <a:solidFill>
                  <a:schemeClr val="accent5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70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70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70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70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Enter Statistic Here</a:t>
            </a:r>
          </a:p>
        </p:txBody>
      </p:sp>
      <p:sp>
        <p:nvSpPr>
          <p:cNvPr id="29" name="Text Placeholder 38">
            <a:extLst>
              <a:ext uri="{FF2B5EF4-FFF2-40B4-BE49-F238E27FC236}">
                <a16:creationId xmlns:a16="http://schemas.microsoft.com/office/drawing/2014/main" id="{8A5BF5B3-7208-0F39-8F29-D54CC30D1C47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882222" y="2994539"/>
            <a:ext cx="3929921" cy="51057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400" b="0" i="0">
                <a:solidFill>
                  <a:schemeClr val="accent5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subtitle.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A77C503-9603-8F1A-2FDE-4D41B386D4B1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82659" y="3512550"/>
            <a:ext cx="3929920" cy="1102101"/>
          </a:xfr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26A17BC5-31A7-B5E1-F718-9E85E8122672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4882223" y="3512550"/>
            <a:ext cx="3929920" cy="1102101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342357469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Statistics | Column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8A9E9E-4DF6-DDF1-B4B7-119BB7BB2C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37695F-185D-C362-1B10-B16FC408E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5" name="Text Placeholder 46">
            <a:extLst>
              <a:ext uri="{FF2B5EF4-FFF2-40B4-BE49-F238E27FC236}">
                <a16:creationId xmlns:a16="http://schemas.microsoft.com/office/drawing/2014/main" id="{9B744577-8549-3D99-5D5F-E16E2F217A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94839" y="-11945"/>
            <a:ext cx="8801100" cy="279220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tx1"/>
                </a:solidFill>
                <a:latin typeface="Trefoil Sans Medium" panose="020B0000000000000000" pitchFamily="34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Type here to enter the presentation section name.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B04C01B3-BA33-F748-3E72-C375115768CA}"/>
              </a:ext>
            </a:extLst>
          </p:cNvPr>
          <p:cNvSpPr txBox="1">
            <a:spLocks/>
          </p:cNvSpPr>
          <p:nvPr userDrawn="1"/>
        </p:nvSpPr>
        <p:spPr>
          <a:xfrm>
            <a:off x="8485459" y="4972051"/>
            <a:ext cx="550592" cy="18273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685800" rtl="0" eaLnBrk="1" latinLnBrk="0" hangingPunct="1">
              <a:defRPr sz="600" b="0" i="0" kern="1200">
                <a:solidFill>
                  <a:schemeClr val="tx1"/>
                </a:solidFill>
                <a:latin typeface="Girl Scout Text Book" panose="02020003000000000000" pitchFamily="18" charset="0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05FB7111-968B-A420-35FC-8F787BD426E5}"/>
              </a:ext>
            </a:extLst>
          </p:cNvPr>
          <p:cNvSpPr txBox="1">
            <a:spLocks/>
          </p:cNvSpPr>
          <p:nvPr userDrawn="1"/>
        </p:nvSpPr>
        <p:spPr>
          <a:xfrm>
            <a:off x="171449" y="4998093"/>
            <a:ext cx="5673297" cy="15457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marR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450" b="0" i="0" u="none" strike="noStrike" kern="1200" smtClean="0">
                <a:solidFill>
                  <a:schemeClr val="tx1"/>
                </a:solidFill>
                <a:effectLst/>
                <a:latin typeface="Girl Scout Text Book" panose="02020003000000000000" pitchFamily="18" charset="0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©2024 Girl Scouts of the USA. All Rights Reserved.  Not for public distribution.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2239C51-B191-70AD-BE56-AC46513B1745}"/>
              </a:ext>
            </a:extLst>
          </p:cNvPr>
          <p:cNvSpPr/>
          <p:nvPr userDrawn="1"/>
        </p:nvSpPr>
        <p:spPr>
          <a:xfrm>
            <a:off x="4725211" y="469232"/>
            <a:ext cx="4167036" cy="4326903"/>
          </a:xfrm>
          <a:prstGeom prst="roundRect">
            <a:avLst>
              <a:gd name="adj" fmla="val 3715"/>
            </a:avLst>
          </a:prstGeom>
          <a:solidFill>
            <a:schemeClr val="accent5"/>
          </a:solidFill>
          <a:ln w="15875"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97EF6E5-040A-9697-314A-DC8CC51D5EB9}"/>
              </a:ext>
            </a:extLst>
          </p:cNvPr>
          <p:cNvSpPr/>
          <p:nvPr userDrawn="1"/>
        </p:nvSpPr>
        <p:spPr>
          <a:xfrm>
            <a:off x="313976" y="475752"/>
            <a:ext cx="4167036" cy="4326903"/>
          </a:xfrm>
          <a:prstGeom prst="roundRect">
            <a:avLst>
              <a:gd name="adj" fmla="val 3715"/>
            </a:avLst>
          </a:prstGeom>
          <a:solidFill>
            <a:schemeClr val="accent1"/>
          </a:solidFill>
          <a:ln w="15875"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CCB9F12-270C-4CD1-9858-B137ADF2F14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31068" y="2176963"/>
            <a:ext cx="3955322" cy="6614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40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70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70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70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70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Enter Statistic Here</a:t>
            </a:r>
          </a:p>
        </p:txBody>
      </p:sp>
      <p:sp>
        <p:nvSpPr>
          <p:cNvPr id="21" name="Text Placeholder 38">
            <a:extLst>
              <a:ext uri="{FF2B5EF4-FFF2-40B4-BE49-F238E27FC236}">
                <a16:creationId xmlns:a16="http://schemas.microsoft.com/office/drawing/2014/main" id="{A5C0E704-BD2C-680D-FA1D-07334DB615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56469" y="3011284"/>
            <a:ext cx="3929921" cy="51057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400" b="0" i="0">
                <a:solidFill>
                  <a:schemeClr val="accent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subtitle.</a:t>
            </a:r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C4D7A40E-D08B-AD6C-89DB-4D38AC268FA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9833" y="2160218"/>
            <a:ext cx="3955322" cy="6614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4000" b="0" i="0">
                <a:solidFill>
                  <a:schemeClr val="accent5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70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70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70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70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Enter Statistic Here</a:t>
            </a:r>
          </a:p>
        </p:txBody>
      </p:sp>
      <p:sp>
        <p:nvSpPr>
          <p:cNvPr id="29" name="Text Placeholder 38">
            <a:extLst>
              <a:ext uri="{FF2B5EF4-FFF2-40B4-BE49-F238E27FC236}">
                <a16:creationId xmlns:a16="http://schemas.microsoft.com/office/drawing/2014/main" id="{8A5BF5B3-7208-0F39-8F29-D54CC30D1C47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45234" y="2994539"/>
            <a:ext cx="3929921" cy="51057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400" b="0" i="0">
                <a:solidFill>
                  <a:schemeClr val="accent5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subtitle.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A77C503-9603-8F1A-2FDE-4D41B386D4B1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856469" y="3529295"/>
            <a:ext cx="3929920" cy="1102101"/>
          </a:xfr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26A17BC5-31A7-B5E1-F718-9E85E8122672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445235" y="3512550"/>
            <a:ext cx="3929920" cy="1102101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146870444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Statistics | Column-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AFF890-A5A4-988B-DB61-693D1C0B58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27667C-2212-B51B-2C94-4D394F8C1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345B043-D379-1DC5-94C6-1A49743D6D74}"/>
              </a:ext>
            </a:extLst>
          </p:cNvPr>
          <p:cNvSpPr/>
          <p:nvPr userDrawn="1"/>
        </p:nvSpPr>
        <p:spPr>
          <a:xfrm>
            <a:off x="3247011" y="452487"/>
            <a:ext cx="2619729" cy="4326903"/>
          </a:xfrm>
          <a:prstGeom prst="roundRect">
            <a:avLst>
              <a:gd name="adj" fmla="val 3715"/>
            </a:avLst>
          </a:prstGeom>
          <a:noFill/>
          <a:ln w="15875">
            <a:solidFill>
              <a:schemeClr val="accent3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9704E64-A5C5-687F-C4AE-51077C1E685A}"/>
              </a:ext>
            </a:extLst>
          </p:cNvPr>
          <p:cNvSpPr/>
          <p:nvPr userDrawn="1"/>
        </p:nvSpPr>
        <p:spPr>
          <a:xfrm>
            <a:off x="6242621" y="452487"/>
            <a:ext cx="2619729" cy="4326903"/>
          </a:xfrm>
          <a:prstGeom prst="roundRect">
            <a:avLst>
              <a:gd name="adj" fmla="val 3715"/>
            </a:avLst>
          </a:prstGeom>
          <a:noFill/>
          <a:ln w="15875">
            <a:solidFill>
              <a:schemeClr val="accent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00C2B26-48D6-423D-C220-C33F5FD28750}"/>
              </a:ext>
            </a:extLst>
          </p:cNvPr>
          <p:cNvSpPr/>
          <p:nvPr userDrawn="1"/>
        </p:nvSpPr>
        <p:spPr>
          <a:xfrm>
            <a:off x="251401" y="452487"/>
            <a:ext cx="2619729" cy="4326903"/>
          </a:xfrm>
          <a:prstGeom prst="roundRect">
            <a:avLst>
              <a:gd name="adj" fmla="val 3715"/>
            </a:avLst>
          </a:prstGeom>
          <a:noFill/>
          <a:ln w="15875">
            <a:solidFill>
              <a:schemeClr val="accent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2D31754A-E512-2DE4-BCF0-A3840B2AFF0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6073" y="2160218"/>
            <a:ext cx="2421752" cy="6614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40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70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70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70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70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Enter Statistic</a:t>
            </a:r>
          </a:p>
        </p:txBody>
      </p:sp>
      <p:sp>
        <p:nvSpPr>
          <p:cNvPr id="22" name="Text Placeholder 38">
            <a:extLst>
              <a:ext uri="{FF2B5EF4-FFF2-40B4-BE49-F238E27FC236}">
                <a16:creationId xmlns:a16="http://schemas.microsoft.com/office/drawing/2014/main" id="{63DB6871-A594-9C94-65A1-2FEA629E81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0867" y="2994539"/>
            <a:ext cx="2406200" cy="51057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400" b="0" i="0">
                <a:solidFill>
                  <a:schemeClr val="accent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subtitle.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F19F82FA-D244-75C6-D874-E51D21DCAF8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352657" y="2160218"/>
            <a:ext cx="2421752" cy="6614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4000" b="0" i="0">
                <a:solidFill>
                  <a:schemeClr val="accent3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70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70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70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70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Enter Statistic</a:t>
            </a:r>
          </a:p>
        </p:txBody>
      </p:sp>
      <p:sp>
        <p:nvSpPr>
          <p:cNvPr id="25" name="Text Placeholder 38">
            <a:extLst>
              <a:ext uri="{FF2B5EF4-FFF2-40B4-BE49-F238E27FC236}">
                <a16:creationId xmlns:a16="http://schemas.microsoft.com/office/drawing/2014/main" id="{B4DC0A1A-A75C-9E33-336D-333D1187FDC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377451" y="2994539"/>
            <a:ext cx="2406200" cy="51057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400" b="0" i="0">
                <a:solidFill>
                  <a:schemeClr val="accent3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subtitle.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06860703-9AFB-A2E4-B728-C3DB3FC2BA5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342139" y="2160218"/>
            <a:ext cx="2421752" cy="6614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4000" b="0" i="0">
                <a:solidFill>
                  <a:schemeClr val="accent2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70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70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70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70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Enter Statistic</a:t>
            </a:r>
          </a:p>
        </p:txBody>
      </p:sp>
      <p:sp>
        <p:nvSpPr>
          <p:cNvPr id="28" name="Text Placeholder 38">
            <a:extLst>
              <a:ext uri="{FF2B5EF4-FFF2-40B4-BE49-F238E27FC236}">
                <a16:creationId xmlns:a16="http://schemas.microsoft.com/office/drawing/2014/main" id="{A843D680-F8C1-960B-FD77-3CD192F5E6D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66933" y="2994539"/>
            <a:ext cx="2406200" cy="51057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400" b="0" i="0">
                <a:solidFill>
                  <a:schemeClr val="accent2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subtitle.</a:t>
            </a:r>
          </a:p>
        </p:txBody>
      </p:sp>
      <p:sp>
        <p:nvSpPr>
          <p:cNvPr id="33" name="Text Placeholder 46">
            <a:extLst>
              <a:ext uri="{FF2B5EF4-FFF2-40B4-BE49-F238E27FC236}">
                <a16:creationId xmlns:a16="http://schemas.microsoft.com/office/drawing/2014/main" id="{EF4611A7-5BB5-283F-6AA6-7EBFAA022D4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94839" y="-11945"/>
            <a:ext cx="8801100" cy="279220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tx1"/>
                </a:solidFill>
                <a:latin typeface="Trefoil Sans Medium" panose="020B0000000000000000" pitchFamily="34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Type here to enter the presentation section name.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DB20876A-2B15-1FBB-8E12-948639DACF5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67106" y="3512550"/>
            <a:ext cx="2409961" cy="1102101"/>
          </a:xfr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086AAFA-6E37-F5B3-0C15-2EC247B2E5F5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3377451" y="3512550"/>
            <a:ext cx="2409961" cy="1102101"/>
          </a:xfr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16425E27-877E-4572-0E5E-0A379D845FE4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6366933" y="3512550"/>
            <a:ext cx="2409961" cy="1102101"/>
          </a:xfr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25594659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Call Out w/ Icons 4-up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A2A0D4-09BF-E592-0A99-F31C9B6DF7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34465D-0AE8-EB3C-3BB8-4A518821D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6D53FA2-05CA-2EAB-CBA6-76D0EDDF3EEA}"/>
              </a:ext>
            </a:extLst>
          </p:cNvPr>
          <p:cNvSpPr/>
          <p:nvPr userDrawn="1"/>
        </p:nvSpPr>
        <p:spPr>
          <a:xfrm rot="16200000">
            <a:off x="1286753" y="-751280"/>
            <a:ext cx="2163480" cy="4190045"/>
          </a:xfrm>
          <a:prstGeom prst="roundRect">
            <a:avLst>
              <a:gd name="adj" fmla="val 50000"/>
            </a:avLst>
          </a:prstGeom>
          <a:noFill/>
          <a:ln w="15875">
            <a:solidFill>
              <a:schemeClr val="accent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D50F932-9561-216C-64DD-F1F23D5DC758}"/>
              </a:ext>
            </a:extLst>
          </p:cNvPr>
          <p:cNvSpPr/>
          <p:nvPr userDrawn="1"/>
        </p:nvSpPr>
        <p:spPr>
          <a:xfrm rot="16200000">
            <a:off x="1286753" y="1564043"/>
            <a:ext cx="2163480" cy="4190046"/>
          </a:xfrm>
          <a:prstGeom prst="roundRect">
            <a:avLst>
              <a:gd name="adj" fmla="val 50000"/>
            </a:avLst>
          </a:prstGeom>
          <a:noFill/>
          <a:ln w="15875">
            <a:solidFill>
              <a:schemeClr val="accent3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AEF3B05-A4A6-FA20-B4E8-BBCA1735B7AD}"/>
              </a:ext>
            </a:extLst>
          </p:cNvPr>
          <p:cNvSpPr/>
          <p:nvPr userDrawn="1"/>
        </p:nvSpPr>
        <p:spPr>
          <a:xfrm rot="16200000">
            <a:off x="5693767" y="-751279"/>
            <a:ext cx="2163480" cy="4190045"/>
          </a:xfrm>
          <a:prstGeom prst="roundRect">
            <a:avLst>
              <a:gd name="adj" fmla="val 50000"/>
            </a:avLst>
          </a:prstGeom>
          <a:noFill/>
          <a:ln w="15875">
            <a:solidFill>
              <a:schemeClr val="accent4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27BF13D-74F8-DC76-0744-5AD5D0996C31}"/>
              </a:ext>
            </a:extLst>
          </p:cNvPr>
          <p:cNvSpPr/>
          <p:nvPr userDrawn="1"/>
        </p:nvSpPr>
        <p:spPr>
          <a:xfrm rot="16200000">
            <a:off x="5693767" y="1564043"/>
            <a:ext cx="2163480" cy="4190046"/>
          </a:xfrm>
          <a:prstGeom prst="roundRect">
            <a:avLst>
              <a:gd name="adj" fmla="val 50000"/>
            </a:avLst>
          </a:prstGeom>
          <a:noFill/>
          <a:ln w="15875">
            <a:solidFill>
              <a:schemeClr val="accent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22" name="Text Placeholder 38">
            <a:extLst>
              <a:ext uri="{FF2B5EF4-FFF2-40B4-BE49-F238E27FC236}">
                <a16:creationId xmlns:a16="http://schemas.microsoft.com/office/drawing/2014/main" id="{DF7B4CEB-728C-CAFB-B147-F78B6B0BDC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32417" y="1537191"/>
            <a:ext cx="2671558" cy="26055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accent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title</a:t>
            </a:r>
          </a:p>
        </p:txBody>
      </p:sp>
      <p:sp>
        <p:nvSpPr>
          <p:cNvPr id="28" name="Text Placeholder 38">
            <a:extLst>
              <a:ext uri="{FF2B5EF4-FFF2-40B4-BE49-F238E27FC236}">
                <a16:creationId xmlns:a16="http://schemas.microsoft.com/office/drawing/2014/main" id="{46A136AE-9957-CB02-82C0-7240B0D087CF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440025" y="1537191"/>
            <a:ext cx="2671558" cy="26055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accent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title</a:t>
            </a:r>
          </a:p>
        </p:txBody>
      </p:sp>
      <p:sp>
        <p:nvSpPr>
          <p:cNvPr id="34" name="Text Placeholder 38">
            <a:extLst>
              <a:ext uri="{FF2B5EF4-FFF2-40B4-BE49-F238E27FC236}">
                <a16:creationId xmlns:a16="http://schemas.microsoft.com/office/drawing/2014/main" id="{4CEB67D1-2DA6-9C97-6D0A-8BD8301CC159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032417" y="3865524"/>
            <a:ext cx="2671558" cy="26055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accent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title</a:t>
            </a:r>
          </a:p>
        </p:txBody>
      </p:sp>
      <p:sp>
        <p:nvSpPr>
          <p:cNvPr id="36" name="Text Placeholder 38">
            <a:extLst>
              <a:ext uri="{FF2B5EF4-FFF2-40B4-BE49-F238E27FC236}">
                <a16:creationId xmlns:a16="http://schemas.microsoft.com/office/drawing/2014/main" id="{AA7339B4-504C-3351-68F4-9948A528D490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5440025" y="3865524"/>
            <a:ext cx="2671558" cy="26055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accent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title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5AC81473-DAF3-8CBF-C3DF-FCC906F421B0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032416" y="1791963"/>
            <a:ext cx="2671557" cy="458286"/>
          </a:xfrm>
        </p:spPr>
        <p:txBody>
          <a:bodyPr>
            <a:noAutofit/>
          </a:bodyPr>
          <a:lstStyle>
            <a:lvl1pPr marL="0" indent="0" algn="ctr">
              <a:buNone/>
              <a:defRPr sz="1100"/>
            </a:lvl1pPr>
            <a:lvl2pPr algn="ctr"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722D4A6C-2257-7DBC-F87B-6F0C90EF6FD8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5446530" y="1791963"/>
            <a:ext cx="2671557" cy="458286"/>
          </a:xfrm>
        </p:spPr>
        <p:txBody>
          <a:bodyPr>
            <a:noAutofit/>
          </a:bodyPr>
          <a:lstStyle>
            <a:lvl1pPr marL="0" indent="0" algn="ctr">
              <a:buNone/>
              <a:defRPr sz="1100"/>
            </a:lvl1pPr>
            <a:lvl2pPr algn="ctr"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8A583798-EFA3-5721-2099-3A2E8255062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032416" y="4126285"/>
            <a:ext cx="2671557" cy="458286"/>
          </a:xfrm>
        </p:spPr>
        <p:txBody>
          <a:bodyPr>
            <a:noAutofit/>
          </a:bodyPr>
          <a:lstStyle>
            <a:lvl1pPr marL="0" indent="0" algn="ctr">
              <a:buNone/>
              <a:defRPr sz="1100"/>
            </a:lvl1pPr>
            <a:lvl2pPr algn="ctr"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37A07C5-EF2F-DE30-ED49-016DE4296D90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5446530" y="4126285"/>
            <a:ext cx="2671557" cy="458286"/>
          </a:xfrm>
        </p:spPr>
        <p:txBody>
          <a:bodyPr>
            <a:noAutofit/>
          </a:bodyPr>
          <a:lstStyle>
            <a:lvl1pPr marL="0" indent="0" algn="ctr">
              <a:buNone/>
              <a:defRPr sz="1100"/>
            </a:lvl1pPr>
            <a:lvl2pPr algn="ctr"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04637001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Call Out w/ Icons 6-up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374242-51EA-84C2-9F60-87179A83F1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842D80-5576-3B76-CAC5-2B8AB5967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8C20167-8AEC-7F6D-5B2B-80BD6ED00AD5}"/>
              </a:ext>
            </a:extLst>
          </p:cNvPr>
          <p:cNvSpPr/>
          <p:nvPr userDrawn="1"/>
        </p:nvSpPr>
        <p:spPr>
          <a:xfrm>
            <a:off x="240224" y="224725"/>
            <a:ext cx="2828440" cy="2231755"/>
          </a:xfrm>
          <a:prstGeom prst="roundRect">
            <a:avLst>
              <a:gd name="adj" fmla="val 4437"/>
            </a:avLst>
          </a:prstGeom>
          <a:noFill/>
          <a:ln w="158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69BB086-4B2E-24DE-3AC8-F616EBA832C8}"/>
              </a:ext>
            </a:extLst>
          </p:cNvPr>
          <p:cNvSpPr/>
          <p:nvPr userDrawn="1"/>
        </p:nvSpPr>
        <p:spPr>
          <a:xfrm>
            <a:off x="3157780" y="224725"/>
            <a:ext cx="2828440" cy="2231755"/>
          </a:xfrm>
          <a:prstGeom prst="roundRect">
            <a:avLst>
              <a:gd name="adj" fmla="val 4437"/>
            </a:avLst>
          </a:prstGeom>
          <a:noFill/>
          <a:ln w="158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C73C5FD-9D80-D721-2723-3C08535F2760}"/>
              </a:ext>
            </a:extLst>
          </p:cNvPr>
          <p:cNvSpPr/>
          <p:nvPr userDrawn="1"/>
        </p:nvSpPr>
        <p:spPr>
          <a:xfrm>
            <a:off x="6075338" y="224725"/>
            <a:ext cx="2828440" cy="2231755"/>
          </a:xfrm>
          <a:prstGeom prst="roundRect">
            <a:avLst>
              <a:gd name="adj" fmla="val 4437"/>
            </a:avLst>
          </a:prstGeom>
          <a:noFill/>
          <a:ln w="158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2D65EAD-5C23-D3FB-2E0F-021B08BEA1D5}"/>
              </a:ext>
            </a:extLst>
          </p:cNvPr>
          <p:cNvSpPr/>
          <p:nvPr userDrawn="1"/>
        </p:nvSpPr>
        <p:spPr>
          <a:xfrm>
            <a:off x="240224" y="2549470"/>
            <a:ext cx="2828440" cy="2231755"/>
          </a:xfrm>
          <a:prstGeom prst="roundRect">
            <a:avLst>
              <a:gd name="adj" fmla="val 4437"/>
            </a:avLst>
          </a:prstGeom>
          <a:noFill/>
          <a:ln w="158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47E8F44-5704-A89C-579F-A7BB401BD399}"/>
              </a:ext>
            </a:extLst>
          </p:cNvPr>
          <p:cNvSpPr/>
          <p:nvPr userDrawn="1"/>
        </p:nvSpPr>
        <p:spPr>
          <a:xfrm>
            <a:off x="3157780" y="2549470"/>
            <a:ext cx="2828440" cy="2231755"/>
          </a:xfrm>
          <a:prstGeom prst="roundRect">
            <a:avLst>
              <a:gd name="adj" fmla="val 4437"/>
            </a:avLst>
          </a:prstGeom>
          <a:noFill/>
          <a:ln w="15875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BC89447-FC95-9EB5-42D6-2E69D76EE9F3}"/>
              </a:ext>
            </a:extLst>
          </p:cNvPr>
          <p:cNvSpPr/>
          <p:nvPr userDrawn="1"/>
        </p:nvSpPr>
        <p:spPr>
          <a:xfrm>
            <a:off x="6075338" y="2549470"/>
            <a:ext cx="2828440" cy="2231755"/>
          </a:xfrm>
          <a:prstGeom prst="roundRect">
            <a:avLst>
              <a:gd name="adj" fmla="val 4437"/>
            </a:avLst>
          </a:prstGeom>
          <a:noFill/>
          <a:ln w="15875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38">
            <a:extLst>
              <a:ext uri="{FF2B5EF4-FFF2-40B4-BE49-F238E27FC236}">
                <a16:creationId xmlns:a16="http://schemas.microsoft.com/office/drawing/2014/main" id="{1AEEBE46-FB15-0790-5057-8B26B501D40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2043" y="1647674"/>
            <a:ext cx="2544802" cy="26055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accent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title</a:t>
            </a:r>
          </a:p>
        </p:txBody>
      </p:sp>
      <p:sp>
        <p:nvSpPr>
          <p:cNvPr id="30" name="Text Placeholder 38">
            <a:extLst>
              <a:ext uri="{FF2B5EF4-FFF2-40B4-BE49-F238E27FC236}">
                <a16:creationId xmlns:a16="http://schemas.microsoft.com/office/drawing/2014/main" id="{BC845A9E-865D-DBD4-BAFD-94EDECE8EDD0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382043" y="3984474"/>
            <a:ext cx="2544802" cy="26055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accent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title</a:t>
            </a:r>
          </a:p>
        </p:txBody>
      </p:sp>
      <p:sp>
        <p:nvSpPr>
          <p:cNvPr id="32" name="Text Placeholder 38">
            <a:extLst>
              <a:ext uri="{FF2B5EF4-FFF2-40B4-BE49-F238E27FC236}">
                <a16:creationId xmlns:a16="http://schemas.microsoft.com/office/drawing/2014/main" id="{09939DBA-08DF-0485-0B5E-03179D8D934B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3299599" y="1647674"/>
            <a:ext cx="2544802" cy="26055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accent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title</a:t>
            </a:r>
          </a:p>
        </p:txBody>
      </p:sp>
      <p:sp>
        <p:nvSpPr>
          <p:cNvPr id="34" name="Text Placeholder 38">
            <a:extLst>
              <a:ext uri="{FF2B5EF4-FFF2-40B4-BE49-F238E27FC236}">
                <a16:creationId xmlns:a16="http://schemas.microsoft.com/office/drawing/2014/main" id="{CB90C1AC-E658-CF01-FA58-7B2AC55FC07C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3299599" y="3984474"/>
            <a:ext cx="2544802" cy="26055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accent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title</a:t>
            </a:r>
          </a:p>
        </p:txBody>
      </p:sp>
      <p:sp>
        <p:nvSpPr>
          <p:cNvPr id="36" name="Text Placeholder 38">
            <a:extLst>
              <a:ext uri="{FF2B5EF4-FFF2-40B4-BE49-F238E27FC236}">
                <a16:creationId xmlns:a16="http://schemas.microsoft.com/office/drawing/2014/main" id="{A0B8B78C-1DBE-04A1-6E33-A6C76DE8B643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6217155" y="1647674"/>
            <a:ext cx="2544802" cy="26055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accent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title</a:t>
            </a:r>
          </a:p>
        </p:txBody>
      </p:sp>
      <p:sp>
        <p:nvSpPr>
          <p:cNvPr id="38" name="Text Placeholder 38">
            <a:extLst>
              <a:ext uri="{FF2B5EF4-FFF2-40B4-BE49-F238E27FC236}">
                <a16:creationId xmlns:a16="http://schemas.microsoft.com/office/drawing/2014/main" id="{1BA26C01-6F8D-7F42-FE6B-F7EC45AB376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6217155" y="3984474"/>
            <a:ext cx="2544802" cy="26055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accent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title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DAF70A5-004F-7E7B-94BF-179D5C909BA4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382044" y="1886567"/>
            <a:ext cx="2544802" cy="458286"/>
          </a:xfrm>
        </p:spPr>
        <p:txBody>
          <a:bodyPr>
            <a:noAutofit/>
          </a:bodyPr>
          <a:lstStyle>
            <a:lvl1pPr marL="0" indent="0" algn="ctr">
              <a:buNone/>
              <a:defRPr sz="1100"/>
            </a:lvl1pPr>
            <a:lvl2pPr algn="ctr"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B45AC49-655A-E471-25C0-9DDB8321A963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3299599" y="1886567"/>
            <a:ext cx="2544802" cy="458286"/>
          </a:xfrm>
        </p:spPr>
        <p:txBody>
          <a:bodyPr>
            <a:noAutofit/>
          </a:bodyPr>
          <a:lstStyle>
            <a:lvl1pPr marL="0" indent="0" algn="ctr">
              <a:buNone/>
              <a:defRPr sz="1100"/>
            </a:lvl1pPr>
            <a:lvl2pPr algn="ctr"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AC7B3354-98C8-A64E-93F6-B61970BF2C3D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6215953" y="1886567"/>
            <a:ext cx="2544802" cy="458286"/>
          </a:xfrm>
        </p:spPr>
        <p:txBody>
          <a:bodyPr>
            <a:noAutofit/>
          </a:bodyPr>
          <a:lstStyle>
            <a:lvl1pPr marL="0" indent="0" algn="ctr">
              <a:buNone/>
              <a:defRPr sz="1100"/>
            </a:lvl1pPr>
            <a:lvl2pPr algn="ctr"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C335EECE-3900-6DD2-636A-241C01364B43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382044" y="4235757"/>
            <a:ext cx="2544802" cy="458286"/>
          </a:xfrm>
        </p:spPr>
        <p:txBody>
          <a:bodyPr>
            <a:noAutofit/>
          </a:bodyPr>
          <a:lstStyle>
            <a:lvl1pPr marL="0" indent="0" algn="ctr">
              <a:buNone/>
              <a:defRPr sz="1100"/>
            </a:lvl1pPr>
            <a:lvl2pPr algn="ctr"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FF22C9BE-E79E-9A28-F892-BC361AD1AA74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3299599" y="4235757"/>
            <a:ext cx="2544802" cy="458286"/>
          </a:xfrm>
        </p:spPr>
        <p:txBody>
          <a:bodyPr>
            <a:noAutofit/>
          </a:bodyPr>
          <a:lstStyle>
            <a:lvl1pPr marL="0" indent="0" algn="ctr">
              <a:buNone/>
              <a:defRPr sz="1100"/>
            </a:lvl1pPr>
            <a:lvl2pPr algn="ctr"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12F395A-8503-F637-A555-A136E85C60CD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6215953" y="4235757"/>
            <a:ext cx="2544802" cy="458286"/>
          </a:xfrm>
        </p:spPr>
        <p:txBody>
          <a:bodyPr>
            <a:noAutofit/>
          </a:bodyPr>
          <a:lstStyle>
            <a:lvl1pPr marL="0" indent="0" algn="ctr">
              <a:buNone/>
              <a:defRPr sz="1100"/>
            </a:lvl1pPr>
            <a:lvl2pPr algn="ctr"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727814684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Call Out w/ Icons 8-up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60016ED-D7BA-0AB1-5015-BABC1A1104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662024-0431-7915-D7E1-2DE04C169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5" name="Plaque 4">
            <a:extLst>
              <a:ext uri="{FF2B5EF4-FFF2-40B4-BE49-F238E27FC236}">
                <a16:creationId xmlns:a16="http://schemas.microsoft.com/office/drawing/2014/main" id="{3101B86C-8DED-F424-6472-B869A1C3A253}"/>
              </a:ext>
            </a:extLst>
          </p:cNvPr>
          <p:cNvSpPr/>
          <p:nvPr userDrawn="1"/>
        </p:nvSpPr>
        <p:spPr>
          <a:xfrm>
            <a:off x="291434" y="2644520"/>
            <a:ext cx="1931778" cy="2083071"/>
          </a:xfrm>
          <a:prstGeom prst="plaque">
            <a:avLst>
              <a:gd name="adj" fmla="val 6641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600">
              <a:solidFill>
                <a:schemeClr val="accent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6" name="Plaque 5">
            <a:extLst>
              <a:ext uri="{FF2B5EF4-FFF2-40B4-BE49-F238E27FC236}">
                <a16:creationId xmlns:a16="http://schemas.microsoft.com/office/drawing/2014/main" id="{D5E8565F-3000-5AAA-9497-93C857C43773}"/>
              </a:ext>
            </a:extLst>
          </p:cNvPr>
          <p:cNvSpPr/>
          <p:nvPr userDrawn="1"/>
        </p:nvSpPr>
        <p:spPr>
          <a:xfrm>
            <a:off x="2502173" y="2644520"/>
            <a:ext cx="1931778" cy="2083071"/>
          </a:xfrm>
          <a:prstGeom prst="plaque">
            <a:avLst>
              <a:gd name="adj" fmla="val 6641"/>
            </a:avLst>
          </a:prstGeom>
          <a:solidFill>
            <a:srgbClr val="FF820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600">
              <a:solidFill>
                <a:schemeClr val="accent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7" name="Plaque 6">
            <a:extLst>
              <a:ext uri="{FF2B5EF4-FFF2-40B4-BE49-F238E27FC236}">
                <a16:creationId xmlns:a16="http://schemas.microsoft.com/office/drawing/2014/main" id="{8C814A84-1CFE-444E-B5EE-2A8A29AABBC9}"/>
              </a:ext>
            </a:extLst>
          </p:cNvPr>
          <p:cNvSpPr/>
          <p:nvPr userDrawn="1"/>
        </p:nvSpPr>
        <p:spPr>
          <a:xfrm>
            <a:off x="4712912" y="2644520"/>
            <a:ext cx="1931778" cy="2083071"/>
          </a:xfrm>
          <a:prstGeom prst="plaque">
            <a:avLst>
              <a:gd name="adj" fmla="val 6641"/>
            </a:avLst>
          </a:prstGeom>
          <a:solidFill>
            <a:srgbClr val="FDB8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600">
              <a:solidFill>
                <a:schemeClr val="accent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8" name="Plaque 7">
            <a:extLst>
              <a:ext uri="{FF2B5EF4-FFF2-40B4-BE49-F238E27FC236}">
                <a16:creationId xmlns:a16="http://schemas.microsoft.com/office/drawing/2014/main" id="{11119090-EE55-AEF3-DB6B-8E42BBA38810}"/>
              </a:ext>
            </a:extLst>
          </p:cNvPr>
          <p:cNvSpPr/>
          <p:nvPr userDrawn="1"/>
        </p:nvSpPr>
        <p:spPr>
          <a:xfrm>
            <a:off x="6923650" y="2644520"/>
            <a:ext cx="1931778" cy="2083071"/>
          </a:xfrm>
          <a:prstGeom prst="plaque">
            <a:avLst>
              <a:gd name="adj" fmla="val 6641"/>
            </a:avLst>
          </a:prstGeom>
          <a:solidFill>
            <a:srgbClr val="A1ED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600">
              <a:solidFill>
                <a:schemeClr val="accent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9" name="Plaque 8">
            <a:extLst>
              <a:ext uri="{FF2B5EF4-FFF2-40B4-BE49-F238E27FC236}">
                <a16:creationId xmlns:a16="http://schemas.microsoft.com/office/drawing/2014/main" id="{54D43185-B885-011C-28D9-33AC6649F895}"/>
              </a:ext>
            </a:extLst>
          </p:cNvPr>
          <p:cNvSpPr/>
          <p:nvPr userDrawn="1"/>
        </p:nvSpPr>
        <p:spPr>
          <a:xfrm>
            <a:off x="291434" y="300278"/>
            <a:ext cx="1931778" cy="2083071"/>
          </a:xfrm>
          <a:prstGeom prst="plaque">
            <a:avLst>
              <a:gd name="adj" fmla="val 6641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600">
              <a:solidFill>
                <a:schemeClr val="accent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10" name="Plaque 9">
            <a:extLst>
              <a:ext uri="{FF2B5EF4-FFF2-40B4-BE49-F238E27FC236}">
                <a16:creationId xmlns:a16="http://schemas.microsoft.com/office/drawing/2014/main" id="{6567E374-5C0C-6CFD-62A5-041912CB21FC}"/>
              </a:ext>
            </a:extLst>
          </p:cNvPr>
          <p:cNvSpPr/>
          <p:nvPr userDrawn="1"/>
        </p:nvSpPr>
        <p:spPr>
          <a:xfrm>
            <a:off x="2502173" y="300278"/>
            <a:ext cx="1931778" cy="2083071"/>
          </a:xfrm>
          <a:prstGeom prst="plaque">
            <a:avLst>
              <a:gd name="adj" fmla="val 6641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600">
              <a:solidFill>
                <a:schemeClr val="accent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11" name="Plaque 10">
            <a:extLst>
              <a:ext uri="{FF2B5EF4-FFF2-40B4-BE49-F238E27FC236}">
                <a16:creationId xmlns:a16="http://schemas.microsoft.com/office/drawing/2014/main" id="{22F7EA68-18C4-6187-893B-C47F5D3A4721}"/>
              </a:ext>
            </a:extLst>
          </p:cNvPr>
          <p:cNvSpPr/>
          <p:nvPr userDrawn="1"/>
        </p:nvSpPr>
        <p:spPr>
          <a:xfrm>
            <a:off x="4712912" y="300278"/>
            <a:ext cx="1931778" cy="2083071"/>
          </a:xfrm>
          <a:prstGeom prst="plaque">
            <a:avLst>
              <a:gd name="adj" fmla="val 6641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600">
              <a:solidFill>
                <a:schemeClr val="accent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12" name="Plaque 11">
            <a:extLst>
              <a:ext uri="{FF2B5EF4-FFF2-40B4-BE49-F238E27FC236}">
                <a16:creationId xmlns:a16="http://schemas.microsoft.com/office/drawing/2014/main" id="{02F3B067-AF72-4E07-9088-8D33DF345F03}"/>
              </a:ext>
            </a:extLst>
          </p:cNvPr>
          <p:cNvSpPr/>
          <p:nvPr userDrawn="1"/>
        </p:nvSpPr>
        <p:spPr>
          <a:xfrm>
            <a:off x="6923650" y="300278"/>
            <a:ext cx="1931778" cy="2083071"/>
          </a:xfrm>
          <a:prstGeom prst="plaque">
            <a:avLst>
              <a:gd name="adj" fmla="val 6641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600">
              <a:solidFill>
                <a:schemeClr val="accent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14" name="Text Placeholder 38">
            <a:extLst>
              <a:ext uri="{FF2B5EF4-FFF2-40B4-BE49-F238E27FC236}">
                <a16:creationId xmlns:a16="http://schemas.microsoft.com/office/drawing/2014/main" id="{77E30CD2-3A13-8CB7-CBC3-01C30900DA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6124" y="1582909"/>
            <a:ext cx="1722398" cy="2605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tx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Enter Title Here</a:t>
            </a:r>
          </a:p>
        </p:txBody>
      </p:sp>
      <p:sp>
        <p:nvSpPr>
          <p:cNvPr id="16" name="Text Placeholder 38">
            <a:extLst>
              <a:ext uri="{FF2B5EF4-FFF2-40B4-BE49-F238E27FC236}">
                <a16:creationId xmlns:a16="http://schemas.microsoft.com/office/drawing/2014/main" id="{F09BF16F-5661-9947-1AEB-C788545CA023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604849" y="1582909"/>
            <a:ext cx="1722398" cy="2605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tx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Enter Title Here</a:t>
            </a:r>
          </a:p>
        </p:txBody>
      </p:sp>
      <p:sp>
        <p:nvSpPr>
          <p:cNvPr id="18" name="Text Placeholder 38">
            <a:extLst>
              <a:ext uri="{FF2B5EF4-FFF2-40B4-BE49-F238E27FC236}">
                <a16:creationId xmlns:a16="http://schemas.microsoft.com/office/drawing/2014/main" id="{DD7DBAFA-1E15-A032-4EC5-033CAAE585C1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4814650" y="1582909"/>
            <a:ext cx="1722398" cy="2605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tx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Enter Title Here</a:t>
            </a:r>
          </a:p>
        </p:txBody>
      </p:sp>
      <p:sp>
        <p:nvSpPr>
          <p:cNvPr id="20" name="Text Placeholder 38">
            <a:extLst>
              <a:ext uri="{FF2B5EF4-FFF2-40B4-BE49-F238E27FC236}">
                <a16:creationId xmlns:a16="http://schemas.microsoft.com/office/drawing/2014/main" id="{6B57D940-77F3-0246-34F4-93A094F62D53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7025478" y="1582909"/>
            <a:ext cx="1722398" cy="2605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tx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Enter Title Here</a:t>
            </a:r>
          </a:p>
        </p:txBody>
      </p:sp>
      <p:sp>
        <p:nvSpPr>
          <p:cNvPr id="22" name="Text Placeholder 38">
            <a:extLst>
              <a:ext uri="{FF2B5EF4-FFF2-40B4-BE49-F238E27FC236}">
                <a16:creationId xmlns:a16="http://schemas.microsoft.com/office/drawing/2014/main" id="{B44A52CA-1AF0-1111-3EFD-8A3AA61EF973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396124" y="3936643"/>
            <a:ext cx="1722398" cy="2605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tx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Enter Title Here</a:t>
            </a:r>
          </a:p>
        </p:txBody>
      </p:sp>
      <p:sp>
        <p:nvSpPr>
          <p:cNvPr id="24" name="Text Placeholder 38">
            <a:extLst>
              <a:ext uri="{FF2B5EF4-FFF2-40B4-BE49-F238E27FC236}">
                <a16:creationId xmlns:a16="http://schemas.microsoft.com/office/drawing/2014/main" id="{EDBC0FB6-34BA-D4E8-A0A1-6C31724D574A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2604849" y="3936643"/>
            <a:ext cx="1722398" cy="2605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tx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Enter Title Here</a:t>
            </a:r>
          </a:p>
        </p:txBody>
      </p:sp>
      <p:sp>
        <p:nvSpPr>
          <p:cNvPr id="26" name="Text Placeholder 38">
            <a:extLst>
              <a:ext uri="{FF2B5EF4-FFF2-40B4-BE49-F238E27FC236}">
                <a16:creationId xmlns:a16="http://schemas.microsoft.com/office/drawing/2014/main" id="{824304D0-AB83-E57A-9004-294A2EC4B9C9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4814650" y="3936643"/>
            <a:ext cx="1722398" cy="2605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tx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Enter Title Here</a:t>
            </a:r>
          </a:p>
        </p:txBody>
      </p:sp>
      <p:sp>
        <p:nvSpPr>
          <p:cNvPr id="28" name="Text Placeholder 38">
            <a:extLst>
              <a:ext uri="{FF2B5EF4-FFF2-40B4-BE49-F238E27FC236}">
                <a16:creationId xmlns:a16="http://schemas.microsoft.com/office/drawing/2014/main" id="{17026E3A-B445-D3D9-8C2F-A612B0DD9FC1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7025478" y="3936643"/>
            <a:ext cx="1722398" cy="2605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tx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Enter Title Here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99A44B49-FBF9-F858-6B06-A413A2CDC4B4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396124" y="1821840"/>
            <a:ext cx="1722398" cy="367472"/>
          </a:xfrm>
        </p:spPr>
        <p:txBody>
          <a:bodyPr>
            <a:noAutofit/>
          </a:bodyPr>
          <a:lstStyle>
            <a:lvl1pPr marL="0" indent="0" algn="ctr">
              <a:buNone/>
              <a:defRPr sz="1050"/>
            </a:lvl1pPr>
            <a:lvl2pPr algn="ctr">
              <a:defRPr sz="105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F16CB36E-59F7-BEC7-290E-C477A6432B60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2604849" y="1821840"/>
            <a:ext cx="1722398" cy="367472"/>
          </a:xfrm>
        </p:spPr>
        <p:txBody>
          <a:bodyPr>
            <a:noAutofit/>
          </a:bodyPr>
          <a:lstStyle>
            <a:lvl1pPr marL="0" indent="0" algn="ctr">
              <a:buNone/>
              <a:defRPr sz="1050"/>
            </a:lvl1pPr>
            <a:lvl2pPr algn="ctr">
              <a:defRPr sz="105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D4B8651-6088-31C1-CD34-F686FD092120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4814650" y="1821840"/>
            <a:ext cx="1722398" cy="367472"/>
          </a:xfrm>
        </p:spPr>
        <p:txBody>
          <a:bodyPr>
            <a:noAutofit/>
          </a:bodyPr>
          <a:lstStyle>
            <a:lvl1pPr marL="0" indent="0" algn="ctr">
              <a:buNone/>
              <a:defRPr sz="1050"/>
            </a:lvl1pPr>
            <a:lvl2pPr algn="ctr">
              <a:defRPr sz="105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B0973F40-E94A-5E63-D0EC-A5E42EE8F40C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7025478" y="1821840"/>
            <a:ext cx="1722398" cy="367472"/>
          </a:xfrm>
        </p:spPr>
        <p:txBody>
          <a:bodyPr>
            <a:noAutofit/>
          </a:bodyPr>
          <a:lstStyle>
            <a:lvl1pPr marL="0" indent="0" algn="ctr">
              <a:buNone/>
              <a:defRPr sz="1050"/>
            </a:lvl1pPr>
            <a:lvl2pPr algn="ctr">
              <a:defRPr sz="105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6C5D08C2-99D4-3FFD-004A-56DC64C4AFDB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396124" y="4189760"/>
            <a:ext cx="1722398" cy="367472"/>
          </a:xfrm>
        </p:spPr>
        <p:txBody>
          <a:bodyPr>
            <a:noAutofit/>
          </a:bodyPr>
          <a:lstStyle>
            <a:lvl1pPr marL="0" indent="0" algn="ctr">
              <a:buNone/>
              <a:defRPr sz="1050"/>
            </a:lvl1pPr>
            <a:lvl2pPr algn="ctr">
              <a:defRPr sz="105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A162F02E-9E57-5BDA-E9C0-B2E30A90FFF6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2604849" y="4189760"/>
            <a:ext cx="1722398" cy="367472"/>
          </a:xfrm>
        </p:spPr>
        <p:txBody>
          <a:bodyPr>
            <a:noAutofit/>
          </a:bodyPr>
          <a:lstStyle>
            <a:lvl1pPr marL="0" indent="0" algn="ctr">
              <a:buNone/>
              <a:defRPr sz="1050"/>
            </a:lvl1pPr>
            <a:lvl2pPr algn="ctr">
              <a:defRPr sz="105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2C647DB6-801C-506C-FB68-015BC498031B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4814650" y="4189760"/>
            <a:ext cx="1722398" cy="367472"/>
          </a:xfrm>
        </p:spPr>
        <p:txBody>
          <a:bodyPr>
            <a:noAutofit/>
          </a:bodyPr>
          <a:lstStyle>
            <a:lvl1pPr marL="0" indent="0" algn="ctr">
              <a:buNone/>
              <a:defRPr sz="1050"/>
            </a:lvl1pPr>
            <a:lvl2pPr algn="ctr">
              <a:defRPr sz="105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5" name="Text Placeholder 6">
            <a:extLst>
              <a:ext uri="{FF2B5EF4-FFF2-40B4-BE49-F238E27FC236}">
                <a16:creationId xmlns:a16="http://schemas.microsoft.com/office/drawing/2014/main" id="{CF31FEEE-DFD5-3291-DA46-DEF0B42600F7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7025478" y="4189760"/>
            <a:ext cx="1722398" cy="367472"/>
          </a:xfrm>
        </p:spPr>
        <p:txBody>
          <a:bodyPr>
            <a:noAutofit/>
          </a:bodyPr>
          <a:lstStyle>
            <a:lvl1pPr marL="0" indent="0" algn="ctr">
              <a:buNone/>
              <a:defRPr sz="1050"/>
            </a:lvl1pPr>
            <a:lvl2pPr algn="ctr">
              <a:defRPr sz="105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417512460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Call Out w/ Icon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1CC68DB-1C77-B88F-DD0D-81CAC88176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33ECFE-4D17-C176-EDB0-F2320CA3E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8A87F7AD-D55D-1FBC-08BA-D6481DC76AA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88381" y="664147"/>
            <a:ext cx="5328425" cy="140171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defRPr sz="28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70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70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70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70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statement text.</a:t>
            </a:r>
          </a:p>
        </p:txBody>
      </p:sp>
      <p:sp>
        <p:nvSpPr>
          <p:cNvPr id="17" name="Text Placeholder 38">
            <a:extLst>
              <a:ext uri="{FF2B5EF4-FFF2-40B4-BE49-F238E27FC236}">
                <a16:creationId xmlns:a16="http://schemas.microsoft.com/office/drawing/2014/main" id="{11D14E36-3795-A04E-57FF-FEFD79AD025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915" y="3199502"/>
            <a:ext cx="2368552" cy="51057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200" b="0" i="0">
                <a:solidFill>
                  <a:schemeClr val="accent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title</a:t>
            </a:r>
          </a:p>
        </p:txBody>
      </p:sp>
      <p:sp>
        <p:nvSpPr>
          <p:cNvPr id="21" name="Text Placeholder 38">
            <a:extLst>
              <a:ext uri="{FF2B5EF4-FFF2-40B4-BE49-F238E27FC236}">
                <a16:creationId xmlns:a16="http://schemas.microsoft.com/office/drawing/2014/main" id="{9963CFA5-4ABA-345A-9D7D-2570EEB908A2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148254" y="3199502"/>
            <a:ext cx="2368552" cy="51057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200" b="0" i="0">
                <a:solidFill>
                  <a:schemeClr val="accent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title</a:t>
            </a:r>
          </a:p>
        </p:txBody>
      </p:sp>
      <p:sp>
        <p:nvSpPr>
          <p:cNvPr id="25" name="Text Placeholder 38">
            <a:extLst>
              <a:ext uri="{FF2B5EF4-FFF2-40B4-BE49-F238E27FC236}">
                <a16:creationId xmlns:a16="http://schemas.microsoft.com/office/drawing/2014/main" id="{59083376-3ACB-E7F5-C371-F33A944B234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125259" y="3199502"/>
            <a:ext cx="2368552" cy="51057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200" b="0" i="0">
                <a:solidFill>
                  <a:schemeClr val="accent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title</a:t>
            </a:r>
          </a:p>
        </p:txBody>
      </p:sp>
      <p:sp>
        <p:nvSpPr>
          <p:cNvPr id="27" name="Text Placeholder 46">
            <a:extLst>
              <a:ext uri="{FF2B5EF4-FFF2-40B4-BE49-F238E27FC236}">
                <a16:creationId xmlns:a16="http://schemas.microsoft.com/office/drawing/2014/main" id="{FBA97364-B9FA-2DA6-1E71-6178160DE83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94839" y="-11945"/>
            <a:ext cx="8801100" cy="279220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tx1"/>
                </a:solidFill>
                <a:latin typeface="Trefoil Sans Medium" panose="020B0000000000000000" pitchFamily="34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Type here to enter the presentation section name.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7738A58-083F-3951-BA73-6C72AD35CC7A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79915" y="3731817"/>
            <a:ext cx="2368552" cy="941233"/>
          </a:xfrm>
        </p:spPr>
        <p:txBody>
          <a:bodyPr>
            <a:noAutofit/>
          </a:bodyPr>
          <a:lstStyle>
            <a:lvl1pPr marL="0" indent="0" algn="ctr">
              <a:buNone/>
              <a:defRPr sz="1100">
                <a:solidFill>
                  <a:schemeClr val="tx1"/>
                </a:solidFill>
              </a:defRPr>
            </a:lvl1pPr>
            <a:lvl2pPr algn="ctr">
              <a:defRPr sz="11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0D239397-8049-A935-7EF8-502B9DF6ED74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3148254" y="3731817"/>
            <a:ext cx="2368552" cy="941233"/>
          </a:xfrm>
        </p:spPr>
        <p:txBody>
          <a:bodyPr>
            <a:noAutofit/>
          </a:bodyPr>
          <a:lstStyle>
            <a:lvl1pPr marL="0" indent="0" algn="ctr">
              <a:buNone/>
              <a:defRPr sz="1100">
                <a:solidFill>
                  <a:schemeClr val="tx1"/>
                </a:solidFill>
              </a:defRPr>
            </a:lvl1pPr>
            <a:lvl2pPr algn="ctr">
              <a:defRPr sz="11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A2264C9A-F5A3-6C91-1478-BB5A2FA7BB45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6125259" y="3731817"/>
            <a:ext cx="2368552" cy="941233"/>
          </a:xfrm>
        </p:spPr>
        <p:txBody>
          <a:bodyPr>
            <a:noAutofit/>
          </a:bodyPr>
          <a:lstStyle>
            <a:lvl1pPr marL="0" indent="0" algn="ctr">
              <a:buNone/>
              <a:defRPr sz="1100">
                <a:solidFill>
                  <a:schemeClr val="tx1"/>
                </a:solidFill>
              </a:defRPr>
            </a:lvl1pPr>
            <a:lvl2pPr algn="ctr">
              <a:defRPr sz="11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57637412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Statement w/ Subhead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DA832C-4039-B3BA-D87E-86C31B6A20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8E9F58-35DE-E7FD-C682-C66007E67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15" name="Text Placeholder 18">
            <a:extLst>
              <a:ext uri="{FF2B5EF4-FFF2-40B4-BE49-F238E27FC236}">
                <a16:creationId xmlns:a16="http://schemas.microsoft.com/office/drawing/2014/main" id="{8A24E307-C434-838D-A841-42DC960CF0B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94838" y="613096"/>
            <a:ext cx="4046961" cy="188457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defRPr sz="28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70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70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70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70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statement text.</a:t>
            </a:r>
          </a:p>
        </p:txBody>
      </p:sp>
      <p:sp>
        <p:nvSpPr>
          <p:cNvPr id="18" name="Text Placeholder 38">
            <a:extLst>
              <a:ext uri="{FF2B5EF4-FFF2-40B4-BE49-F238E27FC236}">
                <a16:creationId xmlns:a16="http://schemas.microsoft.com/office/drawing/2014/main" id="{3FA07CAA-AAF8-FAA2-0452-05B0FFEE001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63153" y="426451"/>
            <a:ext cx="3071026" cy="51057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200" b="0" i="0">
                <a:solidFill>
                  <a:schemeClr val="accent3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title</a:t>
            </a:r>
          </a:p>
        </p:txBody>
      </p:sp>
      <p:sp>
        <p:nvSpPr>
          <p:cNvPr id="22" name="Text Placeholder 38">
            <a:extLst>
              <a:ext uri="{FF2B5EF4-FFF2-40B4-BE49-F238E27FC236}">
                <a16:creationId xmlns:a16="http://schemas.microsoft.com/office/drawing/2014/main" id="{AF648065-B9DF-515F-1494-E05DC939FFD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463153" y="1925098"/>
            <a:ext cx="3071026" cy="51057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200" b="0" i="0">
                <a:solidFill>
                  <a:schemeClr val="accent3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title</a:t>
            </a:r>
          </a:p>
        </p:txBody>
      </p:sp>
      <p:sp>
        <p:nvSpPr>
          <p:cNvPr id="26" name="Text Placeholder 38">
            <a:extLst>
              <a:ext uri="{FF2B5EF4-FFF2-40B4-BE49-F238E27FC236}">
                <a16:creationId xmlns:a16="http://schemas.microsoft.com/office/drawing/2014/main" id="{CBF27F41-5306-DA2D-6699-878CE246285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463153" y="3420245"/>
            <a:ext cx="3071026" cy="51057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200" b="0" i="0">
                <a:solidFill>
                  <a:schemeClr val="accent3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title</a:t>
            </a:r>
          </a:p>
        </p:txBody>
      </p:sp>
      <p:sp>
        <p:nvSpPr>
          <p:cNvPr id="28" name="Text Placeholder 46">
            <a:extLst>
              <a:ext uri="{FF2B5EF4-FFF2-40B4-BE49-F238E27FC236}">
                <a16:creationId xmlns:a16="http://schemas.microsoft.com/office/drawing/2014/main" id="{4E51C65E-0271-1CBD-1306-833068CA8D5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94839" y="-11945"/>
            <a:ext cx="8801100" cy="279220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tx1"/>
                </a:solidFill>
                <a:latin typeface="Trefoil Sans Medium" panose="020B0000000000000000" pitchFamily="34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Type here to enter the presentation section name.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4D5F1C-B23C-25F2-94B3-45C201F38158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463153" y="966226"/>
            <a:ext cx="3071026" cy="772532"/>
          </a:xfrm>
        </p:spPr>
        <p:txBody>
          <a:bodyPr>
            <a:noAutofit/>
          </a:bodyPr>
          <a:lstStyle>
            <a:lvl1pPr marL="0" indent="0">
              <a:buNone/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1D45F251-D416-2003-A702-FAA850E2DF99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463153" y="2443427"/>
            <a:ext cx="3071026" cy="772532"/>
          </a:xfrm>
        </p:spPr>
        <p:txBody>
          <a:bodyPr>
            <a:noAutofit/>
          </a:bodyPr>
          <a:lstStyle>
            <a:lvl1pPr marL="0" indent="0">
              <a:buNone/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155C5F41-7560-12DA-2D44-78E39F543C0B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5463153" y="3946238"/>
            <a:ext cx="3071026" cy="772532"/>
          </a:xfrm>
        </p:spPr>
        <p:txBody>
          <a:bodyPr>
            <a:noAutofit/>
          </a:bodyPr>
          <a:lstStyle>
            <a:lvl1pPr marL="0" indent="0">
              <a:buNone/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329509919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White Text - Two Line Title | w/ Sub | 1 Co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D49959-1E81-DA4C-E9E9-ADE17ED29D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33CEBC-C3AB-B7D5-98D3-2A1B22FCC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23" name="Text Placeholder 65">
            <a:extLst>
              <a:ext uri="{FF2B5EF4-FFF2-40B4-BE49-F238E27FC236}">
                <a16:creationId xmlns:a16="http://schemas.microsoft.com/office/drawing/2014/main" id="{240AC0BA-21FC-57E7-27D9-18360681550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4839" y="2318108"/>
            <a:ext cx="8801100" cy="191269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tx1"/>
                </a:solidFill>
                <a:latin typeface="Girl Scout Text Medium" panose="02020003000000000000" pitchFamily="18" charset="0"/>
              </a:defRPr>
            </a:lvl1pPr>
            <a:lvl2pPr>
              <a:defRPr sz="1200" b="0" i="0">
                <a:solidFill>
                  <a:schemeClr val="tx1"/>
                </a:solidFill>
                <a:latin typeface="Trefoil Sans Light" panose="020B0000000000000000" pitchFamily="34" charset="0"/>
              </a:defRPr>
            </a:lvl2pPr>
            <a:lvl3pPr>
              <a:defRPr sz="1050" b="0" i="0">
                <a:solidFill>
                  <a:schemeClr val="tx1"/>
                </a:solidFill>
                <a:latin typeface="Trefoil Sans Light" panose="020B0000000000000000" pitchFamily="34" charset="0"/>
              </a:defRPr>
            </a:lvl3pPr>
            <a:lvl4pPr>
              <a:defRPr sz="900" b="0" i="0">
                <a:solidFill>
                  <a:schemeClr val="tx1"/>
                </a:solidFill>
                <a:latin typeface="Trefoil Sans Light" panose="020B0000000000000000" pitchFamily="34" charset="0"/>
              </a:defRPr>
            </a:lvl4pPr>
            <a:lvl5pPr>
              <a:defRPr sz="900" b="0" i="0">
                <a:solidFill>
                  <a:schemeClr val="tx1"/>
                </a:solidFill>
                <a:latin typeface="Trefoil Sans Light" panose="020B0000000000000000" pitchFamily="34" charset="0"/>
              </a:defRPr>
            </a:lvl5pPr>
          </a:lstStyle>
          <a:p>
            <a:pPr lvl="0"/>
            <a:r>
              <a:rPr lang="en-US"/>
              <a:t>Paragraph </a:t>
            </a:r>
            <a:r>
              <a:rPr lang="en-US" err="1"/>
              <a:t>Subheader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46">
            <a:extLst>
              <a:ext uri="{FF2B5EF4-FFF2-40B4-BE49-F238E27FC236}">
                <a16:creationId xmlns:a16="http://schemas.microsoft.com/office/drawing/2014/main" id="{EF293EBC-4E31-C298-6AFE-93EEDF2800B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94839" y="1623894"/>
            <a:ext cx="8801100" cy="69421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accent1"/>
                </a:solidFill>
                <a:latin typeface="Trefoil Sans Medium" panose="020B0000000000000000" pitchFamily="34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Type here to enter a multi-line paragraph header.</a:t>
            </a:r>
          </a:p>
        </p:txBody>
      </p:sp>
      <p:sp>
        <p:nvSpPr>
          <p:cNvPr id="25" name="Text Placeholder 65">
            <a:extLst>
              <a:ext uri="{FF2B5EF4-FFF2-40B4-BE49-F238E27FC236}">
                <a16:creationId xmlns:a16="http://schemas.microsoft.com/office/drawing/2014/main" id="{3873AAC1-68C3-D249-7066-857FF6D70C6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94839" y="906378"/>
            <a:ext cx="8801101" cy="48437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Trefoil Sans Medium" panose="020B0000000000000000" pitchFamily="34" charset="0"/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/>
              <a:t>Type here to enter a multi-line slide subtitle. Ut </a:t>
            </a:r>
            <a:r>
              <a:rPr lang="en-US" err="1"/>
              <a:t>enim</a:t>
            </a:r>
            <a:r>
              <a:rPr lang="en-US"/>
              <a:t> ad minima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nostrum </a:t>
            </a:r>
            <a:r>
              <a:rPr lang="en-US" err="1"/>
              <a:t>exercitationem</a:t>
            </a:r>
            <a:r>
              <a:rPr lang="en-US"/>
              <a:t> </a:t>
            </a:r>
            <a:r>
              <a:rPr lang="en-US" err="1"/>
              <a:t>ullam</a:t>
            </a:r>
            <a:r>
              <a:rPr lang="en-US"/>
              <a:t> corporis </a:t>
            </a:r>
            <a:r>
              <a:rPr lang="en-US" err="1"/>
              <a:t>suscipit</a:t>
            </a:r>
            <a:r>
              <a:rPr lang="en-US"/>
              <a:t> </a:t>
            </a:r>
            <a:r>
              <a:rPr lang="en-US" err="1"/>
              <a:t>laboriosam</a:t>
            </a:r>
            <a:r>
              <a:rPr lang="en-US"/>
              <a:t>,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aliquid</a:t>
            </a:r>
            <a:r>
              <a:rPr lang="en-US"/>
              <a:t> </a:t>
            </a:r>
            <a:r>
              <a:rPr lang="en-US" err="1"/>
              <a:t>consequatur</a:t>
            </a:r>
            <a:r>
              <a:rPr lang="en-US"/>
              <a:t>.</a:t>
            </a:r>
          </a:p>
        </p:txBody>
      </p:sp>
      <p:sp>
        <p:nvSpPr>
          <p:cNvPr id="26" name="Title 5">
            <a:extLst>
              <a:ext uri="{FF2B5EF4-FFF2-40B4-BE49-F238E27FC236}">
                <a16:creationId xmlns:a16="http://schemas.microsoft.com/office/drawing/2014/main" id="{1601BEE5-EAB4-22BD-0CF6-E351584F1B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4840" y="329744"/>
            <a:ext cx="8801100" cy="575117"/>
          </a:xfrm>
        </p:spPr>
        <p:txBody>
          <a:bodyPr>
            <a:noAutofit/>
          </a:bodyPr>
          <a:lstStyle>
            <a:lvl1pPr>
              <a:defRPr sz="22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1pPr>
          </a:lstStyle>
          <a:p>
            <a:r>
              <a:rPr lang="en-US"/>
              <a:t>Type Here to Enter a Two-Line Slide Header. Sed Ut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Omnis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.</a:t>
            </a:r>
          </a:p>
        </p:txBody>
      </p:sp>
      <p:sp>
        <p:nvSpPr>
          <p:cNvPr id="27" name="Text Placeholder 46">
            <a:extLst>
              <a:ext uri="{FF2B5EF4-FFF2-40B4-BE49-F238E27FC236}">
                <a16:creationId xmlns:a16="http://schemas.microsoft.com/office/drawing/2014/main" id="{86BF5189-2397-E36A-FFF4-F4A191AE5C9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94839" y="-11945"/>
            <a:ext cx="8801100" cy="279220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tx1"/>
                </a:solidFill>
                <a:latin typeface="Trefoil Sans Medium" panose="020B0000000000000000" pitchFamily="34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Type here to enter the presentation section name.</a:t>
            </a:r>
          </a:p>
        </p:txBody>
      </p:sp>
    </p:spTree>
    <p:extLst>
      <p:ext uri="{BB962C8B-B14F-4D97-AF65-F5344CB8AC3E}">
        <p14:creationId xmlns:p14="http://schemas.microsoft.com/office/powerpoint/2010/main" val="796723531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Text Only Slide | Horizontal Spli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7011D9-501A-64E2-02F8-57E0C6AD51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A37D2A-CCDE-C516-AA49-EE71CC67C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59EE8A-5954-B0A2-ED9F-481B008C0DC4}"/>
              </a:ext>
            </a:extLst>
          </p:cNvPr>
          <p:cNvSpPr/>
          <p:nvPr userDrawn="1"/>
        </p:nvSpPr>
        <p:spPr>
          <a:xfrm>
            <a:off x="0" y="0"/>
            <a:ext cx="9144000" cy="2571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b="0" i="0">
              <a:solidFill>
                <a:schemeClr val="bg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6" name="Text Placeholder 65">
            <a:extLst>
              <a:ext uri="{FF2B5EF4-FFF2-40B4-BE49-F238E27FC236}">
                <a16:creationId xmlns:a16="http://schemas.microsoft.com/office/drawing/2014/main" id="{B4628341-4D38-C18D-ABEB-6522BFD3E5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0500" y="2665312"/>
            <a:ext cx="8763000" cy="230673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800" b="0" i="0">
                <a:solidFill>
                  <a:schemeClr val="tx1"/>
                </a:solidFill>
                <a:latin typeface="Trefoil Sans Medium" panose="020B0000000000000000" pitchFamily="34" charset="0"/>
              </a:defRPr>
            </a:lvl1pPr>
            <a:lvl2pPr algn="ctr">
              <a:defRPr sz="1400" b="0" i="0">
                <a:solidFill>
                  <a:schemeClr val="tx1"/>
                </a:solidFill>
                <a:latin typeface="Trefoil Sans Light" panose="020B0000000000000000" pitchFamily="34" charset="0"/>
              </a:defRPr>
            </a:lvl2pPr>
            <a:lvl3pPr algn="ctr">
              <a:defRPr sz="1400" b="0" i="0">
                <a:solidFill>
                  <a:schemeClr val="tx1"/>
                </a:solidFill>
                <a:latin typeface="Trefoil Sans Light" panose="020B0000000000000000" pitchFamily="34" charset="0"/>
              </a:defRPr>
            </a:lvl3pPr>
            <a:lvl4pPr algn="ctr">
              <a:defRPr sz="1400" b="0" i="0">
                <a:solidFill>
                  <a:schemeClr val="tx1"/>
                </a:solidFill>
                <a:latin typeface="Trefoil Sans Light" panose="020B0000000000000000" pitchFamily="34" charset="0"/>
              </a:defRPr>
            </a:lvl4pPr>
            <a:lvl5pPr algn="ctr">
              <a:defRPr sz="1400" b="0" i="0">
                <a:solidFill>
                  <a:schemeClr val="tx1"/>
                </a:solidFill>
                <a:latin typeface="Trefoil Sans Light" panose="020B0000000000000000" pitchFamily="34" charset="0"/>
              </a:defRPr>
            </a:lvl5pPr>
          </a:lstStyle>
          <a:p>
            <a:pPr lvl="0"/>
            <a:r>
              <a:rPr lang="en-US"/>
              <a:t>Paragraph </a:t>
            </a:r>
            <a:r>
              <a:rPr lang="en-US" err="1"/>
              <a:t>Subheader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6">
            <a:extLst>
              <a:ext uri="{FF2B5EF4-FFF2-40B4-BE49-F238E27FC236}">
                <a16:creationId xmlns:a16="http://schemas.microsoft.com/office/drawing/2014/main" id="{117EE0F7-1AAD-3B80-278A-D998884B04B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94839" y="-11945"/>
            <a:ext cx="8801100" cy="279220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Trefoil Sans Medium" panose="020B0000000000000000" pitchFamily="34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Type here to enter the presentation section name.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04D72FC9-EC91-B321-521B-B3460315231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88381" y="360837"/>
            <a:ext cx="8801099" cy="211614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800" b="0" i="0">
                <a:solidFill>
                  <a:schemeClr val="accent4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70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70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70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70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a single line slide header.</a:t>
            </a:r>
          </a:p>
        </p:txBody>
      </p:sp>
    </p:spTree>
    <p:extLst>
      <p:ext uri="{BB962C8B-B14F-4D97-AF65-F5344CB8AC3E}">
        <p14:creationId xmlns:p14="http://schemas.microsoft.com/office/powerpoint/2010/main" val="1255250965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Back Cover - Fram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BBD42F1-9C9F-E0F0-D82F-1261D6AD09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9458EC-2ECB-2C0F-6999-7AD0F9D06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©2024 Girl Scouts of the USA. All Rights Reserved. Not for public distribution.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8143C60-EDDB-5F75-2539-A54E6A4563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81033" y="419102"/>
            <a:ext cx="4305300" cy="43053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DB394D8E-C70D-EEE0-CAF4-73200581050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8995" y="464503"/>
            <a:ext cx="4259255" cy="4259255"/>
          </a:xfrm>
          <a:prstGeom prst="rect">
            <a:avLst/>
          </a:prstGeom>
        </p:spPr>
      </p:pic>
      <p:sp>
        <p:nvSpPr>
          <p:cNvPr id="7" name="Text Placeholder 46">
            <a:extLst>
              <a:ext uri="{FF2B5EF4-FFF2-40B4-BE49-F238E27FC236}">
                <a16:creationId xmlns:a16="http://schemas.microsoft.com/office/drawing/2014/main" id="{F7A1B123-0FBE-7DEF-FDE4-1100C6C1A8F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8662" y="2417335"/>
            <a:ext cx="3864284" cy="1973699"/>
          </a:xfrm>
          <a:prstGeom prst="rect">
            <a:avLst/>
          </a:prstGeom>
        </p:spPr>
        <p:txBody>
          <a:bodyPr lIns="182880" rIns="182880" anchor="t">
            <a:noAutofit/>
          </a:bodyPr>
          <a:lstStyle>
            <a:lvl1pPr marL="0" marR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50" b="0" i="0" baseline="0">
                <a:solidFill>
                  <a:schemeClr val="tx1"/>
                </a:solidFill>
                <a:latin typeface="Trefoil Sans" panose="020B0000000000000000" pitchFamily="34" charset="0"/>
              </a:defRPr>
            </a:lvl1pPr>
          </a:lstStyle>
          <a:p>
            <a:r>
              <a:rPr lang="en-US"/>
              <a:t>Presenter Name:</a:t>
            </a:r>
            <a:br>
              <a:rPr lang="en-US"/>
            </a:br>
            <a:r>
              <a:rPr lang="en-US"/>
              <a:t>Presenter Title:</a:t>
            </a:r>
            <a:br>
              <a:rPr lang="en-US"/>
            </a:br>
            <a:r>
              <a:rPr lang="en-US"/>
              <a:t>Contact Info: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404A51-9E2C-1A05-4D83-0324827437A0}"/>
              </a:ext>
            </a:extLst>
          </p:cNvPr>
          <p:cNvSpPr txBox="1"/>
          <p:nvPr userDrawn="1"/>
        </p:nvSpPr>
        <p:spPr>
          <a:xfrm>
            <a:off x="420727" y="1551061"/>
            <a:ext cx="387221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0" i="0">
                <a:solidFill>
                  <a:schemeClr val="tx1"/>
                </a:solidFill>
                <a:latin typeface="Girl Scout Display Light" panose="02020003000000000000" pitchFamily="18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870870090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9_Thank You | Forest Gree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B4A0A49-BFC8-C831-910F-EAA355BD2B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80E387-7CA7-320D-F7E5-308E383A4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5DF174-3585-7C14-CEFA-3DD61359FD0A}"/>
              </a:ext>
            </a:extLst>
          </p:cNvPr>
          <p:cNvSpPr txBox="1"/>
          <p:nvPr userDrawn="1"/>
        </p:nvSpPr>
        <p:spPr>
          <a:xfrm>
            <a:off x="171448" y="139973"/>
            <a:ext cx="788669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0" b="0" i="0">
                <a:solidFill>
                  <a:schemeClr val="accent1"/>
                </a:solidFill>
                <a:latin typeface="Girl Scout Display Light" panose="02020003000000000000" pitchFamily="18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360095045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0_Ending Slide | Trefoil Forest Gree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1E1C6EFE-C7D3-E883-DF3A-866CC52CDCD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37096" y="1536848"/>
            <a:ext cx="2069806" cy="2069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45170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Slide | Servicema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662FFB-20B9-23C4-55EA-3C1C110FBD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42437C-B7BC-36E9-B4AB-B0D7AD8A4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pic>
        <p:nvPicPr>
          <p:cNvPr id="5" name="Picture 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FE1B2BD-6987-F993-5E9A-955306E721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04438" y="1714123"/>
            <a:ext cx="3844455" cy="1288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85321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 Slide | Trefoil Whi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338F879D-6055-3DEA-B3B0-966D5DF18E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37096" y="1473052"/>
            <a:ext cx="2069806" cy="2069804"/>
          </a:xfrm>
          <a:prstGeom prst="rect">
            <a:avLst/>
          </a:prstGeom>
        </p:spPr>
      </p:pic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6C6584C6-1024-1222-FD1D-D3B35F3554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35250" y="4324290"/>
            <a:ext cx="3873500" cy="482600"/>
          </a:xfrm>
        </p:spPr>
        <p:txBody>
          <a:bodyPr anchor="b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 b="0" i="0">
                <a:solidFill>
                  <a:schemeClr val="bg1"/>
                </a:solidFill>
                <a:latin typeface="Girl Scout Display Light" panose="02020003000000000000" pitchFamily="18" charset="0"/>
              </a:defRPr>
            </a:lvl1pPr>
            <a:lvl2pPr marL="457200" indent="0" algn="ctr">
              <a:buFont typeface="Arial" panose="020B0604020202020204" pitchFamily="34" charset="0"/>
              <a:buNone/>
              <a:defRPr sz="1400" b="0" i="0">
                <a:latin typeface="Girl Scout Display Light" panose="02020003000000000000" pitchFamily="18" charset="0"/>
              </a:defRPr>
            </a:lvl2pPr>
            <a:lvl3pPr marL="914400" indent="0" algn="ctr">
              <a:buFont typeface="Arial" panose="020B0604020202020204" pitchFamily="34" charset="0"/>
              <a:buNone/>
              <a:defRPr sz="1400" b="0" i="0">
                <a:latin typeface="Girl Scout Display Light" panose="02020003000000000000" pitchFamily="18" charset="0"/>
              </a:defRPr>
            </a:lvl3pPr>
            <a:lvl4pPr marL="1371600" indent="0" algn="ctr">
              <a:buFont typeface="Arial" panose="020B0604020202020204" pitchFamily="34" charset="0"/>
              <a:buNone/>
              <a:defRPr sz="1400" b="0" i="0">
                <a:latin typeface="Girl Scout Display Light" panose="02020003000000000000" pitchFamily="18" charset="0"/>
              </a:defRPr>
            </a:lvl4pPr>
            <a:lvl5pPr marL="1828800" indent="0" algn="ctr">
              <a:buFont typeface="Arial" panose="020B0604020202020204" pitchFamily="34" charset="0"/>
              <a:buNone/>
              <a:defRPr sz="14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800576844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over Slide | Title Cent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68506-8E5A-6DA3-B7E6-63E12F3B50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1456267"/>
            <a:ext cx="7886700" cy="2230966"/>
          </a:xfrm>
        </p:spPr>
        <p:txBody>
          <a:bodyPr>
            <a:no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2024</a:t>
            </a:r>
            <a:br>
              <a:rPr lang="en-US"/>
            </a:br>
            <a:r>
              <a:rPr lang="en-US"/>
              <a:t>Presentation Title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AEF130C-967B-FB18-F644-B4CB56E3C6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5170" y="4464344"/>
            <a:ext cx="453658" cy="453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258713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72A34FC-91B7-8DF6-D0AB-D00AF0D94E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6E0882-FD07-2313-4CBA-B32A12E17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E3D87942-57D5-7F37-597B-CA82E8C157F9}"/>
              </a:ext>
            </a:extLst>
          </p:cNvPr>
          <p:cNvSpPr/>
          <p:nvPr userDrawn="1"/>
        </p:nvSpPr>
        <p:spPr>
          <a:xfrm>
            <a:off x="-135467" y="304800"/>
            <a:ext cx="4552572" cy="4347500"/>
          </a:xfrm>
          <a:custGeom>
            <a:avLst/>
            <a:gdLst>
              <a:gd name="connsiteX0" fmla="*/ 0 w 4552572"/>
              <a:gd name="connsiteY0" fmla="*/ 0 h 4347500"/>
              <a:gd name="connsiteX1" fmla="*/ 4443580 w 4552572"/>
              <a:gd name="connsiteY1" fmla="*/ 0 h 4347500"/>
              <a:gd name="connsiteX2" fmla="*/ 4552572 w 4552572"/>
              <a:gd name="connsiteY2" fmla="*/ 108992 h 4347500"/>
              <a:gd name="connsiteX3" fmla="*/ 4552572 w 4552572"/>
              <a:gd name="connsiteY3" fmla="*/ 4238508 h 4347500"/>
              <a:gd name="connsiteX4" fmla="*/ 4443580 w 4552572"/>
              <a:gd name="connsiteY4" fmla="*/ 4347500 h 4347500"/>
              <a:gd name="connsiteX5" fmla="*/ 0 w 4552572"/>
              <a:gd name="connsiteY5" fmla="*/ 4347500 h 4347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52572" h="4347500">
                <a:moveTo>
                  <a:pt x="0" y="0"/>
                </a:moveTo>
                <a:lnTo>
                  <a:pt x="4443580" y="0"/>
                </a:lnTo>
                <a:cubicBezTo>
                  <a:pt x="4503775" y="0"/>
                  <a:pt x="4552572" y="48797"/>
                  <a:pt x="4552572" y="108992"/>
                </a:cubicBezTo>
                <a:lnTo>
                  <a:pt x="4552572" y="4238508"/>
                </a:lnTo>
                <a:cubicBezTo>
                  <a:pt x="4552572" y="4298703"/>
                  <a:pt x="4503775" y="4347500"/>
                  <a:pt x="4443580" y="4347500"/>
                </a:cubicBezTo>
                <a:lnTo>
                  <a:pt x="0" y="4347500"/>
                </a:lnTo>
                <a:close/>
              </a:path>
            </a:pathLst>
          </a:custGeom>
          <a:noFill/>
          <a:ln w="15875">
            <a:solidFill>
              <a:schemeClr val="accent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200">
              <a:solidFill>
                <a:schemeClr val="tx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6" name="Picture Placeholder 18">
            <a:extLst>
              <a:ext uri="{FF2B5EF4-FFF2-40B4-BE49-F238E27FC236}">
                <a16:creationId xmlns:a16="http://schemas.microsoft.com/office/drawing/2014/main" id="{5D9BB258-B65E-6445-BA72-D907DA560C8C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008955" y="586728"/>
            <a:ext cx="2263728" cy="2268538"/>
          </a:xfrm>
          <a:prstGeom prst="roundRect">
            <a:avLst>
              <a:gd name="adj" fmla="val 4351"/>
            </a:avLst>
          </a:pr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image</a:t>
            </a:r>
          </a:p>
        </p:txBody>
      </p:sp>
      <p:sp>
        <p:nvSpPr>
          <p:cNvPr id="7" name="Text Placeholder 38">
            <a:extLst>
              <a:ext uri="{FF2B5EF4-FFF2-40B4-BE49-F238E27FC236}">
                <a16:creationId xmlns:a16="http://schemas.microsoft.com/office/drawing/2014/main" id="{944CE24F-DAA2-29E1-5DCD-3F57AB5BED9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08954" y="3045041"/>
            <a:ext cx="2263728" cy="1263549"/>
          </a:xfrm>
        </p:spPr>
        <p:txBody>
          <a:bodyPr>
            <a:normAutofit/>
          </a:bodyPr>
          <a:lstStyle>
            <a:lvl1pPr marL="0" indent="0" algn="ctr">
              <a:buNone/>
              <a:defRPr sz="16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First &amp; Last Name</a:t>
            </a:r>
          </a:p>
          <a:p>
            <a:pPr lvl="0"/>
            <a:r>
              <a:rPr lang="en-US"/>
              <a:t>Title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2DFA676-756B-1E57-645F-2654C6571894}"/>
              </a:ext>
            </a:extLst>
          </p:cNvPr>
          <p:cNvSpPr/>
          <p:nvPr userDrawn="1"/>
        </p:nvSpPr>
        <p:spPr>
          <a:xfrm>
            <a:off x="4726897" y="304800"/>
            <a:ext cx="4186297" cy="4347500"/>
          </a:xfrm>
          <a:prstGeom prst="roundRect">
            <a:avLst>
              <a:gd name="adj" fmla="val 3715"/>
            </a:avLst>
          </a:prstGeom>
          <a:solidFill>
            <a:schemeClr val="tx2"/>
          </a:solidFill>
          <a:ln w="15875"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9" name="Text Placeholder 38">
            <a:extLst>
              <a:ext uri="{FF2B5EF4-FFF2-40B4-BE49-F238E27FC236}">
                <a16:creationId xmlns:a16="http://schemas.microsoft.com/office/drawing/2014/main" id="{79D9B024-837D-9D01-6BCA-AB7EB32C0A7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669731" y="2281562"/>
            <a:ext cx="2263728" cy="1263549"/>
          </a:xfrm>
        </p:spPr>
        <p:txBody>
          <a:bodyPr>
            <a:normAutofit/>
          </a:bodyPr>
          <a:lstStyle>
            <a:lvl1pPr marL="0" indent="0" algn="ctr">
              <a:buNone/>
              <a:defRPr sz="2800" b="0" i="0">
                <a:solidFill>
                  <a:schemeClr val="bg1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Section </a:t>
            </a:r>
          </a:p>
          <a:p>
            <a:pPr lvl="0"/>
            <a:r>
              <a:rPr lang="en-US"/>
              <a:t>Title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BCC1B1B-23D1-74EB-9771-7A8BCAF9AE0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410613" y="1180128"/>
            <a:ext cx="818864" cy="76559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52295796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ver Slide | Split | No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7D21A-F00A-F2DD-63D1-48BDE532F6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93605" y="1436643"/>
            <a:ext cx="3962528" cy="993775"/>
          </a:xfrm>
        </p:spPr>
        <p:txBody>
          <a:bodyPr anchor="b">
            <a:normAutofit/>
          </a:bodyPr>
          <a:lstStyle>
            <a:lvl1pPr algn="ctr"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Type Here to Enter a</a:t>
            </a:r>
            <a:br>
              <a:rPr lang="en-US"/>
            </a:br>
            <a:r>
              <a:rPr lang="en-US"/>
              <a:t>Multi-line Transition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990E1E-711E-0B04-086A-D35243A55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C17498-C78D-FF42-4599-E51DFD729730}"/>
              </a:ext>
            </a:extLst>
          </p:cNvPr>
          <p:cNvSpPr/>
          <p:nvPr userDrawn="1"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b="0" i="0">
              <a:solidFill>
                <a:schemeClr val="bg1"/>
              </a:solidFill>
              <a:latin typeface="Girl Scout Display Light" panose="02020003000000000000" pitchFamily="18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9355827-8871-F484-D5ED-67DAC1342F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4087" y="419102"/>
            <a:ext cx="4305300" cy="4305300"/>
          </a:xfrm>
          <a:prstGeom prst="rect">
            <a:avLst/>
          </a:prstGeom>
        </p:spPr>
      </p:pic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1108D74F-3CCB-7AF8-ABE1-963E63C9B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1449" y="4998093"/>
            <a:ext cx="5673297" cy="15457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2D4D7489-8E32-7E01-233E-D24EF104AE7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93605" y="2591284"/>
            <a:ext cx="3962400" cy="1898825"/>
          </a:xfrm>
        </p:spPr>
        <p:txBody>
          <a:bodyPr>
            <a:normAutofit/>
          </a:bodyPr>
          <a:lstStyle>
            <a:lvl1pPr marL="0" indent="0" algn="ctr">
              <a:buNone/>
              <a:defRPr sz="1400" b="0" i="0">
                <a:latin typeface="Trefoil Sans Light" panose="020B0000000000000000" pitchFamily="34" charset="0"/>
              </a:defRPr>
            </a:lvl1pPr>
            <a:lvl2pPr marL="742950" indent="-285750" algn="ctr">
              <a:buFont typeface="Arial" panose="020B0604020202020204" pitchFamily="34" charset="0"/>
              <a:buChar char="•"/>
              <a:defRPr sz="1400"/>
            </a:lvl2pPr>
            <a:lvl3pPr marL="1200150" indent="-285750" algn="ctr">
              <a:buFont typeface="Arial" panose="020B0604020202020204" pitchFamily="34" charset="0"/>
              <a:buChar char="•"/>
              <a:defRPr sz="1400"/>
            </a:lvl3pPr>
            <a:lvl4pPr marL="1657350" indent="-285750" algn="ctr">
              <a:buFont typeface="Arial" panose="020B0604020202020204" pitchFamily="34" charset="0"/>
              <a:buChar char="•"/>
              <a:defRPr sz="1400"/>
            </a:lvl4pPr>
            <a:lvl5pPr marL="2114550" indent="-285750" algn="ctr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22021114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Agenda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05E2A21-37F6-7633-D741-6F19F155C212}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b="0" i="0">
              <a:solidFill>
                <a:schemeClr val="bg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20B0B7-D2B0-2866-918C-9633806BCD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C5F834-BF27-9600-63ED-1B539273B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©2024 Girl Scouts of the USA. All Rights Reserved. Not for public distribution.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6055397-2808-E45F-3203-629C74B12C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4013" y="1303475"/>
            <a:ext cx="4215587" cy="25365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990260D-6D7B-BD3C-14FA-F5609B80493C}"/>
              </a:ext>
            </a:extLst>
          </p:cNvPr>
          <p:cNvSpPr txBox="1"/>
          <p:nvPr userDrawn="1"/>
        </p:nvSpPr>
        <p:spPr>
          <a:xfrm>
            <a:off x="266700" y="2227844"/>
            <a:ext cx="4076700" cy="68848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marR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rl Scout Display Light" panose="02020003000000000000" pitchFamily="18" charset="0"/>
                <a:ea typeface="+mj-ea"/>
                <a:cs typeface="+mj-cs"/>
              </a:rPr>
              <a:t>Agenda</a:t>
            </a:r>
            <a:endParaRPr lang="en-US" sz="4400" b="0" i="0">
              <a:solidFill>
                <a:schemeClr val="bg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7C12F6F-1502-3BC5-9600-90DF91EF2F7D}"/>
              </a:ext>
            </a:extLst>
          </p:cNvPr>
          <p:cNvSpPr/>
          <p:nvPr userDrawn="1"/>
        </p:nvSpPr>
        <p:spPr>
          <a:xfrm>
            <a:off x="4824185" y="485320"/>
            <a:ext cx="4064000" cy="4172858"/>
          </a:xfrm>
          <a:prstGeom prst="roundRect">
            <a:avLst>
              <a:gd name="adj" fmla="val 4524"/>
            </a:avLst>
          </a:prstGeom>
          <a:noFill/>
          <a:ln w="158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610AA26-1291-A285-EB37-08903AAF60A2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226912" y="1027011"/>
            <a:ext cx="3258548" cy="30894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>
              <a:lnSpc>
                <a:spcPct val="150000"/>
              </a:lnSpc>
              <a:buFont typeface="+mj-lt"/>
              <a:buAutoNum type="arabicPeriod"/>
              <a:defRPr sz="1600" b="0" i="0">
                <a:solidFill>
                  <a:schemeClr val="accent1"/>
                </a:solidFill>
                <a:latin typeface="Trefoil Sans Light" panose="020B0000000000000000" pitchFamily="34" charset="0"/>
              </a:defRPr>
            </a:lvl1pPr>
            <a:lvl2pPr marL="800100" indent="-342900">
              <a:lnSpc>
                <a:spcPct val="150000"/>
              </a:lnSpc>
              <a:buFont typeface="+mj-lt"/>
              <a:buAutoNum type="arabicPeriod"/>
              <a:defRPr sz="1600" b="0" i="0">
                <a:solidFill>
                  <a:schemeClr val="accent1"/>
                </a:solidFill>
                <a:latin typeface="Trefoil Sans Light" panose="020B0000000000000000" pitchFamily="34" charset="0"/>
              </a:defRPr>
            </a:lvl2pPr>
            <a:lvl3pPr marL="1257300" indent="-342900">
              <a:lnSpc>
                <a:spcPct val="150000"/>
              </a:lnSpc>
              <a:buFont typeface="+mj-lt"/>
              <a:buAutoNum type="arabicPeriod"/>
              <a:defRPr sz="1600" b="0" i="0">
                <a:solidFill>
                  <a:schemeClr val="accent1"/>
                </a:solidFill>
                <a:latin typeface="Trefoil Sans Light" panose="020B0000000000000000" pitchFamily="34" charset="0"/>
              </a:defRPr>
            </a:lvl3pPr>
            <a:lvl4pPr marL="1714500" indent="-342900">
              <a:lnSpc>
                <a:spcPct val="150000"/>
              </a:lnSpc>
              <a:buFont typeface="+mj-lt"/>
              <a:buAutoNum type="arabicPeriod"/>
              <a:defRPr sz="1600" b="0" i="0">
                <a:solidFill>
                  <a:schemeClr val="accent1"/>
                </a:solidFill>
                <a:latin typeface="Trefoil Sans Light" panose="020B0000000000000000" pitchFamily="34" charset="0"/>
              </a:defRPr>
            </a:lvl4pPr>
            <a:lvl5pPr marL="2171700" indent="-342900">
              <a:lnSpc>
                <a:spcPct val="150000"/>
              </a:lnSpc>
              <a:buFont typeface="+mj-lt"/>
              <a:buAutoNum type="arabicPeriod"/>
              <a:defRPr sz="1600" b="0" i="0">
                <a:solidFill>
                  <a:schemeClr val="accent1"/>
                </a:solidFill>
                <a:latin typeface="Trefoil Sans Light" panose="020B0000000000000000" pitchFamily="34" charset="0"/>
              </a:defRPr>
            </a:lvl5pPr>
          </a:lstStyle>
          <a:p>
            <a:pPr lvl="0"/>
            <a:r>
              <a:rPr lang="en-US"/>
              <a:t>Type agenda item here.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0031422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Agenda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05E2A21-37F6-7633-D741-6F19F155C212}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b="0" i="0">
              <a:solidFill>
                <a:schemeClr val="bg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20B0B7-D2B0-2866-918C-9633806BCD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C5F834-BF27-9600-63ED-1B539273B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©2024 Girl Scouts of the USA. All Rights Reserved. Not for public distribution.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6055397-2808-E45F-3203-629C74B12C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4013" y="1303475"/>
            <a:ext cx="4215587" cy="2536549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7C12F6F-1502-3BC5-9600-90DF91EF2F7D}"/>
              </a:ext>
            </a:extLst>
          </p:cNvPr>
          <p:cNvSpPr/>
          <p:nvPr userDrawn="1"/>
        </p:nvSpPr>
        <p:spPr>
          <a:xfrm>
            <a:off x="4824185" y="485320"/>
            <a:ext cx="4064000" cy="4172858"/>
          </a:xfrm>
          <a:prstGeom prst="roundRect">
            <a:avLst>
              <a:gd name="adj" fmla="val 4524"/>
            </a:avLst>
          </a:prstGeom>
          <a:noFill/>
          <a:ln w="158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610AA26-1291-A285-EB37-08903AAF60A2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226912" y="1027011"/>
            <a:ext cx="3258548" cy="30894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>
              <a:lnSpc>
                <a:spcPct val="150000"/>
              </a:lnSpc>
              <a:buFont typeface="+mj-lt"/>
              <a:buAutoNum type="arabicPeriod"/>
              <a:defRPr sz="1600" b="0" i="0">
                <a:solidFill>
                  <a:schemeClr val="accent1"/>
                </a:solidFill>
                <a:latin typeface="Trefoil Sans Light" panose="020B0000000000000000" pitchFamily="34" charset="0"/>
              </a:defRPr>
            </a:lvl1pPr>
            <a:lvl2pPr marL="800100" indent="-342900">
              <a:lnSpc>
                <a:spcPct val="150000"/>
              </a:lnSpc>
              <a:buFont typeface="+mj-lt"/>
              <a:buAutoNum type="arabicPeriod"/>
              <a:defRPr sz="1600" b="0" i="0">
                <a:solidFill>
                  <a:schemeClr val="accent1"/>
                </a:solidFill>
                <a:latin typeface="Trefoil Sans Light" panose="020B0000000000000000" pitchFamily="34" charset="0"/>
              </a:defRPr>
            </a:lvl2pPr>
            <a:lvl3pPr marL="1257300" indent="-342900">
              <a:lnSpc>
                <a:spcPct val="150000"/>
              </a:lnSpc>
              <a:buFont typeface="+mj-lt"/>
              <a:buAutoNum type="arabicPeriod"/>
              <a:defRPr sz="1600" b="0" i="0">
                <a:solidFill>
                  <a:schemeClr val="accent1"/>
                </a:solidFill>
                <a:latin typeface="Trefoil Sans Light" panose="020B0000000000000000" pitchFamily="34" charset="0"/>
              </a:defRPr>
            </a:lvl3pPr>
            <a:lvl4pPr marL="1714500" indent="-342900">
              <a:lnSpc>
                <a:spcPct val="150000"/>
              </a:lnSpc>
              <a:buFont typeface="+mj-lt"/>
              <a:buAutoNum type="arabicPeriod"/>
              <a:defRPr sz="1600" b="0" i="0">
                <a:solidFill>
                  <a:schemeClr val="accent1"/>
                </a:solidFill>
                <a:latin typeface="Trefoil Sans Light" panose="020B0000000000000000" pitchFamily="34" charset="0"/>
              </a:defRPr>
            </a:lvl4pPr>
            <a:lvl5pPr marL="2171700" indent="-342900">
              <a:lnSpc>
                <a:spcPct val="150000"/>
              </a:lnSpc>
              <a:buFont typeface="+mj-lt"/>
              <a:buAutoNum type="arabicPeriod"/>
              <a:defRPr sz="1600" b="0" i="0">
                <a:solidFill>
                  <a:schemeClr val="accent1"/>
                </a:solidFill>
                <a:latin typeface="Trefoil Sans Light" panose="020B0000000000000000" pitchFamily="34" charset="0"/>
              </a:defRPr>
            </a:lvl5pPr>
          </a:lstStyle>
          <a:p>
            <a:pPr lvl="0"/>
            <a:r>
              <a:rPr lang="en-US"/>
              <a:t>Type agenda item here.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88401866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Agenda Slid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05E2A21-37F6-7633-D741-6F19F155C212}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b="0" i="0">
              <a:solidFill>
                <a:schemeClr val="bg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20B0B7-D2B0-2866-918C-9633806BCD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C5F834-BF27-9600-63ED-1B539273B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©2024 Girl Scouts of the USA. All Rights Reserved. Not for public distribution.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6055397-2808-E45F-3203-629C74B12C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4013" y="1303475"/>
            <a:ext cx="4215587" cy="2536549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7C12F6F-1502-3BC5-9600-90DF91EF2F7D}"/>
              </a:ext>
            </a:extLst>
          </p:cNvPr>
          <p:cNvSpPr/>
          <p:nvPr userDrawn="1"/>
        </p:nvSpPr>
        <p:spPr>
          <a:xfrm>
            <a:off x="4824185" y="485320"/>
            <a:ext cx="4064000" cy="4172858"/>
          </a:xfrm>
          <a:prstGeom prst="roundRect">
            <a:avLst>
              <a:gd name="adj" fmla="val 4524"/>
            </a:avLst>
          </a:prstGeom>
          <a:noFill/>
          <a:ln w="158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610AA26-1291-A285-EB37-08903AAF60A2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226912" y="1027011"/>
            <a:ext cx="3258548" cy="30894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>
              <a:lnSpc>
                <a:spcPct val="150000"/>
              </a:lnSpc>
              <a:buFont typeface="+mj-lt"/>
              <a:buAutoNum type="arabicPeriod"/>
              <a:defRPr sz="1600" b="0" i="0">
                <a:solidFill>
                  <a:schemeClr val="accent1"/>
                </a:solidFill>
                <a:latin typeface="Trefoil Sans Light" panose="020B0000000000000000" pitchFamily="34" charset="0"/>
              </a:defRPr>
            </a:lvl1pPr>
            <a:lvl2pPr marL="800100" indent="-342900">
              <a:lnSpc>
                <a:spcPct val="150000"/>
              </a:lnSpc>
              <a:buFont typeface="+mj-lt"/>
              <a:buAutoNum type="arabicPeriod"/>
              <a:defRPr sz="1600" b="0" i="0">
                <a:solidFill>
                  <a:schemeClr val="accent1"/>
                </a:solidFill>
                <a:latin typeface="Trefoil Sans Light" panose="020B0000000000000000" pitchFamily="34" charset="0"/>
              </a:defRPr>
            </a:lvl2pPr>
            <a:lvl3pPr marL="1257300" indent="-342900">
              <a:lnSpc>
                <a:spcPct val="150000"/>
              </a:lnSpc>
              <a:buFont typeface="+mj-lt"/>
              <a:buAutoNum type="arabicPeriod"/>
              <a:defRPr sz="1600" b="0" i="0">
                <a:solidFill>
                  <a:schemeClr val="accent1"/>
                </a:solidFill>
                <a:latin typeface="Trefoil Sans Light" panose="020B0000000000000000" pitchFamily="34" charset="0"/>
              </a:defRPr>
            </a:lvl3pPr>
            <a:lvl4pPr marL="1714500" indent="-342900">
              <a:lnSpc>
                <a:spcPct val="150000"/>
              </a:lnSpc>
              <a:buFont typeface="+mj-lt"/>
              <a:buAutoNum type="arabicPeriod"/>
              <a:defRPr sz="1600" b="0" i="0">
                <a:solidFill>
                  <a:schemeClr val="accent1"/>
                </a:solidFill>
                <a:latin typeface="Trefoil Sans Light" panose="020B0000000000000000" pitchFamily="34" charset="0"/>
              </a:defRPr>
            </a:lvl4pPr>
            <a:lvl5pPr marL="2171700" indent="-342900">
              <a:lnSpc>
                <a:spcPct val="150000"/>
              </a:lnSpc>
              <a:buFont typeface="+mj-lt"/>
              <a:buAutoNum type="arabicPeriod"/>
              <a:defRPr sz="1600" b="0" i="0">
                <a:solidFill>
                  <a:schemeClr val="accent1"/>
                </a:solidFill>
                <a:latin typeface="Trefoil Sans Light" panose="020B0000000000000000" pitchFamily="34" charset="0"/>
              </a:defRPr>
            </a:lvl5pPr>
          </a:lstStyle>
          <a:p>
            <a:pPr lvl="0"/>
            <a:r>
              <a:rPr lang="en-US"/>
              <a:t>Type agenda item here.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52769690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Agenda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05E2A21-37F6-7633-D741-6F19F155C212}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b="0" i="0">
              <a:solidFill>
                <a:schemeClr val="bg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20B0B7-D2B0-2866-918C-9633806BCD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C5F834-BF27-9600-63ED-1B539273B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©2024 Girl Scouts of the USA. All Rights Reserved. Not for public distribution.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6055397-2808-E45F-3203-629C74B12C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4013" y="1303475"/>
            <a:ext cx="4215587" cy="2536549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7C12F6F-1502-3BC5-9600-90DF91EF2F7D}"/>
              </a:ext>
            </a:extLst>
          </p:cNvPr>
          <p:cNvSpPr/>
          <p:nvPr userDrawn="1"/>
        </p:nvSpPr>
        <p:spPr>
          <a:xfrm>
            <a:off x="4824185" y="485320"/>
            <a:ext cx="4064000" cy="4172858"/>
          </a:xfrm>
          <a:prstGeom prst="roundRect">
            <a:avLst>
              <a:gd name="adj" fmla="val 4524"/>
            </a:avLst>
          </a:prstGeom>
          <a:noFill/>
          <a:ln w="158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610AA26-1291-A285-EB37-08903AAF60A2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226912" y="1027011"/>
            <a:ext cx="3258548" cy="30894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>
              <a:lnSpc>
                <a:spcPct val="150000"/>
              </a:lnSpc>
              <a:buFont typeface="+mj-lt"/>
              <a:buAutoNum type="arabicPeriod"/>
              <a:defRPr sz="1600" b="0" i="0">
                <a:solidFill>
                  <a:schemeClr val="accent1"/>
                </a:solidFill>
                <a:latin typeface="Trefoil Sans Light" panose="020B0000000000000000" pitchFamily="34" charset="0"/>
              </a:defRPr>
            </a:lvl1pPr>
            <a:lvl2pPr marL="800100" indent="-342900">
              <a:lnSpc>
                <a:spcPct val="150000"/>
              </a:lnSpc>
              <a:buFont typeface="+mj-lt"/>
              <a:buAutoNum type="arabicPeriod"/>
              <a:defRPr sz="1600" b="0" i="0">
                <a:solidFill>
                  <a:schemeClr val="accent1"/>
                </a:solidFill>
                <a:latin typeface="Trefoil Sans Light" panose="020B0000000000000000" pitchFamily="34" charset="0"/>
              </a:defRPr>
            </a:lvl2pPr>
            <a:lvl3pPr marL="1257300" indent="-342900">
              <a:lnSpc>
                <a:spcPct val="150000"/>
              </a:lnSpc>
              <a:buFont typeface="+mj-lt"/>
              <a:buAutoNum type="arabicPeriod"/>
              <a:defRPr sz="1600" b="0" i="0">
                <a:solidFill>
                  <a:schemeClr val="accent1"/>
                </a:solidFill>
                <a:latin typeface="Trefoil Sans Light" panose="020B0000000000000000" pitchFamily="34" charset="0"/>
              </a:defRPr>
            </a:lvl3pPr>
            <a:lvl4pPr marL="1714500" indent="-342900">
              <a:lnSpc>
                <a:spcPct val="150000"/>
              </a:lnSpc>
              <a:buFont typeface="+mj-lt"/>
              <a:buAutoNum type="arabicPeriod"/>
              <a:defRPr sz="1600" b="0" i="0">
                <a:solidFill>
                  <a:schemeClr val="accent1"/>
                </a:solidFill>
                <a:latin typeface="Trefoil Sans Light" panose="020B0000000000000000" pitchFamily="34" charset="0"/>
              </a:defRPr>
            </a:lvl4pPr>
            <a:lvl5pPr marL="2171700" indent="-342900">
              <a:lnSpc>
                <a:spcPct val="150000"/>
              </a:lnSpc>
              <a:buFont typeface="+mj-lt"/>
              <a:buAutoNum type="arabicPeriod"/>
              <a:defRPr sz="1600" b="0" i="0">
                <a:solidFill>
                  <a:schemeClr val="accent1"/>
                </a:solidFill>
                <a:latin typeface="Trefoil Sans Light" panose="020B0000000000000000" pitchFamily="34" charset="0"/>
              </a:defRPr>
            </a:lvl5pPr>
          </a:lstStyle>
          <a:p>
            <a:pPr lvl="0"/>
            <a:r>
              <a:rPr lang="en-US"/>
              <a:t>Type agenda item here.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93914313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Agenda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05E2A21-37F6-7633-D741-6F19F155C212}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b="0" i="0">
              <a:solidFill>
                <a:schemeClr val="bg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20B0B7-D2B0-2866-918C-9633806BCD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C5F834-BF27-9600-63ED-1B539273B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©2024 Girl Scouts of the USA. All Rights Reserved. Not for public distribution.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6055397-2808-E45F-3203-629C74B12C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4013" y="1303475"/>
            <a:ext cx="4215587" cy="2536549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7C12F6F-1502-3BC5-9600-90DF91EF2F7D}"/>
              </a:ext>
            </a:extLst>
          </p:cNvPr>
          <p:cNvSpPr/>
          <p:nvPr userDrawn="1"/>
        </p:nvSpPr>
        <p:spPr>
          <a:xfrm>
            <a:off x="4824185" y="485320"/>
            <a:ext cx="4064000" cy="4172858"/>
          </a:xfrm>
          <a:prstGeom prst="roundRect">
            <a:avLst>
              <a:gd name="adj" fmla="val 4524"/>
            </a:avLst>
          </a:prstGeom>
          <a:noFill/>
          <a:ln w="158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610AA26-1291-A285-EB37-08903AAF60A2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226912" y="1027011"/>
            <a:ext cx="3258548" cy="30894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>
              <a:lnSpc>
                <a:spcPct val="150000"/>
              </a:lnSpc>
              <a:buFont typeface="+mj-lt"/>
              <a:buAutoNum type="arabicPeriod"/>
              <a:defRPr sz="1600" b="0" i="0">
                <a:solidFill>
                  <a:schemeClr val="accent1"/>
                </a:solidFill>
                <a:latin typeface="Trefoil Sans Light" panose="020B0000000000000000" pitchFamily="34" charset="0"/>
              </a:defRPr>
            </a:lvl1pPr>
            <a:lvl2pPr marL="800100" indent="-342900">
              <a:lnSpc>
                <a:spcPct val="150000"/>
              </a:lnSpc>
              <a:buFont typeface="+mj-lt"/>
              <a:buAutoNum type="arabicPeriod"/>
              <a:defRPr sz="1600" b="0" i="0">
                <a:solidFill>
                  <a:schemeClr val="accent1"/>
                </a:solidFill>
                <a:latin typeface="Trefoil Sans Light" panose="020B0000000000000000" pitchFamily="34" charset="0"/>
              </a:defRPr>
            </a:lvl2pPr>
            <a:lvl3pPr marL="1257300" indent="-342900">
              <a:lnSpc>
                <a:spcPct val="150000"/>
              </a:lnSpc>
              <a:buFont typeface="+mj-lt"/>
              <a:buAutoNum type="arabicPeriod"/>
              <a:defRPr sz="1600" b="0" i="0">
                <a:solidFill>
                  <a:schemeClr val="accent1"/>
                </a:solidFill>
                <a:latin typeface="Trefoil Sans Light" panose="020B0000000000000000" pitchFamily="34" charset="0"/>
              </a:defRPr>
            </a:lvl3pPr>
            <a:lvl4pPr marL="1714500" indent="-342900">
              <a:lnSpc>
                <a:spcPct val="150000"/>
              </a:lnSpc>
              <a:buFont typeface="+mj-lt"/>
              <a:buAutoNum type="arabicPeriod"/>
              <a:defRPr sz="1600" b="0" i="0">
                <a:solidFill>
                  <a:schemeClr val="accent1"/>
                </a:solidFill>
                <a:latin typeface="Trefoil Sans Light" panose="020B0000000000000000" pitchFamily="34" charset="0"/>
              </a:defRPr>
            </a:lvl4pPr>
            <a:lvl5pPr marL="2171700" indent="-342900">
              <a:lnSpc>
                <a:spcPct val="150000"/>
              </a:lnSpc>
              <a:buFont typeface="+mj-lt"/>
              <a:buAutoNum type="arabicPeriod"/>
              <a:defRPr sz="1600" b="0" i="0">
                <a:solidFill>
                  <a:schemeClr val="accent1"/>
                </a:solidFill>
                <a:latin typeface="Trefoil Sans Light" panose="020B0000000000000000" pitchFamily="34" charset="0"/>
              </a:defRPr>
            </a:lvl5pPr>
          </a:lstStyle>
          <a:p>
            <a:pPr lvl="0"/>
            <a:r>
              <a:rPr lang="en-US"/>
              <a:t>Type agenda item here.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70438260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Agenda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05E2A21-37F6-7633-D741-6F19F155C212}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b="0" i="0">
              <a:solidFill>
                <a:schemeClr val="bg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20B0B7-D2B0-2866-918C-9633806BCD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C5F834-BF27-9600-63ED-1B539273B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©2024 Girl Scouts of the USA. All Rights Reserved. Not for public distribution.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6055397-2808-E45F-3203-629C74B12C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4013" y="1303475"/>
            <a:ext cx="4215587" cy="2536549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7C12F6F-1502-3BC5-9600-90DF91EF2F7D}"/>
              </a:ext>
            </a:extLst>
          </p:cNvPr>
          <p:cNvSpPr/>
          <p:nvPr userDrawn="1"/>
        </p:nvSpPr>
        <p:spPr>
          <a:xfrm>
            <a:off x="4824185" y="485320"/>
            <a:ext cx="4064000" cy="4172858"/>
          </a:xfrm>
          <a:prstGeom prst="roundRect">
            <a:avLst>
              <a:gd name="adj" fmla="val 4524"/>
            </a:avLst>
          </a:prstGeom>
          <a:noFill/>
          <a:ln w="158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610AA26-1291-A285-EB37-08903AAF60A2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226912" y="1027011"/>
            <a:ext cx="3258548" cy="30894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>
              <a:lnSpc>
                <a:spcPct val="150000"/>
              </a:lnSpc>
              <a:buFont typeface="+mj-lt"/>
              <a:buAutoNum type="arabicPeriod"/>
              <a:defRPr sz="1600" b="0" i="0">
                <a:solidFill>
                  <a:schemeClr val="accent1"/>
                </a:solidFill>
                <a:latin typeface="Trefoil Sans Light" panose="020B0000000000000000" pitchFamily="34" charset="0"/>
              </a:defRPr>
            </a:lvl1pPr>
            <a:lvl2pPr marL="800100" indent="-342900">
              <a:lnSpc>
                <a:spcPct val="150000"/>
              </a:lnSpc>
              <a:buFont typeface="+mj-lt"/>
              <a:buAutoNum type="arabicPeriod"/>
              <a:defRPr sz="1600" b="0" i="0">
                <a:solidFill>
                  <a:schemeClr val="accent1"/>
                </a:solidFill>
                <a:latin typeface="Trefoil Sans Light" panose="020B0000000000000000" pitchFamily="34" charset="0"/>
              </a:defRPr>
            </a:lvl2pPr>
            <a:lvl3pPr marL="1257300" indent="-342900">
              <a:lnSpc>
                <a:spcPct val="150000"/>
              </a:lnSpc>
              <a:buFont typeface="+mj-lt"/>
              <a:buAutoNum type="arabicPeriod"/>
              <a:defRPr sz="1600" b="0" i="0">
                <a:solidFill>
                  <a:schemeClr val="accent1"/>
                </a:solidFill>
                <a:latin typeface="Trefoil Sans Light" panose="020B0000000000000000" pitchFamily="34" charset="0"/>
              </a:defRPr>
            </a:lvl3pPr>
            <a:lvl4pPr marL="1714500" indent="-342900">
              <a:lnSpc>
                <a:spcPct val="150000"/>
              </a:lnSpc>
              <a:buFont typeface="+mj-lt"/>
              <a:buAutoNum type="arabicPeriod"/>
              <a:defRPr sz="1600" b="0" i="0">
                <a:solidFill>
                  <a:schemeClr val="accent1"/>
                </a:solidFill>
                <a:latin typeface="Trefoil Sans Light" panose="020B0000000000000000" pitchFamily="34" charset="0"/>
              </a:defRPr>
            </a:lvl4pPr>
            <a:lvl5pPr marL="2171700" indent="-342900">
              <a:lnSpc>
                <a:spcPct val="150000"/>
              </a:lnSpc>
              <a:buFont typeface="+mj-lt"/>
              <a:buAutoNum type="arabicPeriod"/>
              <a:defRPr sz="1600" b="0" i="0">
                <a:solidFill>
                  <a:schemeClr val="accent1"/>
                </a:solidFill>
                <a:latin typeface="Trefoil Sans Light" panose="020B0000000000000000" pitchFamily="34" charset="0"/>
              </a:defRPr>
            </a:lvl5pPr>
          </a:lstStyle>
          <a:p>
            <a:pPr lvl="0"/>
            <a:r>
              <a:rPr lang="en-US"/>
              <a:t>Type agenda item here.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3009100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Agenda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05E2A21-37F6-7633-D741-6F19F155C212}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b="0" i="0">
              <a:solidFill>
                <a:schemeClr val="bg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20B0B7-D2B0-2866-918C-9633806BCD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C5F834-BF27-9600-63ED-1B539273B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©2024 Girl Scouts of the USA. All Rights Reserved. Not for public distribution.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6055397-2808-E45F-3203-629C74B12C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4013" y="1303475"/>
            <a:ext cx="4215587" cy="2536549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7C12F6F-1502-3BC5-9600-90DF91EF2F7D}"/>
              </a:ext>
            </a:extLst>
          </p:cNvPr>
          <p:cNvSpPr/>
          <p:nvPr userDrawn="1"/>
        </p:nvSpPr>
        <p:spPr>
          <a:xfrm>
            <a:off x="4824185" y="485320"/>
            <a:ext cx="4064000" cy="4172858"/>
          </a:xfrm>
          <a:prstGeom prst="roundRect">
            <a:avLst>
              <a:gd name="adj" fmla="val 4524"/>
            </a:avLst>
          </a:prstGeom>
          <a:noFill/>
          <a:ln w="158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610AA26-1291-A285-EB37-08903AAF60A2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226912" y="1027011"/>
            <a:ext cx="3258548" cy="30894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>
              <a:lnSpc>
                <a:spcPct val="150000"/>
              </a:lnSpc>
              <a:buFont typeface="+mj-lt"/>
              <a:buAutoNum type="arabicPeriod"/>
              <a:defRPr sz="1600" b="0" i="0">
                <a:solidFill>
                  <a:schemeClr val="accent1"/>
                </a:solidFill>
                <a:latin typeface="Trefoil Sans Light" panose="020B0000000000000000" pitchFamily="34" charset="0"/>
              </a:defRPr>
            </a:lvl1pPr>
            <a:lvl2pPr marL="800100" indent="-342900">
              <a:lnSpc>
                <a:spcPct val="150000"/>
              </a:lnSpc>
              <a:buFont typeface="+mj-lt"/>
              <a:buAutoNum type="arabicPeriod"/>
              <a:defRPr sz="1600" b="0" i="0">
                <a:solidFill>
                  <a:schemeClr val="accent1"/>
                </a:solidFill>
                <a:latin typeface="Trefoil Sans Light" panose="020B0000000000000000" pitchFamily="34" charset="0"/>
              </a:defRPr>
            </a:lvl2pPr>
            <a:lvl3pPr marL="1257300" indent="-342900">
              <a:lnSpc>
                <a:spcPct val="150000"/>
              </a:lnSpc>
              <a:buFont typeface="+mj-lt"/>
              <a:buAutoNum type="arabicPeriod"/>
              <a:defRPr sz="1600" b="0" i="0">
                <a:solidFill>
                  <a:schemeClr val="accent1"/>
                </a:solidFill>
                <a:latin typeface="Trefoil Sans Light" panose="020B0000000000000000" pitchFamily="34" charset="0"/>
              </a:defRPr>
            </a:lvl3pPr>
            <a:lvl4pPr marL="1714500" indent="-342900">
              <a:lnSpc>
                <a:spcPct val="150000"/>
              </a:lnSpc>
              <a:buFont typeface="+mj-lt"/>
              <a:buAutoNum type="arabicPeriod"/>
              <a:defRPr sz="1600" b="0" i="0">
                <a:solidFill>
                  <a:schemeClr val="accent1"/>
                </a:solidFill>
                <a:latin typeface="Trefoil Sans Light" panose="020B0000000000000000" pitchFamily="34" charset="0"/>
              </a:defRPr>
            </a:lvl4pPr>
            <a:lvl5pPr marL="2171700" indent="-342900">
              <a:lnSpc>
                <a:spcPct val="150000"/>
              </a:lnSpc>
              <a:buFont typeface="+mj-lt"/>
              <a:buAutoNum type="arabicPeriod"/>
              <a:defRPr sz="1600" b="0" i="0">
                <a:solidFill>
                  <a:schemeClr val="accent1"/>
                </a:solidFill>
                <a:latin typeface="Trefoil Sans Light" panose="020B0000000000000000" pitchFamily="34" charset="0"/>
              </a:defRPr>
            </a:lvl5pPr>
          </a:lstStyle>
          <a:p>
            <a:pPr lvl="0"/>
            <a:r>
              <a:rPr lang="en-US"/>
              <a:t>Type agenda item here.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66089887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Agenda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05E2A21-37F6-7633-D741-6F19F155C212}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b="0" i="0">
              <a:solidFill>
                <a:schemeClr val="bg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20B0B7-D2B0-2866-918C-9633806BCD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C5F834-BF27-9600-63ED-1B539273B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©2024 Girl Scouts of the USA. All Rights Reserved. Not for public distribution.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6055397-2808-E45F-3203-629C74B12C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4013" y="1303475"/>
            <a:ext cx="4215587" cy="2536549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7C12F6F-1502-3BC5-9600-90DF91EF2F7D}"/>
              </a:ext>
            </a:extLst>
          </p:cNvPr>
          <p:cNvSpPr/>
          <p:nvPr userDrawn="1"/>
        </p:nvSpPr>
        <p:spPr>
          <a:xfrm>
            <a:off x="4824185" y="485320"/>
            <a:ext cx="4064000" cy="4172858"/>
          </a:xfrm>
          <a:prstGeom prst="roundRect">
            <a:avLst>
              <a:gd name="adj" fmla="val 4524"/>
            </a:avLst>
          </a:prstGeom>
          <a:noFill/>
          <a:ln w="158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610AA26-1291-A285-EB37-08903AAF60A2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226912" y="1027011"/>
            <a:ext cx="3258548" cy="30894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>
              <a:lnSpc>
                <a:spcPct val="150000"/>
              </a:lnSpc>
              <a:buFont typeface="+mj-lt"/>
              <a:buAutoNum type="arabicPeriod"/>
              <a:defRPr sz="1600" b="0" i="0">
                <a:solidFill>
                  <a:schemeClr val="accent1"/>
                </a:solidFill>
                <a:latin typeface="Trefoil Sans Light" panose="020B0000000000000000" pitchFamily="34" charset="0"/>
              </a:defRPr>
            </a:lvl1pPr>
            <a:lvl2pPr marL="800100" indent="-342900">
              <a:lnSpc>
                <a:spcPct val="150000"/>
              </a:lnSpc>
              <a:buFont typeface="+mj-lt"/>
              <a:buAutoNum type="arabicPeriod"/>
              <a:defRPr sz="1600" b="0" i="0">
                <a:solidFill>
                  <a:schemeClr val="accent1"/>
                </a:solidFill>
                <a:latin typeface="Trefoil Sans Light" panose="020B0000000000000000" pitchFamily="34" charset="0"/>
              </a:defRPr>
            </a:lvl2pPr>
            <a:lvl3pPr marL="1257300" indent="-342900">
              <a:lnSpc>
                <a:spcPct val="150000"/>
              </a:lnSpc>
              <a:buFont typeface="+mj-lt"/>
              <a:buAutoNum type="arabicPeriod"/>
              <a:defRPr sz="1600" b="0" i="0">
                <a:solidFill>
                  <a:schemeClr val="accent1"/>
                </a:solidFill>
                <a:latin typeface="Trefoil Sans Light" panose="020B0000000000000000" pitchFamily="34" charset="0"/>
              </a:defRPr>
            </a:lvl3pPr>
            <a:lvl4pPr marL="1714500" indent="-342900">
              <a:lnSpc>
                <a:spcPct val="150000"/>
              </a:lnSpc>
              <a:buFont typeface="+mj-lt"/>
              <a:buAutoNum type="arabicPeriod"/>
              <a:defRPr sz="1600" b="0" i="0">
                <a:solidFill>
                  <a:schemeClr val="accent1"/>
                </a:solidFill>
                <a:latin typeface="Trefoil Sans Light" panose="020B0000000000000000" pitchFamily="34" charset="0"/>
              </a:defRPr>
            </a:lvl4pPr>
            <a:lvl5pPr marL="2171700" indent="-342900">
              <a:lnSpc>
                <a:spcPct val="150000"/>
              </a:lnSpc>
              <a:buFont typeface="+mj-lt"/>
              <a:buAutoNum type="arabicPeriod"/>
              <a:defRPr sz="1600" b="0" i="0">
                <a:solidFill>
                  <a:schemeClr val="accent1"/>
                </a:solidFill>
                <a:latin typeface="Trefoil Sans Light" panose="020B0000000000000000" pitchFamily="34" charset="0"/>
              </a:defRPr>
            </a:lvl5pPr>
          </a:lstStyle>
          <a:p>
            <a:pPr lvl="0"/>
            <a:r>
              <a:rPr lang="en-US"/>
              <a:t>Type agenda item here.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92874267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Agenda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05E2A21-37F6-7633-D741-6F19F155C212}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b="0" i="0">
              <a:solidFill>
                <a:schemeClr val="bg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20B0B7-D2B0-2866-918C-9633806BCD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C5F834-BF27-9600-63ED-1B539273B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©2024 Girl Scouts of the USA. All Rights Reserved. Not for public distribution.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6055397-2808-E45F-3203-629C74B12C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4013" y="1303475"/>
            <a:ext cx="4215587" cy="2536549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7C12F6F-1502-3BC5-9600-90DF91EF2F7D}"/>
              </a:ext>
            </a:extLst>
          </p:cNvPr>
          <p:cNvSpPr/>
          <p:nvPr userDrawn="1"/>
        </p:nvSpPr>
        <p:spPr>
          <a:xfrm>
            <a:off x="4824185" y="485320"/>
            <a:ext cx="4064000" cy="4172858"/>
          </a:xfrm>
          <a:prstGeom prst="roundRect">
            <a:avLst>
              <a:gd name="adj" fmla="val 4524"/>
            </a:avLst>
          </a:prstGeom>
          <a:noFill/>
          <a:ln w="158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610AA26-1291-A285-EB37-08903AAF60A2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226912" y="1027011"/>
            <a:ext cx="3258548" cy="30894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>
              <a:lnSpc>
                <a:spcPct val="150000"/>
              </a:lnSpc>
              <a:buFont typeface="+mj-lt"/>
              <a:buAutoNum type="arabicPeriod"/>
              <a:defRPr sz="1600" b="0" i="0">
                <a:solidFill>
                  <a:schemeClr val="accent1"/>
                </a:solidFill>
                <a:latin typeface="Trefoil Sans Light" panose="020B0000000000000000" pitchFamily="34" charset="0"/>
              </a:defRPr>
            </a:lvl1pPr>
            <a:lvl2pPr marL="800100" indent="-342900">
              <a:lnSpc>
                <a:spcPct val="150000"/>
              </a:lnSpc>
              <a:buFont typeface="+mj-lt"/>
              <a:buAutoNum type="arabicPeriod"/>
              <a:defRPr sz="1600" b="0" i="0">
                <a:solidFill>
                  <a:schemeClr val="accent1"/>
                </a:solidFill>
                <a:latin typeface="Trefoil Sans Light" panose="020B0000000000000000" pitchFamily="34" charset="0"/>
              </a:defRPr>
            </a:lvl2pPr>
            <a:lvl3pPr marL="1257300" indent="-342900">
              <a:lnSpc>
                <a:spcPct val="150000"/>
              </a:lnSpc>
              <a:buFont typeface="+mj-lt"/>
              <a:buAutoNum type="arabicPeriod"/>
              <a:defRPr sz="1600" b="0" i="0">
                <a:solidFill>
                  <a:schemeClr val="accent1"/>
                </a:solidFill>
                <a:latin typeface="Trefoil Sans Light" panose="020B0000000000000000" pitchFamily="34" charset="0"/>
              </a:defRPr>
            </a:lvl3pPr>
            <a:lvl4pPr marL="1714500" indent="-342900">
              <a:lnSpc>
                <a:spcPct val="150000"/>
              </a:lnSpc>
              <a:buFont typeface="+mj-lt"/>
              <a:buAutoNum type="arabicPeriod"/>
              <a:defRPr sz="1600" b="0" i="0">
                <a:solidFill>
                  <a:schemeClr val="accent1"/>
                </a:solidFill>
                <a:latin typeface="Trefoil Sans Light" panose="020B0000000000000000" pitchFamily="34" charset="0"/>
              </a:defRPr>
            </a:lvl4pPr>
            <a:lvl5pPr marL="2171700" indent="-342900">
              <a:lnSpc>
                <a:spcPct val="150000"/>
              </a:lnSpc>
              <a:buFont typeface="+mj-lt"/>
              <a:buAutoNum type="arabicPeriod"/>
              <a:defRPr sz="1600" b="0" i="0">
                <a:solidFill>
                  <a:schemeClr val="accent1"/>
                </a:solidFill>
                <a:latin typeface="Trefoil Sans Light" panose="020B0000000000000000" pitchFamily="34" charset="0"/>
              </a:defRPr>
            </a:lvl5pPr>
          </a:lstStyle>
          <a:p>
            <a:pPr lvl="0"/>
            <a:r>
              <a:rPr lang="en-US"/>
              <a:t>Type agenda item here.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85833511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able of Contents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587238-0E66-5483-3E75-027008F21F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DC1AB8-2720-8DB4-6E33-94C371167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7" name="Text Placeholder 46">
            <a:extLst>
              <a:ext uri="{FF2B5EF4-FFF2-40B4-BE49-F238E27FC236}">
                <a16:creationId xmlns:a16="http://schemas.microsoft.com/office/drawing/2014/main" id="{E2AC4945-2B6F-405B-38B9-9C01D4163C0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96738" y="1393469"/>
            <a:ext cx="2535910" cy="41409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tx1"/>
                </a:solidFill>
                <a:latin typeface="Girl Scout Text Book" panose="02020003000000000000" pitchFamily="18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Short Section Title</a:t>
            </a:r>
          </a:p>
        </p:txBody>
      </p:sp>
      <p:sp>
        <p:nvSpPr>
          <p:cNvPr id="8" name="Text Placeholder 46">
            <a:extLst>
              <a:ext uri="{FF2B5EF4-FFF2-40B4-BE49-F238E27FC236}">
                <a16:creationId xmlns:a16="http://schemas.microsoft.com/office/drawing/2014/main" id="{585EE3CA-DBE5-D41E-8103-0F4CCD32AC7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94839" y="1393469"/>
            <a:ext cx="444839" cy="33344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tx1"/>
                </a:solidFill>
                <a:latin typeface="Girl Scout Text Book" panose="02020003000000000000" pitchFamily="18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  <a:p>
            <a:pPr lvl="0"/>
            <a:r>
              <a:rPr lang="en-US"/>
              <a:t>02</a:t>
            </a:r>
          </a:p>
          <a:p>
            <a:pPr lvl="0"/>
            <a:endParaRPr lang="en-US"/>
          </a:p>
          <a:p>
            <a:pPr lvl="0"/>
            <a:br>
              <a:rPr lang="en-US"/>
            </a:br>
            <a:br>
              <a:rPr lang="en-US"/>
            </a:br>
            <a:r>
              <a:rPr lang="en-US"/>
              <a:t>04</a:t>
            </a:r>
          </a:p>
          <a:p>
            <a:pPr lvl="0"/>
            <a:r>
              <a:rPr lang="en-US"/>
              <a:t>05</a:t>
            </a:r>
          </a:p>
          <a:p>
            <a:pPr lvl="0"/>
            <a:r>
              <a:rPr lang="en-US"/>
              <a:t>06</a:t>
            </a:r>
          </a:p>
          <a:p>
            <a:pPr lvl="0"/>
            <a:r>
              <a:rPr lang="en-US"/>
              <a:t>07</a:t>
            </a:r>
          </a:p>
        </p:txBody>
      </p:sp>
      <p:sp>
        <p:nvSpPr>
          <p:cNvPr id="9" name="Text Placeholder 46">
            <a:extLst>
              <a:ext uri="{FF2B5EF4-FFF2-40B4-BE49-F238E27FC236}">
                <a16:creationId xmlns:a16="http://schemas.microsoft.com/office/drawing/2014/main" id="{B0FE1C62-AE35-C616-6E07-C30C6C61FBC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96738" y="1631412"/>
            <a:ext cx="2535910" cy="41409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accent1"/>
                </a:solidFill>
                <a:latin typeface="Trefoil Sans Light" panose="020B0000000000000000" pitchFamily="34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Sub-Section Title</a:t>
            </a:r>
          </a:p>
        </p:txBody>
      </p:sp>
      <p:sp>
        <p:nvSpPr>
          <p:cNvPr id="10" name="Text Placeholder 46">
            <a:extLst>
              <a:ext uri="{FF2B5EF4-FFF2-40B4-BE49-F238E27FC236}">
                <a16:creationId xmlns:a16="http://schemas.microsoft.com/office/drawing/2014/main" id="{A47CC996-D12E-56A8-1945-2765E4E1759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6738" y="2075242"/>
            <a:ext cx="2535910" cy="52683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tx1"/>
                </a:solidFill>
                <a:latin typeface="Girl Scout Text Book" panose="02020003000000000000" pitchFamily="18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Medium Section Title on Two Lines</a:t>
            </a:r>
          </a:p>
        </p:txBody>
      </p:sp>
      <p:sp>
        <p:nvSpPr>
          <p:cNvPr id="11" name="Text Placeholder 46">
            <a:extLst>
              <a:ext uri="{FF2B5EF4-FFF2-40B4-BE49-F238E27FC236}">
                <a16:creationId xmlns:a16="http://schemas.microsoft.com/office/drawing/2014/main" id="{F2F5AF45-EB77-77DA-D68B-A228AF1DFA8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96738" y="2608803"/>
            <a:ext cx="2535910" cy="572581"/>
          </a:xfrm>
        </p:spPr>
        <p:txBody>
          <a:bodyPr anchor="t">
            <a:normAutofit/>
          </a:bodyPr>
          <a:lstStyle>
            <a:lvl1pPr marL="0" indent="0">
              <a:lnSpc>
                <a:spcPct val="50000"/>
              </a:lnSpc>
              <a:buNone/>
              <a:defRPr sz="1400" b="0" i="0">
                <a:solidFill>
                  <a:schemeClr val="accent1"/>
                </a:solidFill>
                <a:latin typeface="Trefoil Sans Light" panose="020B0000000000000000" pitchFamily="34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Sub-Section Title</a:t>
            </a:r>
          </a:p>
          <a:p>
            <a:pPr lvl="0"/>
            <a:r>
              <a:rPr lang="en-US"/>
              <a:t>Sub-Section Title</a:t>
            </a:r>
          </a:p>
        </p:txBody>
      </p:sp>
      <p:sp>
        <p:nvSpPr>
          <p:cNvPr id="12" name="Text Placeholder 46">
            <a:extLst>
              <a:ext uri="{FF2B5EF4-FFF2-40B4-BE49-F238E27FC236}">
                <a16:creationId xmlns:a16="http://schemas.microsoft.com/office/drawing/2014/main" id="{F088FFFD-A4DD-1FA3-C032-1A2F557C954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96736" y="3188109"/>
            <a:ext cx="3548435" cy="1572041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tx1"/>
                </a:solidFill>
                <a:latin typeface="Girl Scout Text Book" panose="02020003000000000000" pitchFamily="18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Short Section Title</a:t>
            </a:r>
          </a:p>
          <a:p>
            <a:pPr lvl="0"/>
            <a:r>
              <a:rPr lang="en-US"/>
              <a:t>Short Section Title with </a:t>
            </a:r>
            <a:r>
              <a:rPr lang="en-US" err="1"/>
              <a:t>Verylongwords</a:t>
            </a:r>
            <a:endParaRPr lang="en-US"/>
          </a:p>
          <a:p>
            <a:pPr lvl="0"/>
            <a:r>
              <a:rPr lang="en-US"/>
              <a:t>Section Title</a:t>
            </a:r>
          </a:p>
          <a:p>
            <a:pPr lvl="0"/>
            <a:r>
              <a:rPr lang="en-US"/>
              <a:t>Section Title with </a:t>
            </a:r>
            <a:r>
              <a:rPr lang="en-US" err="1"/>
              <a:t>Verylongwords</a:t>
            </a:r>
            <a:endParaRPr lang="en-US"/>
          </a:p>
        </p:txBody>
      </p:sp>
      <p:sp>
        <p:nvSpPr>
          <p:cNvPr id="13" name="Text Placeholder 46">
            <a:extLst>
              <a:ext uri="{FF2B5EF4-FFF2-40B4-BE49-F238E27FC236}">
                <a16:creationId xmlns:a16="http://schemas.microsoft.com/office/drawing/2014/main" id="{7F736F3A-C6B8-4469-333B-6E4AF20D21C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45947" y="1393469"/>
            <a:ext cx="2535910" cy="41409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tx1"/>
                </a:solidFill>
                <a:latin typeface="Girl Scout Text Book" panose="02020003000000000000" pitchFamily="18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Short Section Title</a:t>
            </a:r>
          </a:p>
        </p:txBody>
      </p:sp>
      <p:sp>
        <p:nvSpPr>
          <p:cNvPr id="14" name="Text Placeholder 46">
            <a:extLst>
              <a:ext uri="{FF2B5EF4-FFF2-40B4-BE49-F238E27FC236}">
                <a16:creationId xmlns:a16="http://schemas.microsoft.com/office/drawing/2014/main" id="{C23468F3-42BF-ECEB-78D0-7CFD2C9B5FB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944048" y="1393469"/>
            <a:ext cx="444839" cy="33344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tx1"/>
                </a:solidFill>
                <a:latin typeface="Girl Scout Text Book" panose="02020003000000000000" pitchFamily="18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08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r>
              <a:rPr lang="en-US"/>
              <a:t>09</a:t>
            </a:r>
          </a:p>
          <a:p>
            <a:pPr lvl="0"/>
            <a:r>
              <a:rPr lang="en-US"/>
              <a:t>10</a:t>
            </a:r>
          </a:p>
          <a:p>
            <a:pPr lvl="0"/>
            <a:r>
              <a:rPr lang="en-US"/>
              <a:t>11</a:t>
            </a:r>
          </a:p>
        </p:txBody>
      </p:sp>
      <p:sp>
        <p:nvSpPr>
          <p:cNvPr id="15" name="Text Placeholder 46">
            <a:extLst>
              <a:ext uri="{FF2B5EF4-FFF2-40B4-BE49-F238E27FC236}">
                <a16:creationId xmlns:a16="http://schemas.microsoft.com/office/drawing/2014/main" id="{0779C7E8-AD04-680F-E04A-458F5F297D0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545947" y="1631411"/>
            <a:ext cx="2251853" cy="2153944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accent1"/>
                </a:solidFill>
                <a:latin typeface="Trefoil Sans Light" panose="020B0000000000000000" pitchFamily="34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Sub-Section Title</a:t>
            </a:r>
          </a:p>
          <a:p>
            <a:pPr lvl="0"/>
            <a:r>
              <a:rPr lang="en-US"/>
              <a:t>Sub-Section Title that is on two lines</a:t>
            </a:r>
          </a:p>
          <a:p>
            <a:pPr lvl="0"/>
            <a:r>
              <a:rPr lang="en-US"/>
              <a:t>Very Long Sub-Section Title that is on three long lines like this</a:t>
            </a:r>
          </a:p>
          <a:p>
            <a:pPr lvl="0"/>
            <a:r>
              <a:rPr lang="en-US"/>
              <a:t>Sub Section Title</a:t>
            </a:r>
          </a:p>
          <a:p>
            <a:pPr lvl="0"/>
            <a:r>
              <a:rPr lang="en-US"/>
              <a:t>Sub-Section Title</a:t>
            </a:r>
          </a:p>
        </p:txBody>
      </p:sp>
      <p:sp>
        <p:nvSpPr>
          <p:cNvPr id="16" name="Text Placeholder 46">
            <a:extLst>
              <a:ext uri="{FF2B5EF4-FFF2-40B4-BE49-F238E27FC236}">
                <a16:creationId xmlns:a16="http://schemas.microsoft.com/office/drawing/2014/main" id="{B7C9F0EB-5FA0-6293-2E32-5918FA5F885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545947" y="3785355"/>
            <a:ext cx="3548435" cy="932459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tx1"/>
                </a:solidFill>
                <a:latin typeface="Girl Scout Text Book" panose="02020003000000000000" pitchFamily="18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Section Title</a:t>
            </a:r>
          </a:p>
          <a:p>
            <a:pPr lvl="0"/>
            <a:r>
              <a:rPr lang="en-US"/>
              <a:t>Section Title</a:t>
            </a:r>
          </a:p>
          <a:p>
            <a:pPr lvl="0"/>
            <a:r>
              <a:rPr lang="en-US"/>
              <a:t>Section Title</a:t>
            </a:r>
          </a:p>
        </p:txBody>
      </p:sp>
      <p:sp>
        <p:nvSpPr>
          <p:cNvPr id="17" name="Text Placeholder 46">
            <a:extLst>
              <a:ext uri="{FF2B5EF4-FFF2-40B4-BE49-F238E27FC236}">
                <a16:creationId xmlns:a16="http://schemas.microsoft.com/office/drawing/2014/main" id="{FAF80888-2CAD-66F9-04B0-92A294D9184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94839" y="-11945"/>
            <a:ext cx="8801100" cy="27922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tx1"/>
                </a:solidFill>
                <a:latin typeface="Trefoil Sans Medium" panose="020B0000000000000000" pitchFamily="34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Type here to enter the presentation section name.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40CB4363-9E1C-AAB2-469B-D8284C6E0E3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94839" y="660277"/>
            <a:ext cx="7886700" cy="621537"/>
          </a:xfrm>
        </p:spPr>
        <p:txBody>
          <a:bodyPr anchor="ctr">
            <a:noAutofit/>
          </a:bodyPr>
          <a:lstStyle>
            <a:lvl1pPr marL="0" indent="0">
              <a:buNone/>
              <a:defRPr sz="28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28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28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28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28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961739829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le of Contents-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D73FE4-73F4-E3B9-ADCD-D01453D4AB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5177C1-CA80-3A37-D57B-094DB987B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6" name="Delay 5">
            <a:extLst>
              <a:ext uri="{FF2B5EF4-FFF2-40B4-BE49-F238E27FC236}">
                <a16:creationId xmlns:a16="http://schemas.microsoft.com/office/drawing/2014/main" id="{A02F7A34-1C07-8D9E-0935-1DBEF963A0C1}"/>
              </a:ext>
            </a:extLst>
          </p:cNvPr>
          <p:cNvSpPr/>
          <p:nvPr userDrawn="1"/>
        </p:nvSpPr>
        <p:spPr>
          <a:xfrm rot="16200000">
            <a:off x="4484786" y="1059087"/>
            <a:ext cx="629732" cy="625581"/>
          </a:xfrm>
          <a:prstGeom prst="flowChartDelay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5"/>
              </a:solidFill>
            </a:endParaRPr>
          </a:p>
        </p:txBody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3123B02D-E019-3D0B-6F5F-B97289749179}"/>
              </a:ext>
            </a:extLst>
          </p:cNvPr>
          <p:cNvSpPr/>
          <p:nvPr userDrawn="1"/>
        </p:nvSpPr>
        <p:spPr>
          <a:xfrm>
            <a:off x="4421604" y="1775682"/>
            <a:ext cx="756096" cy="651807"/>
          </a:xfrm>
          <a:prstGeom prst="hexagon">
            <a:avLst>
              <a:gd name="adj" fmla="val 28448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B3B0546-7B01-214E-A1E5-6DABFA87007B}"/>
              </a:ext>
            </a:extLst>
          </p:cNvPr>
          <p:cNvSpPr/>
          <p:nvPr userDrawn="1"/>
        </p:nvSpPr>
        <p:spPr>
          <a:xfrm>
            <a:off x="4473749" y="2526990"/>
            <a:ext cx="651806" cy="651807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D7D95DE-1B9E-7EE8-1071-5B61CFD3F616}"/>
              </a:ext>
            </a:extLst>
          </p:cNvPr>
          <p:cNvSpPr/>
          <p:nvPr userDrawn="1"/>
        </p:nvSpPr>
        <p:spPr>
          <a:xfrm>
            <a:off x="4516278" y="3989567"/>
            <a:ext cx="566749" cy="65809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Octagon 9">
            <a:extLst>
              <a:ext uri="{FF2B5EF4-FFF2-40B4-BE49-F238E27FC236}">
                <a16:creationId xmlns:a16="http://schemas.microsoft.com/office/drawing/2014/main" id="{B2F436AC-9BAE-8DEB-4C48-E49A4F7D9B41}"/>
              </a:ext>
            </a:extLst>
          </p:cNvPr>
          <p:cNvSpPr/>
          <p:nvPr userDrawn="1"/>
        </p:nvSpPr>
        <p:spPr>
          <a:xfrm>
            <a:off x="4486086" y="3273496"/>
            <a:ext cx="627133" cy="627133"/>
          </a:xfrm>
          <a:prstGeom prst="oct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A647192-E07B-CC16-47AB-AB1083EAFDC8}"/>
              </a:ext>
            </a:extLst>
          </p:cNvPr>
          <p:cNvSpPr/>
          <p:nvPr userDrawn="1"/>
        </p:nvSpPr>
        <p:spPr>
          <a:xfrm>
            <a:off x="5273750" y="1039178"/>
            <a:ext cx="3675412" cy="629733"/>
          </a:xfrm>
          <a:prstGeom prst="roundRect">
            <a:avLst>
              <a:gd name="adj" fmla="val 1103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6159974-9051-C859-A5B0-8764873E4050}"/>
              </a:ext>
            </a:extLst>
          </p:cNvPr>
          <p:cNvSpPr/>
          <p:nvPr userDrawn="1"/>
        </p:nvSpPr>
        <p:spPr>
          <a:xfrm>
            <a:off x="5273750" y="1783084"/>
            <a:ext cx="3675412" cy="629733"/>
          </a:xfrm>
          <a:prstGeom prst="roundRect">
            <a:avLst>
              <a:gd name="adj" fmla="val 11039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36B4DDF-DBCC-40A4-003C-FC8F3A6A803C}"/>
              </a:ext>
            </a:extLst>
          </p:cNvPr>
          <p:cNvSpPr/>
          <p:nvPr userDrawn="1"/>
        </p:nvSpPr>
        <p:spPr>
          <a:xfrm>
            <a:off x="5273750" y="2526990"/>
            <a:ext cx="3675412" cy="629733"/>
          </a:xfrm>
          <a:prstGeom prst="roundRect">
            <a:avLst>
              <a:gd name="adj" fmla="val 11039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DFA3E5E-1786-71F6-21C9-1205DBA389D4}"/>
              </a:ext>
            </a:extLst>
          </p:cNvPr>
          <p:cNvSpPr/>
          <p:nvPr userDrawn="1"/>
        </p:nvSpPr>
        <p:spPr>
          <a:xfrm>
            <a:off x="5273750" y="3270896"/>
            <a:ext cx="3675412" cy="629733"/>
          </a:xfrm>
          <a:prstGeom prst="roundRect">
            <a:avLst>
              <a:gd name="adj" fmla="val 11039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BFAFBC5-CFD4-C696-DE9D-37914CC597DB}"/>
              </a:ext>
            </a:extLst>
          </p:cNvPr>
          <p:cNvSpPr/>
          <p:nvPr userDrawn="1"/>
        </p:nvSpPr>
        <p:spPr>
          <a:xfrm>
            <a:off x="5273750" y="4017931"/>
            <a:ext cx="3675412" cy="629733"/>
          </a:xfrm>
          <a:prstGeom prst="roundRect">
            <a:avLst>
              <a:gd name="adj" fmla="val 11039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46">
            <a:extLst>
              <a:ext uri="{FF2B5EF4-FFF2-40B4-BE49-F238E27FC236}">
                <a16:creationId xmlns:a16="http://schemas.microsoft.com/office/drawing/2014/main" id="{A5E6540E-1B00-9F69-4697-3855E129DC1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418355" y="1044600"/>
            <a:ext cx="3399580" cy="62118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000" b="0" i="0">
                <a:solidFill>
                  <a:schemeClr val="bg1"/>
                </a:solidFill>
                <a:latin typeface="Girl Scout Text Book" panose="02020003000000000000" pitchFamily="18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Section 1 Title</a:t>
            </a:r>
          </a:p>
        </p:txBody>
      </p:sp>
      <p:sp>
        <p:nvSpPr>
          <p:cNvPr id="17" name="Text Placeholder 46">
            <a:extLst>
              <a:ext uri="{FF2B5EF4-FFF2-40B4-BE49-F238E27FC236}">
                <a16:creationId xmlns:a16="http://schemas.microsoft.com/office/drawing/2014/main" id="{9C3ABEE9-7002-279E-9BE9-83E1520158B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418355" y="1788879"/>
            <a:ext cx="3399580" cy="620809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000" b="0" i="0">
                <a:solidFill>
                  <a:schemeClr val="tx1"/>
                </a:solidFill>
                <a:latin typeface="Girl Scout Text Book" panose="02020003000000000000" pitchFamily="18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Section 2 Title</a:t>
            </a:r>
          </a:p>
        </p:txBody>
      </p:sp>
      <p:sp>
        <p:nvSpPr>
          <p:cNvPr id="18" name="Text Placeholder 46">
            <a:extLst>
              <a:ext uri="{FF2B5EF4-FFF2-40B4-BE49-F238E27FC236}">
                <a16:creationId xmlns:a16="http://schemas.microsoft.com/office/drawing/2014/main" id="{45E5D917-9461-658E-36B5-83357A56D4B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18355" y="2526097"/>
            <a:ext cx="3399580" cy="620809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000" b="0" i="0">
                <a:solidFill>
                  <a:schemeClr val="bg1"/>
                </a:solidFill>
                <a:latin typeface="Girl Scout Text Book" panose="02020003000000000000" pitchFamily="18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Section 3 Title</a:t>
            </a:r>
          </a:p>
        </p:txBody>
      </p:sp>
      <p:sp>
        <p:nvSpPr>
          <p:cNvPr id="19" name="Text Placeholder 46">
            <a:extLst>
              <a:ext uri="{FF2B5EF4-FFF2-40B4-BE49-F238E27FC236}">
                <a16:creationId xmlns:a16="http://schemas.microsoft.com/office/drawing/2014/main" id="{5D3A2EF0-8925-4C32-7FB7-4917D53EB52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418355" y="3270896"/>
            <a:ext cx="3399580" cy="620809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000" b="0" i="0">
                <a:solidFill>
                  <a:schemeClr val="tx1"/>
                </a:solidFill>
                <a:latin typeface="Girl Scout Text Book" panose="02020003000000000000" pitchFamily="18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Section 4 Title</a:t>
            </a:r>
          </a:p>
        </p:txBody>
      </p:sp>
      <p:sp>
        <p:nvSpPr>
          <p:cNvPr id="20" name="Text Placeholder 46">
            <a:extLst>
              <a:ext uri="{FF2B5EF4-FFF2-40B4-BE49-F238E27FC236}">
                <a16:creationId xmlns:a16="http://schemas.microsoft.com/office/drawing/2014/main" id="{3608F797-E7D5-AC3F-43DE-DEE2C5363E8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418355" y="4026855"/>
            <a:ext cx="3399580" cy="620809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000" b="0" i="0">
                <a:solidFill>
                  <a:schemeClr val="tx1"/>
                </a:solidFill>
                <a:latin typeface="Girl Scout Text Book" panose="02020003000000000000" pitchFamily="18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Section 5 Title</a:t>
            </a:r>
          </a:p>
        </p:txBody>
      </p:sp>
      <p:sp>
        <p:nvSpPr>
          <p:cNvPr id="21" name="Text Placeholder 46">
            <a:extLst>
              <a:ext uri="{FF2B5EF4-FFF2-40B4-BE49-F238E27FC236}">
                <a16:creationId xmlns:a16="http://schemas.microsoft.com/office/drawing/2014/main" id="{C8F09761-9B93-39E8-273B-4E5D864F8FA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86085" y="1053577"/>
            <a:ext cx="625582" cy="629733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0" i="0">
                <a:solidFill>
                  <a:schemeClr val="tx1"/>
                </a:solidFill>
                <a:latin typeface="Girl Scout Text Book" panose="02020003000000000000" pitchFamily="18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22" name="Text Placeholder 46">
            <a:extLst>
              <a:ext uri="{FF2B5EF4-FFF2-40B4-BE49-F238E27FC236}">
                <a16:creationId xmlns:a16="http://schemas.microsoft.com/office/drawing/2014/main" id="{55A4E490-5E53-0B6B-327A-6B7477751DC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86085" y="1783680"/>
            <a:ext cx="625582" cy="643809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0" i="0">
                <a:solidFill>
                  <a:schemeClr val="tx1"/>
                </a:solidFill>
                <a:latin typeface="Girl Scout Text Book" panose="02020003000000000000" pitchFamily="18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2</a:t>
            </a:r>
          </a:p>
        </p:txBody>
      </p:sp>
      <p:sp>
        <p:nvSpPr>
          <p:cNvPr id="23" name="Text Placeholder 46">
            <a:extLst>
              <a:ext uri="{FF2B5EF4-FFF2-40B4-BE49-F238E27FC236}">
                <a16:creationId xmlns:a16="http://schemas.microsoft.com/office/drawing/2014/main" id="{2109A760-F3AC-1279-BE5B-7FBD2D21A26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86085" y="2535047"/>
            <a:ext cx="625582" cy="643809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0" i="0">
                <a:solidFill>
                  <a:schemeClr val="tx1"/>
                </a:solidFill>
                <a:latin typeface="Girl Scout Text Book" panose="02020003000000000000" pitchFamily="18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3</a:t>
            </a:r>
          </a:p>
        </p:txBody>
      </p:sp>
      <p:sp>
        <p:nvSpPr>
          <p:cNvPr id="24" name="Text Placeholder 46">
            <a:extLst>
              <a:ext uri="{FF2B5EF4-FFF2-40B4-BE49-F238E27FC236}">
                <a16:creationId xmlns:a16="http://schemas.microsoft.com/office/drawing/2014/main" id="{8DC9EB12-BCA8-6531-93D9-EBB3357287F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86085" y="3286416"/>
            <a:ext cx="625582" cy="60529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0" i="0">
                <a:solidFill>
                  <a:schemeClr val="bg1"/>
                </a:solidFill>
                <a:latin typeface="Girl Scout Text Book" panose="02020003000000000000" pitchFamily="18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4</a:t>
            </a:r>
          </a:p>
        </p:txBody>
      </p:sp>
      <p:sp>
        <p:nvSpPr>
          <p:cNvPr id="25" name="Text Placeholder 46">
            <a:extLst>
              <a:ext uri="{FF2B5EF4-FFF2-40B4-BE49-F238E27FC236}">
                <a16:creationId xmlns:a16="http://schemas.microsoft.com/office/drawing/2014/main" id="{061CC797-71BB-3D89-7FD4-54D5298E54E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86085" y="3995252"/>
            <a:ext cx="625582" cy="65241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0" i="0">
                <a:solidFill>
                  <a:schemeClr val="bg1"/>
                </a:solidFill>
                <a:latin typeface="Girl Scout Text Book" panose="02020003000000000000" pitchFamily="18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5</a:t>
            </a:r>
          </a:p>
        </p:txBody>
      </p:sp>
      <p:sp>
        <p:nvSpPr>
          <p:cNvPr id="27" name="Text Placeholder 46">
            <a:extLst>
              <a:ext uri="{FF2B5EF4-FFF2-40B4-BE49-F238E27FC236}">
                <a16:creationId xmlns:a16="http://schemas.microsoft.com/office/drawing/2014/main" id="{64135BB8-56D4-A68E-4F7F-13622EE7B3C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94839" y="-11945"/>
            <a:ext cx="8801100" cy="27922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tx1"/>
                </a:solidFill>
                <a:latin typeface="Trefoil Sans Medium" panose="020B0000000000000000" pitchFamily="34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Type here to enter the presentation section name.</a:t>
            </a:r>
          </a:p>
        </p:txBody>
      </p:sp>
      <p:sp>
        <p:nvSpPr>
          <p:cNvPr id="29" name="Text Placeholder 19">
            <a:extLst>
              <a:ext uri="{FF2B5EF4-FFF2-40B4-BE49-F238E27FC236}">
                <a16:creationId xmlns:a16="http://schemas.microsoft.com/office/drawing/2014/main" id="{B1A0DC14-6A1F-14DA-F376-CDF974DA4DC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94839" y="608611"/>
            <a:ext cx="7886700" cy="621537"/>
          </a:xfrm>
        </p:spPr>
        <p:txBody>
          <a:bodyPr anchor="ctr">
            <a:noAutofit/>
          </a:bodyPr>
          <a:lstStyle>
            <a:lvl1pPr marL="0" indent="0">
              <a:buNone/>
              <a:defRPr sz="28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28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28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28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28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3829606910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able of Contents-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D73FE4-73F4-E3B9-ADCD-D01453D4AB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5177C1-CA80-3A37-D57B-094DB987B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6" name="Delay 5">
            <a:extLst>
              <a:ext uri="{FF2B5EF4-FFF2-40B4-BE49-F238E27FC236}">
                <a16:creationId xmlns:a16="http://schemas.microsoft.com/office/drawing/2014/main" id="{A02F7A34-1C07-8D9E-0935-1DBEF963A0C1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4558914" y="1029114"/>
            <a:ext cx="457200" cy="454187"/>
          </a:xfrm>
          <a:prstGeom prst="flowChartDelay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5"/>
              </a:solidFill>
            </a:endParaRPr>
          </a:p>
        </p:txBody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3123B02D-E019-3D0B-6F5F-B97289749179}"/>
              </a:ext>
            </a:extLst>
          </p:cNvPr>
          <p:cNvSpPr>
            <a:spLocks noChangeAspect="1"/>
          </p:cNvSpPr>
          <p:nvPr userDrawn="1"/>
        </p:nvSpPr>
        <p:spPr>
          <a:xfrm>
            <a:off x="4534474" y="1630307"/>
            <a:ext cx="530353" cy="457200"/>
          </a:xfrm>
          <a:prstGeom prst="hexagon">
            <a:avLst>
              <a:gd name="adj" fmla="val 28448"/>
              <a:gd name="vf" fmla="val 11547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B3B0546-7B01-214E-A1E5-6DABFA87007B}"/>
              </a:ext>
            </a:extLst>
          </p:cNvPr>
          <p:cNvSpPr>
            <a:spLocks noChangeAspect="1"/>
          </p:cNvSpPr>
          <p:nvPr userDrawn="1"/>
        </p:nvSpPr>
        <p:spPr>
          <a:xfrm>
            <a:off x="4560420" y="2219292"/>
            <a:ext cx="457199" cy="457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D7D95DE-1B9E-7EE8-1071-5B61CFD3F616}"/>
              </a:ext>
            </a:extLst>
          </p:cNvPr>
          <p:cNvSpPr>
            <a:spLocks noChangeAspect="1"/>
          </p:cNvSpPr>
          <p:nvPr userDrawn="1"/>
        </p:nvSpPr>
        <p:spPr>
          <a:xfrm>
            <a:off x="4592343" y="3391978"/>
            <a:ext cx="472484" cy="54864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Octagon 9">
            <a:extLst>
              <a:ext uri="{FF2B5EF4-FFF2-40B4-BE49-F238E27FC236}">
                <a16:creationId xmlns:a16="http://schemas.microsoft.com/office/drawing/2014/main" id="{B2F436AC-9BAE-8DEB-4C48-E49A4F7D9B41}"/>
              </a:ext>
            </a:extLst>
          </p:cNvPr>
          <p:cNvSpPr>
            <a:spLocks noChangeAspect="1"/>
          </p:cNvSpPr>
          <p:nvPr userDrawn="1"/>
        </p:nvSpPr>
        <p:spPr>
          <a:xfrm>
            <a:off x="4592343" y="2806556"/>
            <a:ext cx="457200" cy="457200"/>
          </a:xfrm>
          <a:prstGeom prst="oct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A647192-E07B-CC16-47AB-AB1083EAFDC8}"/>
              </a:ext>
            </a:extLst>
          </p:cNvPr>
          <p:cNvSpPr/>
          <p:nvPr userDrawn="1"/>
        </p:nvSpPr>
        <p:spPr>
          <a:xfrm>
            <a:off x="5273750" y="1027608"/>
            <a:ext cx="3675412" cy="457200"/>
          </a:xfrm>
          <a:prstGeom prst="roundRect">
            <a:avLst>
              <a:gd name="adj" fmla="val 1103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6159974-9051-C859-A5B0-8764873E4050}"/>
              </a:ext>
            </a:extLst>
          </p:cNvPr>
          <p:cNvSpPr/>
          <p:nvPr userDrawn="1"/>
        </p:nvSpPr>
        <p:spPr>
          <a:xfrm>
            <a:off x="5273750" y="1624512"/>
            <a:ext cx="3675412" cy="457200"/>
          </a:xfrm>
          <a:prstGeom prst="roundRect">
            <a:avLst>
              <a:gd name="adj" fmla="val 11039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36B4DDF-DBCC-40A4-003C-FC8F3A6A803C}"/>
              </a:ext>
            </a:extLst>
          </p:cNvPr>
          <p:cNvSpPr/>
          <p:nvPr userDrawn="1"/>
        </p:nvSpPr>
        <p:spPr>
          <a:xfrm>
            <a:off x="5276761" y="2222268"/>
            <a:ext cx="3675412" cy="457200"/>
          </a:xfrm>
          <a:prstGeom prst="roundRect">
            <a:avLst>
              <a:gd name="adj" fmla="val 11039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DFA3E5E-1786-71F6-21C9-1205DBA389D4}"/>
              </a:ext>
            </a:extLst>
          </p:cNvPr>
          <p:cNvSpPr/>
          <p:nvPr userDrawn="1"/>
        </p:nvSpPr>
        <p:spPr>
          <a:xfrm>
            <a:off x="5296891" y="2805910"/>
            <a:ext cx="3675412" cy="457200"/>
          </a:xfrm>
          <a:prstGeom prst="roundRect">
            <a:avLst>
              <a:gd name="adj" fmla="val 11039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BFAFBC5-CFD4-C696-DE9D-37914CC597DB}"/>
              </a:ext>
            </a:extLst>
          </p:cNvPr>
          <p:cNvSpPr/>
          <p:nvPr userDrawn="1"/>
        </p:nvSpPr>
        <p:spPr>
          <a:xfrm>
            <a:off x="5273750" y="3427747"/>
            <a:ext cx="3675412" cy="457200"/>
          </a:xfrm>
          <a:prstGeom prst="roundRect">
            <a:avLst>
              <a:gd name="adj" fmla="val 11039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46">
            <a:extLst>
              <a:ext uri="{FF2B5EF4-FFF2-40B4-BE49-F238E27FC236}">
                <a16:creationId xmlns:a16="http://schemas.microsoft.com/office/drawing/2014/main" id="{A5E6540E-1B00-9F69-4697-3855E129DC1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418355" y="1033030"/>
            <a:ext cx="3399580" cy="448649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000" b="0" i="0">
                <a:solidFill>
                  <a:schemeClr val="bg1"/>
                </a:solidFill>
                <a:latin typeface="Girl Scout Text Book" panose="02020003000000000000" pitchFamily="18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Section 1 Title</a:t>
            </a:r>
          </a:p>
        </p:txBody>
      </p:sp>
      <p:sp>
        <p:nvSpPr>
          <p:cNvPr id="17" name="Text Placeholder 46">
            <a:extLst>
              <a:ext uri="{FF2B5EF4-FFF2-40B4-BE49-F238E27FC236}">
                <a16:creationId xmlns:a16="http://schemas.microsoft.com/office/drawing/2014/main" id="{9C3ABEE9-7002-279E-9BE9-83E1520158B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418355" y="1630307"/>
            <a:ext cx="3399580" cy="457201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000" b="0" i="0">
                <a:solidFill>
                  <a:schemeClr val="tx1"/>
                </a:solidFill>
                <a:latin typeface="Girl Scout Text Book" panose="02020003000000000000" pitchFamily="18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Section 2 Title</a:t>
            </a:r>
          </a:p>
        </p:txBody>
      </p:sp>
      <p:sp>
        <p:nvSpPr>
          <p:cNvPr id="18" name="Text Placeholder 46">
            <a:extLst>
              <a:ext uri="{FF2B5EF4-FFF2-40B4-BE49-F238E27FC236}">
                <a16:creationId xmlns:a16="http://schemas.microsoft.com/office/drawing/2014/main" id="{45E5D917-9461-658E-36B5-83357A56D4B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21366" y="2221376"/>
            <a:ext cx="3399580" cy="454964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000" b="0" i="0">
                <a:solidFill>
                  <a:schemeClr val="bg1"/>
                </a:solidFill>
                <a:latin typeface="Girl Scout Text Book" panose="02020003000000000000" pitchFamily="18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Section 3 Title</a:t>
            </a:r>
          </a:p>
        </p:txBody>
      </p:sp>
      <p:sp>
        <p:nvSpPr>
          <p:cNvPr id="19" name="Text Placeholder 46">
            <a:extLst>
              <a:ext uri="{FF2B5EF4-FFF2-40B4-BE49-F238E27FC236}">
                <a16:creationId xmlns:a16="http://schemas.microsoft.com/office/drawing/2014/main" id="{5D3A2EF0-8925-4C32-7FB7-4917D53EB52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441496" y="2805911"/>
            <a:ext cx="3399580" cy="457200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000" b="0" i="0">
                <a:solidFill>
                  <a:schemeClr val="tx1"/>
                </a:solidFill>
                <a:latin typeface="Girl Scout Text Book" panose="02020003000000000000" pitchFamily="18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Section 4 Title</a:t>
            </a:r>
          </a:p>
        </p:txBody>
      </p:sp>
      <p:sp>
        <p:nvSpPr>
          <p:cNvPr id="20" name="Text Placeholder 46">
            <a:extLst>
              <a:ext uri="{FF2B5EF4-FFF2-40B4-BE49-F238E27FC236}">
                <a16:creationId xmlns:a16="http://schemas.microsoft.com/office/drawing/2014/main" id="{3608F797-E7D5-AC3F-43DE-DEE2C5363E8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418355" y="3436672"/>
            <a:ext cx="3399580" cy="448276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000" b="0" i="0">
                <a:solidFill>
                  <a:schemeClr val="tx1"/>
                </a:solidFill>
                <a:latin typeface="Girl Scout Text Book" panose="02020003000000000000" pitchFamily="18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Section 5 Title</a:t>
            </a:r>
          </a:p>
        </p:txBody>
      </p:sp>
      <p:sp>
        <p:nvSpPr>
          <p:cNvPr id="21" name="Text Placeholder 46">
            <a:extLst>
              <a:ext uri="{FF2B5EF4-FFF2-40B4-BE49-F238E27FC236}">
                <a16:creationId xmlns:a16="http://schemas.microsoft.com/office/drawing/2014/main" id="{C8F09761-9B93-39E8-273B-4E5D864F8FA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621374" y="1104666"/>
            <a:ext cx="356555" cy="36638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0" i="0">
                <a:solidFill>
                  <a:schemeClr val="tx1"/>
                </a:solidFill>
                <a:latin typeface="Girl Scout Text Book" panose="02020003000000000000" pitchFamily="18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22" name="Text Placeholder 46">
            <a:extLst>
              <a:ext uri="{FF2B5EF4-FFF2-40B4-BE49-F238E27FC236}">
                <a16:creationId xmlns:a16="http://schemas.microsoft.com/office/drawing/2014/main" id="{55A4E490-5E53-0B6B-327A-6B7477751DC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76922" y="1630306"/>
            <a:ext cx="445455" cy="449832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0" i="0" baseline="0">
                <a:solidFill>
                  <a:schemeClr val="bg1"/>
                </a:solidFill>
                <a:latin typeface="Girl Scout Text Book" panose="02020003000000000000" pitchFamily="18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2</a:t>
            </a:r>
          </a:p>
        </p:txBody>
      </p:sp>
      <p:sp>
        <p:nvSpPr>
          <p:cNvPr id="23" name="Text Placeholder 46">
            <a:extLst>
              <a:ext uri="{FF2B5EF4-FFF2-40B4-BE49-F238E27FC236}">
                <a16:creationId xmlns:a16="http://schemas.microsoft.com/office/drawing/2014/main" id="{2109A760-F3AC-1279-BE5B-7FBD2D21A26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605332" y="2219293"/>
            <a:ext cx="394655" cy="433754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0" i="0">
                <a:solidFill>
                  <a:schemeClr val="tx1"/>
                </a:solidFill>
                <a:latin typeface="Girl Scout Text Book" panose="02020003000000000000" pitchFamily="18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3</a:t>
            </a:r>
          </a:p>
        </p:txBody>
      </p:sp>
      <p:sp>
        <p:nvSpPr>
          <p:cNvPr id="24" name="Text Placeholder 46">
            <a:extLst>
              <a:ext uri="{FF2B5EF4-FFF2-40B4-BE49-F238E27FC236}">
                <a16:creationId xmlns:a16="http://schemas.microsoft.com/office/drawing/2014/main" id="{8DC9EB12-BCA8-6531-93D9-EBB3357287F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656798" y="2805911"/>
            <a:ext cx="328289" cy="445162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0" i="0">
                <a:solidFill>
                  <a:schemeClr val="bg1"/>
                </a:solidFill>
                <a:latin typeface="Girl Scout Text Book" panose="02020003000000000000" pitchFamily="18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4</a:t>
            </a:r>
          </a:p>
        </p:txBody>
      </p:sp>
      <p:sp>
        <p:nvSpPr>
          <p:cNvPr id="25" name="Text Placeholder 46">
            <a:extLst>
              <a:ext uri="{FF2B5EF4-FFF2-40B4-BE49-F238E27FC236}">
                <a16:creationId xmlns:a16="http://schemas.microsoft.com/office/drawing/2014/main" id="{061CC797-71BB-3D89-7FD4-54D5298E54E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621374" y="3422038"/>
            <a:ext cx="388305" cy="505944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0" i="0">
                <a:solidFill>
                  <a:schemeClr val="bg1"/>
                </a:solidFill>
                <a:latin typeface="Girl Scout Text Book" panose="02020003000000000000" pitchFamily="18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5</a:t>
            </a:r>
          </a:p>
        </p:txBody>
      </p:sp>
      <p:sp>
        <p:nvSpPr>
          <p:cNvPr id="27" name="Text Placeholder 46">
            <a:extLst>
              <a:ext uri="{FF2B5EF4-FFF2-40B4-BE49-F238E27FC236}">
                <a16:creationId xmlns:a16="http://schemas.microsoft.com/office/drawing/2014/main" id="{64135BB8-56D4-A68E-4F7F-13622EE7B3C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94839" y="-11945"/>
            <a:ext cx="8801100" cy="27922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tx1"/>
                </a:solidFill>
                <a:latin typeface="Trefoil Sans Medium" panose="020B0000000000000000" pitchFamily="34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Type here to enter the presentation section name.</a:t>
            </a:r>
          </a:p>
        </p:txBody>
      </p:sp>
      <p:sp>
        <p:nvSpPr>
          <p:cNvPr id="29" name="Text Placeholder 19">
            <a:extLst>
              <a:ext uri="{FF2B5EF4-FFF2-40B4-BE49-F238E27FC236}">
                <a16:creationId xmlns:a16="http://schemas.microsoft.com/office/drawing/2014/main" id="{B1A0DC14-6A1F-14DA-F376-CDF974DA4DC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94839" y="608611"/>
            <a:ext cx="4295308" cy="496055"/>
          </a:xfrm>
        </p:spPr>
        <p:txBody>
          <a:bodyPr anchor="ctr">
            <a:noAutofit/>
          </a:bodyPr>
          <a:lstStyle>
            <a:lvl1pPr marL="0" indent="0">
              <a:buNone/>
              <a:defRPr sz="28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28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28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28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28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Table of Contents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71661DE-9B82-323D-CC20-1B84CB7F7650}"/>
              </a:ext>
            </a:extLst>
          </p:cNvPr>
          <p:cNvSpPr/>
          <p:nvPr userDrawn="1"/>
        </p:nvSpPr>
        <p:spPr>
          <a:xfrm>
            <a:off x="5273750" y="4045554"/>
            <a:ext cx="3675412" cy="457200"/>
          </a:xfrm>
          <a:prstGeom prst="roundRect">
            <a:avLst>
              <a:gd name="adj" fmla="val 11039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 Placeholder 46">
            <a:extLst>
              <a:ext uri="{FF2B5EF4-FFF2-40B4-BE49-F238E27FC236}">
                <a16:creationId xmlns:a16="http://schemas.microsoft.com/office/drawing/2014/main" id="{320CEF8A-066B-716D-DC9F-14094BF09A4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18355" y="4054479"/>
            <a:ext cx="3399580" cy="448276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000" b="0" i="0">
                <a:solidFill>
                  <a:schemeClr val="tx1"/>
                </a:solidFill>
                <a:latin typeface="Girl Scout Text Book" panose="02020003000000000000" pitchFamily="18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Section 6 Title</a:t>
            </a:r>
          </a:p>
        </p:txBody>
      </p:sp>
      <p:sp>
        <p:nvSpPr>
          <p:cNvPr id="30" name="Octagon 29">
            <a:extLst>
              <a:ext uri="{FF2B5EF4-FFF2-40B4-BE49-F238E27FC236}">
                <a16:creationId xmlns:a16="http://schemas.microsoft.com/office/drawing/2014/main" id="{5A935445-3DFB-CAC2-C463-23CEF8358439}"/>
              </a:ext>
            </a:extLst>
          </p:cNvPr>
          <p:cNvSpPr>
            <a:spLocks noChangeAspect="1"/>
          </p:cNvSpPr>
          <p:nvPr userDrawn="1"/>
        </p:nvSpPr>
        <p:spPr>
          <a:xfrm>
            <a:off x="4592343" y="4059998"/>
            <a:ext cx="457200" cy="457200"/>
          </a:xfrm>
          <a:prstGeom prst="oct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 Placeholder 46">
            <a:extLst>
              <a:ext uri="{FF2B5EF4-FFF2-40B4-BE49-F238E27FC236}">
                <a16:creationId xmlns:a16="http://schemas.microsoft.com/office/drawing/2014/main" id="{E1979548-0574-65C0-AE8D-446D0BD8410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653666" y="4053601"/>
            <a:ext cx="328289" cy="445162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0" i="0" baseline="0">
                <a:solidFill>
                  <a:schemeClr val="tx1"/>
                </a:solidFill>
                <a:latin typeface="Girl Scout Text Book" panose="02020003000000000000" pitchFamily="18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640235207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Section Slide - Rectang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9B66E87-A9B3-430E-2936-14B1FE9DD931}"/>
              </a:ext>
            </a:extLst>
          </p:cNvPr>
          <p:cNvSpPr/>
          <p:nvPr userDrawn="1"/>
        </p:nvSpPr>
        <p:spPr>
          <a:xfrm>
            <a:off x="244893" y="240185"/>
            <a:ext cx="8654213" cy="4606567"/>
          </a:xfrm>
          <a:prstGeom prst="roundRect">
            <a:avLst>
              <a:gd name="adj" fmla="val 582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02E96F3-C9DC-23F3-1F8D-D06FAB0535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85459" y="4972051"/>
            <a:ext cx="550592" cy="18273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600" b="0" i="0">
                <a:solidFill>
                  <a:schemeClr val="tx1"/>
                </a:solidFill>
                <a:latin typeface="Girl Scout Text Book" panose="02020003000000000000" pitchFamily="18" charset="0"/>
              </a:defRPr>
            </a:lvl1pPr>
          </a:lstStyle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0ADEA62C-69C6-D9E4-D176-13A9385FDF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1449" y="4998093"/>
            <a:ext cx="5673297" cy="15457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0" marR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450" b="0" i="0" u="none" strike="noStrike" smtClean="0">
                <a:effectLst/>
                <a:latin typeface="Girl Scout Text Book" panose="02020003000000000000" pitchFamily="18" charset="0"/>
              </a:defRPr>
            </a:lvl1pPr>
          </a:lstStyle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D7F59519-B477-27D0-CEAA-C809C5FAF4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541" y="609600"/>
            <a:ext cx="7826918" cy="3924300"/>
          </a:xfrm>
        </p:spPr>
        <p:txBody>
          <a:bodyPr anchor="ctr">
            <a:noAutofit/>
          </a:bodyPr>
          <a:lstStyle>
            <a:lvl1pPr marL="0" indent="0" algn="ctr">
              <a:buNone/>
              <a:defRPr sz="7000" b="0" i="0">
                <a:solidFill>
                  <a:schemeClr val="accent2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70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70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70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70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Edit Section Title/#</a:t>
            </a:r>
          </a:p>
        </p:txBody>
      </p:sp>
    </p:spTree>
    <p:extLst>
      <p:ext uri="{BB962C8B-B14F-4D97-AF65-F5344CB8AC3E}">
        <p14:creationId xmlns:p14="http://schemas.microsoft.com/office/powerpoint/2010/main" val="1796728904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Section Slide - Capsu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1390F0-A767-3F9A-2880-AF539C30A1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AD6C58-22AB-B6CC-D535-40422DC0E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BAE5CC1-CC28-6E75-A6D1-453DA747621C}"/>
              </a:ext>
            </a:extLst>
          </p:cNvPr>
          <p:cNvSpPr/>
          <p:nvPr userDrawn="1"/>
        </p:nvSpPr>
        <p:spPr>
          <a:xfrm rot="16200000">
            <a:off x="2589667" y="-1699851"/>
            <a:ext cx="3964666" cy="8437937"/>
          </a:xfrm>
          <a:prstGeom prst="roundRect">
            <a:avLst>
              <a:gd name="adj" fmla="val 50000"/>
            </a:avLst>
          </a:prstGeom>
          <a:noFill/>
          <a:ln w="25400">
            <a:solidFill>
              <a:schemeClr val="accent4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endParaRPr lang="en-US" sz="9600">
              <a:solidFill>
                <a:srgbClr val="CCB2FA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8" name="Text Placeholder 18">
            <a:extLst>
              <a:ext uri="{FF2B5EF4-FFF2-40B4-BE49-F238E27FC236}">
                <a16:creationId xmlns:a16="http://schemas.microsoft.com/office/drawing/2014/main" id="{8E2EDD88-0B72-A6F1-E6E5-9ADCE4E149B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541" y="712608"/>
            <a:ext cx="7826918" cy="3718284"/>
          </a:xfrm>
        </p:spPr>
        <p:txBody>
          <a:bodyPr anchor="ctr">
            <a:noAutofit/>
          </a:bodyPr>
          <a:lstStyle>
            <a:lvl1pPr marL="0" indent="0" algn="ctr">
              <a:buNone/>
              <a:defRPr sz="7000" b="0" i="0">
                <a:solidFill>
                  <a:schemeClr val="tx1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70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70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70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70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Edit Section Title/#</a:t>
            </a:r>
          </a:p>
        </p:txBody>
      </p:sp>
    </p:spTree>
    <p:extLst>
      <p:ext uri="{BB962C8B-B14F-4D97-AF65-F5344CB8AC3E}">
        <p14:creationId xmlns:p14="http://schemas.microsoft.com/office/powerpoint/2010/main" val="583199714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Blank Slide |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A734A4EB-5C34-F9E2-46C7-DB737EE51762}"/>
              </a:ext>
            </a:extLst>
          </p:cNvPr>
          <p:cNvGrpSpPr/>
          <p:nvPr userDrawn="1"/>
        </p:nvGrpSpPr>
        <p:grpSpPr>
          <a:xfrm>
            <a:off x="-20163" y="4972051"/>
            <a:ext cx="9164163" cy="193572"/>
            <a:chOff x="-20163" y="4972051"/>
            <a:chExt cx="9164163" cy="19357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FCF7CCB-F1E4-EA15-54A1-996572EB8C7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291462" y="4972051"/>
              <a:ext cx="191143" cy="191143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 b="0" i="0">
                <a:solidFill>
                  <a:schemeClr val="bg1"/>
                </a:solidFill>
                <a:latin typeface="Girl Scout Display Light" panose="02020003000000000000" pitchFamily="18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A975486-3371-8431-638C-AA06E1F3656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82604" y="4972051"/>
              <a:ext cx="191143" cy="19114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 b="0" i="0">
                <a:solidFill>
                  <a:schemeClr val="bg1"/>
                </a:solidFill>
                <a:latin typeface="Girl Scout Display Light" panose="02020003000000000000" pitchFamily="18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2F60166-F3B4-E74A-6453-4871A91D03E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73746" y="4972051"/>
              <a:ext cx="470254" cy="19114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 b="0" i="0">
                <a:solidFill>
                  <a:schemeClr val="bg1"/>
                </a:solidFill>
                <a:latin typeface="Girl Scout Display Light" panose="02020003000000000000" pitchFamily="18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EC90754-537A-43D1-AA74-18E43DAFB12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20163" y="4974480"/>
              <a:ext cx="8119809" cy="19114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 b="0" i="0">
                <a:solidFill>
                  <a:schemeClr val="bg1"/>
                </a:solidFill>
                <a:latin typeface="Girl Scout Display Light" panose="02020003000000000000" pitchFamily="18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A0C2229-5110-B90E-53FC-6D7FF06F323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01073" y="4972051"/>
              <a:ext cx="191143" cy="19114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 b="0" i="0">
                <a:solidFill>
                  <a:schemeClr val="bg1"/>
                </a:solidFill>
                <a:latin typeface="Girl Scout Display Light" panose="02020003000000000000" pitchFamily="18" charset="0"/>
              </a:endParaRPr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C4C21FD5-6695-4CDD-7667-35E9508D004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503637" y="4996900"/>
              <a:ext cx="146304" cy="146304"/>
            </a:xfrm>
            <a:prstGeom prst="rect">
              <a:avLst/>
            </a:prstGeom>
          </p:spPr>
        </p:pic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D7085DD7-DBBB-1A3F-33B2-3EC578C1D5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317203" y="4998338"/>
              <a:ext cx="137160" cy="137160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E0F2D166-BA62-79D8-95BF-1CDC9AADEBC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148515" y="4999042"/>
              <a:ext cx="100871" cy="137160"/>
            </a:xfrm>
            <a:prstGeom prst="rect">
              <a:avLst/>
            </a:prstGeom>
          </p:spPr>
        </p:pic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194D26-0CEC-F9B4-9417-A58E2380E8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EC401D-E804-B35D-6E4B-4F5422767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23" name="Text Placeholder 46">
            <a:extLst>
              <a:ext uri="{FF2B5EF4-FFF2-40B4-BE49-F238E27FC236}">
                <a16:creationId xmlns:a16="http://schemas.microsoft.com/office/drawing/2014/main" id="{CA5BE4F5-53C5-4DDD-1E51-EE6C82B0E84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94839" y="-11945"/>
            <a:ext cx="8801100" cy="27922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tx1"/>
                </a:solidFill>
                <a:latin typeface="Trefoil Sans Medium" panose="020B0000000000000000" pitchFamily="34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Type here to enter the presentation section name.</a:t>
            </a:r>
          </a:p>
        </p:txBody>
      </p:sp>
    </p:spTree>
    <p:extLst>
      <p:ext uri="{BB962C8B-B14F-4D97-AF65-F5344CB8AC3E}">
        <p14:creationId xmlns:p14="http://schemas.microsoft.com/office/powerpoint/2010/main" val="2548298382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Statement Slide | XL Tex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D7393D5-A1E6-0C20-8234-B0BE8476A5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93DE9F-3295-EF29-E327-800C5036E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B66F5CFB-1190-4016-255A-5BAC26B1D6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92488" y="274638"/>
            <a:ext cx="8843562" cy="4390494"/>
          </a:xfrm>
        </p:spPr>
        <p:txBody>
          <a:bodyPr anchor="t">
            <a:noAutofit/>
          </a:bodyPr>
          <a:lstStyle>
            <a:lvl1pPr marL="0" indent="0" algn="l">
              <a:buNone/>
              <a:defRPr sz="6000" b="0" i="0">
                <a:solidFill>
                  <a:schemeClr val="accent2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70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70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70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70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a large multi-line statement text.</a:t>
            </a:r>
          </a:p>
        </p:txBody>
      </p:sp>
    </p:spTree>
    <p:extLst>
      <p:ext uri="{BB962C8B-B14F-4D97-AF65-F5344CB8AC3E}">
        <p14:creationId xmlns:p14="http://schemas.microsoft.com/office/powerpoint/2010/main" val="2920848067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Statement Slide | S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D7393D5-A1E6-0C20-8234-B0BE8476A5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93DE9F-3295-EF29-E327-800C5036E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5" name="Text Placeholder 18">
            <a:extLst>
              <a:ext uri="{FF2B5EF4-FFF2-40B4-BE49-F238E27FC236}">
                <a16:creationId xmlns:a16="http://schemas.microsoft.com/office/drawing/2014/main" id="{B41F3119-42F1-B5D7-C700-42EB509404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92488" y="274638"/>
            <a:ext cx="8843562" cy="4390494"/>
          </a:xfrm>
        </p:spPr>
        <p:txBody>
          <a:bodyPr anchor="t">
            <a:noAutofit/>
          </a:bodyPr>
          <a:lstStyle>
            <a:lvl1pPr marL="0" indent="0" algn="l">
              <a:buNone/>
              <a:defRPr sz="40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70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70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70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70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a small multi-line statement text.</a:t>
            </a:r>
          </a:p>
        </p:txBody>
      </p:sp>
    </p:spTree>
    <p:extLst>
      <p:ext uri="{BB962C8B-B14F-4D97-AF65-F5344CB8AC3E}">
        <p14:creationId xmlns:p14="http://schemas.microsoft.com/office/powerpoint/2010/main" val="2416705950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3_Statement Slide - Capsule Shap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1390F0-A767-3F9A-2880-AF539C30A1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AD6C58-22AB-B6CC-D535-40422DC0E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2" name="Text Placeholder 46">
            <a:extLst>
              <a:ext uri="{FF2B5EF4-FFF2-40B4-BE49-F238E27FC236}">
                <a16:creationId xmlns:a16="http://schemas.microsoft.com/office/drawing/2014/main" id="{05242535-DC30-4081-7735-B987D5408FF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94839" y="-11945"/>
            <a:ext cx="8801100" cy="27922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tx1"/>
                </a:solidFill>
                <a:latin typeface="Trefoil Sans Medium" panose="020B0000000000000000" pitchFamily="34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Type here to enter the presentation section name.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7716EDA-9342-27C5-B7D9-E58A8B08365B}"/>
              </a:ext>
            </a:extLst>
          </p:cNvPr>
          <p:cNvSpPr/>
          <p:nvPr userDrawn="1"/>
        </p:nvSpPr>
        <p:spPr>
          <a:xfrm rot="16200000">
            <a:off x="2646795" y="-1458058"/>
            <a:ext cx="3850410" cy="8193654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11" name="Text Placeholder 18">
            <a:extLst>
              <a:ext uri="{FF2B5EF4-FFF2-40B4-BE49-F238E27FC236}">
                <a16:creationId xmlns:a16="http://schemas.microsoft.com/office/drawing/2014/main" id="{5E790FC0-FDFA-5C73-7CDD-76BCEC55101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34067" y="1140113"/>
            <a:ext cx="5875866" cy="2959100"/>
          </a:xfrm>
        </p:spPr>
        <p:txBody>
          <a:bodyPr anchor="ctr">
            <a:noAutofit/>
          </a:bodyPr>
          <a:lstStyle>
            <a:lvl1pPr marL="0" indent="0" algn="ctr">
              <a:buNone/>
              <a:defRPr sz="4500" b="0" i="0">
                <a:solidFill>
                  <a:schemeClr val="tx1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70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70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70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70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Slide Header</a:t>
            </a:r>
          </a:p>
        </p:txBody>
      </p:sp>
    </p:spTree>
    <p:extLst>
      <p:ext uri="{BB962C8B-B14F-4D97-AF65-F5344CB8AC3E}">
        <p14:creationId xmlns:p14="http://schemas.microsoft.com/office/powerpoint/2010/main" val="622859443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4_Statement Slide - Semi-Circle Shap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E1E49928-F0FA-F03C-8DBE-2F68D733FB82}"/>
              </a:ext>
            </a:extLst>
          </p:cNvPr>
          <p:cNvSpPr/>
          <p:nvPr userDrawn="1"/>
        </p:nvSpPr>
        <p:spPr>
          <a:xfrm>
            <a:off x="766599" y="713564"/>
            <a:ext cx="7657579" cy="3850411"/>
          </a:xfrm>
          <a:custGeom>
            <a:avLst/>
            <a:gdLst>
              <a:gd name="connsiteX0" fmla="*/ 570975 w 1141950"/>
              <a:gd name="connsiteY0" fmla="*/ 0 h 574390"/>
              <a:gd name="connsiteX1" fmla="*/ 1141950 w 1141950"/>
              <a:gd name="connsiteY1" fmla="*/ 570975 h 574390"/>
              <a:gd name="connsiteX2" fmla="*/ 1141606 w 1141950"/>
              <a:gd name="connsiteY2" fmla="*/ 574390 h 574390"/>
              <a:gd name="connsiteX3" fmla="*/ 345 w 1141950"/>
              <a:gd name="connsiteY3" fmla="*/ 574390 h 574390"/>
              <a:gd name="connsiteX4" fmla="*/ 0 w 1141950"/>
              <a:gd name="connsiteY4" fmla="*/ 570975 h 574390"/>
              <a:gd name="connsiteX5" fmla="*/ 570975 w 1141950"/>
              <a:gd name="connsiteY5" fmla="*/ 0 h 574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41950" h="574390">
                <a:moveTo>
                  <a:pt x="570975" y="0"/>
                </a:moveTo>
                <a:cubicBezTo>
                  <a:pt x="886316" y="0"/>
                  <a:pt x="1141950" y="255634"/>
                  <a:pt x="1141950" y="570975"/>
                </a:cubicBezTo>
                <a:lnTo>
                  <a:pt x="1141606" y="574390"/>
                </a:lnTo>
                <a:lnTo>
                  <a:pt x="345" y="574390"/>
                </a:lnTo>
                <a:lnTo>
                  <a:pt x="0" y="570975"/>
                </a:lnTo>
                <a:cubicBezTo>
                  <a:pt x="0" y="255634"/>
                  <a:pt x="255634" y="0"/>
                  <a:pt x="570975" y="0"/>
                </a:cubicBezTo>
                <a:close/>
              </a:path>
            </a:pathLst>
          </a:custGeom>
          <a:noFill/>
          <a:ln w="254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1390F0-A767-3F9A-2880-AF539C30A1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AD6C58-22AB-B6CC-D535-40422DC0E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2" name="Text Placeholder 46">
            <a:extLst>
              <a:ext uri="{FF2B5EF4-FFF2-40B4-BE49-F238E27FC236}">
                <a16:creationId xmlns:a16="http://schemas.microsoft.com/office/drawing/2014/main" id="{05242535-DC30-4081-7735-B987D5408FF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94839" y="-11945"/>
            <a:ext cx="8801100" cy="27922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Trefoil Sans Medium" panose="020B0000000000000000" pitchFamily="34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Type here to enter the presentation section name.</a:t>
            </a:r>
          </a:p>
        </p:txBody>
      </p:sp>
      <p:sp>
        <p:nvSpPr>
          <p:cNvPr id="9" name="Text Placeholder 18">
            <a:extLst>
              <a:ext uri="{FF2B5EF4-FFF2-40B4-BE49-F238E27FC236}">
                <a16:creationId xmlns:a16="http://schemas.microsoft.com/office/drawing/2014/main" id="{EC2560ED-3F0B-CE1E-18CE-BD6155524D1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34067" y="1604875"/>
            <a:ext cx="5875866" cy="2959100"/>
          </a:xfrm>
        </p:spPr>
        <p:txBody>
          <a:bodyPr anchor="ctr">
            <a:noAutofit/>
          </a:bodyPr>
          <a:lstStyle>
            <a:lvl1pPr marL="0" indent="0" algn="ctr">
              <a:buNone/>
              <a:defRPr sz="4500" b="0" i="0">
                <a:solidFill>
                  <a:schemeClr val="accent3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70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70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70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70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Slide Header</a:t>
            </a:r>
          </a:p>
        </p:txBody>
      </p:sp>
    </p:spTree>
    <p:extLst>
      <p:ext uri="{BB962C8B-B14F-4D97-AF65-F5344CB8AC3E}">
        <p14:creationId xmlns:p14="http://schemas.microsoft.com/office/powerpoint/2010/main" val="1185863112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Statement Slide | Frame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4DCF8CC6-0488-98FA-7921-E0837D9B48CE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>
              <a:gd name="connsiteX0" fmla="*/ 636268 w 9143999"/>
              <a:gd name="connsiteY0" fmla="*/ 617032 h 5143500"/>
              <a:gd name="connsiteX1" fmla="*/ 636268 w 9143999"/>
              <a:gd name="connsiteY1" fmla="*/ 4526468 h 5143500"/>
              <a:gd name="connsiteX2" fmla="*/ 8507730 w 9143999"/>
              <a:gd name="connsiteY2" fmla="*/ 4526468 h 5143500"/>
              <a:gd name="connsiteX3" fmla="*/ 8507730 w 9143999"/>
              <a:gd name="connsiteY3" fmla="*/ 617032 h 5143500"/>
              <a:gd name="connsiteX4" fmla="*/ 0 w 9143999"/>
              <a:gd name="connsiteY4" fmla="*/ 0 h 5143500"/>
              <a:gd name="connsiteX5" fmla="*/ 9143999 w 9143999"/>
              <a:gd name="connsiteY5" fmla="*/ 0 h 5143500"/>
              <a:gd name="connsiteX6" fmla="*/ 9143999 w 9143999"/>
              <a:gd name="connsiteY6" fmla="*/ 5143500 h 5143500"/>
              <a:gd name="connsiteX7" fmla="*/ 0 w 9143999"/>
              <a:gd name="connsiteY7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3999" h="5143500">
                <a:moveTo>
                  <a:pt x="636268" y="617032"/>
                </a:moveTo>
                <a:lnTo>
                  <a:pt x="636268" y="4526468"/>
                </a:lnTo>
                <a:lnTo>
                  <a:pt x="8507730" y="4526468"/>
                </a:lnTo>
                <a:lnTo>
                  <a:pt x="8507730" y="617032"/>
                </a:lnTo>
                <a:close/>
                <a:moveTo>
                  <a:pt x="0" y="0"/>
                </a:moveTo>
                <a:lnTo>
                  <a:pt x="9143999" y="0"/>
                </a:lnTo>
                <a:lnTo>
                  <a:pt x="9143999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CD129EEF-6CD7-632C-104A-365C8CF0BED8}"/>
              </a:ext>
            </a:extLst>
          </p:cNvPr>
          <p:cNvSpPr/>
          <p:nvPr userDrawn="1"/>
        </p:nvSpPr>
        <p:spPr>
          <a:xfrm flipV="1">
            <a:off x="133320" y="124885"/>
            <a:ext cx="8877359" cy="4893730"/>
          </a:xfrm>
          <a:custGeom>
            <a:avLst/>
            <a:gdLst>
              <a:gd name="connsiteX0" fmla="*/ 8339566 w 8877359"/>
              <a:gd name="connsiteY0" fmla="*/ 220099 h 4893730"/>
              <a:gd name="connsiteX1" fmla="*/ 8378642 w 8877359"/>
              <a:gd name="connsiteY1" fmla="*/ 181023 h 4893730"/>
              <a:gd name="connsiteX2" fmla="*/ 8339566 w 8877359"/>
              <a:gd name="connsiteY2" fmla="*/ 141947 h 4893730"/>
              <a:gd name="connsiteX3" fmla="*/ 8300490 w 8877359"/>
              <a:gd name="connsiteY3" fmla="*/ 181023 h 4893730"/>
              <a:gd name="connsiteX4" fmla="*/ 8339566 w 8877359"/>
              <a:gd name="connsiteY4" fmla="*/ 220099 h 4893730"/>
              <a:gd name="connsiteX5" fmla="*/ 7630314 w 8877359"/>
              <a:gd name="connsiteY5" fmla="*/ 220099 h 4893730"/>
              <a:gd name="connsiteX6" fmla="*/ 7669390 w 8877359"/>
              <a:gd name="connsiteY6" fmla="*/ 181023 h 4893730"/>
              <a:gd name="connsiteX7" fmla="*/ 7630314 w 8877359"/>
              <a:gd name="connsiteY7" fmla="*/ 141947 h 4893730"/>
              <a:gd name="connsiteX8" fmla="*/ 7591238 w 8877359"/>
              <a:gd name="connsiteY8" fmla="*/ 181023 h 4893730"/>
              <a:gd name="connsiteX9" fmla="*/ 7630314 w 8877359"/>
              <a:gd name="connsiteY9" fmla="*/ 220099 h 4893730"/>
              <a:gd name="connsiteX10" fmla="*/ 6921062 w 8877359"/>
              <a:gd name="connsiteY10" fmla="*/ 220099 h 4893730"/>
              <a:gd name="connsiteX11" fmla="*/ 6960138 w 8877359"/>
              <a:gd name="connsiteY11" fmla="*/ 181023 h 4893730"/>
              <a:gd name="connsiteX12" fmla="*/ 6921062 w 8877359"/>
              <a:gd name="connsiteY12" fmla="*/ 141947 h 4893730"/>
              <a:gd name="connsiteX13" fmla="*/ 6881986 w 8877359"/>
              <a:gd name="connsiteY13" fmla="*/ 181023 h 4893730"/>
              <a:gd name="connsiteX14" fmla="*/ 6921062 w 8877359"/>
              <a:gd name="connsiteY14" fmla="*/ 220099 h 4893730"/>
              <a:gd name="connsiteX15" fmla="*/ 6211810 w 8877359"/>
              <a:gd name="connsiteY15" fmla="*/ 220099 h 4893730"/>
              <a:gd name="connsiteX16" fmla="*/ 6250886 w 8877359"/>
              <a:gd name="connsiteY16" fmla="*/ 181023 h 4893730"/>
              <a:gd name="connsiteX17" fmla="*/ 6211810 w 8877359"/>
              <a:gd name="connsiteY17" fmla="*/ 141947 h 4893730"/>
              <a:gd name="connsiteX18" fmla="*/ 6172734 w 8877359"/>
              <a:gd name="connsiteY18" fmla="*/ 181023 h 4893730"/>
              <a:gd name="connsiteX19" fmla="*/ 6211810 w 8877359"/>
              <a:gd name="connsiteY19" fmla="*/ 220099 h 4893730"/>
              <a:gd name="connsiteX20" fmla="*/ 5502558 w 8877359"/>
              <a:gd name="connsiteY20" fmla="*/ 220099 h 4893730"/>
              <a:gd name="connsiteX21" fmla="*/ 5541634 w 8877359"/>
              <a:gd name="connsiteY21" fmla="*/ 181023 h 4893730"/>
              <a:gd name="connsiteX22" fmla="*/ 5502558 w 8877359"/>
              <a:gd name="connsiteY22" fmla="*/ 141947 h 4893730"/>
              <a:gd name="connsiteX23" fmla="*/ 5463482 w 8877359"/>
              <a:gd name="connsiteY23" fmla="*/ 181023 h 4893730"/>
              <a:gd name="connsiteX24" fmla="*/ 5502558 w 8877359"/>
              <a:gd name="connsiteY24" fmla="*/ 220099 h 4893730"/>
              <a:gd name="connsiteX25" fmla="*/ 4793306 w 8877359"/>
              <a:gd name="connsiteY25" fmla="*/ 220099 h 4893730"/>
              <a:gd name="connsiteX26" fmla="*/ 4832382 w 8877359"/>
              <a:gd name="connsiteY26" fmla="*/ 181023 h 4893730"/>
              <a:gd name="connsiteX27" fmla="*/ 4793306 w 8877359"/>
              <a:gd name="connsiteY27" fmla="*/ 141947 h 4893730"/>
              <a:gd name="connsiteX28" fmla="*/ 4754230 w 8877359"/>
              <a:gd name="connsiteY28" fmla="*/ 181023 h 4893730"/>
              <a:gd name="connsiteX29" fmla="*/ 4793306 w 8877359"/>
              <a:gd name="connsiteY29" fmla="*/ 220099 h 4893730"/>
              <a:gd name="connsiteX30" fmla="*/ 4084054 w 8877359"/>
              <a:gd name="connsiteY30" fmla="*/ 220099 h 4893730"/>
              <a:gd name="connsiteX31" fmla="*/ 4123130 w 8877359"/>
              <a:gd name="connsiteY31" fmla="*/ 181023 h 4893730"/>
              <a:gd name="connsiteX32" fmla="*/ 4084054 w 8877359"/>
              <a:gd name="connsiteY32" fmla="*/ 141947 h 4893730"/>
              <a:gd name="connsiteX33" fmla="*/ 4044984 w 8877359"/>
              <a:gd name="connsiteY33" fmla="*/ 181023 h 4893730"/>
              <a:gd name="connsiteX34" fmla="*/ 4084054 w 8877359"/>
              <a:gd name="connsiteY34" fmla="*/ 220099 h 4893730"/>
              <a:gd name="connsiteX35" fmla="*/ 3374807 w 8877359"/>
              <a:gd name="connsiteY35" fmla="*/ 220099 h 4893730"/>
              <a:gd name="connsiteX36" fmla="*/ 3413884 w 8877359"/>
              <a:gd name="connsiteY36" fmla="*/ 181023 h 4893730"/>
              <a:gd name="connsiteX37" fmla="*/ 3374807 w 8877359"/>
              <a:gd name="connsiteY37" fmla="*/ 141947 h 4893730"/>
              <a:gd name="connsiteX38" fmla="*/ 3335731 w 8877359"/>
              <a:gd name="connsiteY38" fmla="*/ 181023 h 4893730"/>
              <a:gd name="connsiteX39" fmla="*/ 3374807 w 8877359"/>
              <a:gd name="connsiteY39" fmla="*/ 220099 h 4893730"/>
              <a:gd name="connsiteX40" fmla="*/ 2665556 w 8877359"/>
              <a:gd name="connsiteY40" fmla="*/ 220099 h 4893730"/>
              <a:gd name="connsiteX41" fmla="*/ 2704632 w 8877359"/>
              <a:gd name="connsiteY41" fmla="*/ 181023 h 4893730"/>
              <a:gd name="connsiteX42" fmla="*/ 2665556 w 8877359"/>
              <a:gd name="connsiteY42" fmla="*/ 141947 h 4893730"/>
              <a:gd name="connsiteX43" fmla="*/ 2626479 w 8877359"/>
              <a:gd name="connsiteY43" fmla="*/ 181023 h 4893730"/>
              <a:gd name="connsiteX44" fmla="*/ 2665556 w 8877359"/>
              <a:gd name="connsiteY44" fmla="*/ 220099 h 4893730"/>
              <a:gd name="connsiteX45" fmla="*/ 1956304 w 8877359"/>
              <a:gd name="connsiteY45" fmla="*/ 220099 h 4893730"/>
              <a:gd name="connsiteX46" fmla="*/ 1995381 w 8877359"/>
              <a:gd name="connsiteY46" fmla="*/ 181023 h 4893730"/>
              <a:gd name="connsiteX47" fmla="*/ 1956304 w 8877359"/>
              <a:gd name="connsiteY47" fmla="*/ 141947 h 4893730"/>
              <a:gd name="connsiteX48" fmla="*/ 1917228 w 8877359"/>
              <a:gd name="connsiteY48" fmla="*/ 181023 h 4893730"/>
              <a:gd name="connsiteX49" fmla="*/ 1956304 w 8877359"/>
              <a:gd name="connsiteY49" fmla="*/ 220099 h 4893730"/>
              <a:gd name="connsiteX50" fmla="*/ 1247052 w 8877359"/>
              <a:gd name="connsiteY50" fmla="*/ 220099 h 4893730"/>
              <a:gd name="connsiteX51" fmla="*/ 1286129 w 8877359"/>
              <a:gd name="connsiteY51" fmla="*/ 181023 h 4893730"/>
              <a:gd name="connsiteX52" fmla="*/ 1247052 w 8877359"/>
              <a:gd name="connsiteY52" fmla="*/ 141947 h 4893730"/>
              <a:gd name="connsiteX53" fmla="*/ 1207977 w 8877359"/>
              <a:gd name="connsiteY53" fmla="*/ 181023 h 4893730"/>
              <a:gd name="connsiteX54" fmla="*/ 1247052 w 8877359"/>
              <a:gd name="connsiteY54" fmla="*/ 220099 h 4893730"/>
              <a:gd name="connsiteX55" fmla="*/ 537800 w 8877359"/>
              <a:gd name="connsiteY55" fmla="*/ 220099 h 4893730"/>
              <a:gd name="connsiteX56" fmla="*/ 576876 w 8877359"/>
              <a:gd name="connsiteY56" fmla="*/ 181023 h 4893730"/>
              <a:gd name="connsiteX57" fmla="*/ 537800 w 8877359"/>
              <a:gd name="connsiteY57" fmla="*/ 141947 h 4893730"/>
              <a:gd name="connsiteX58" fmla="*/ 498724 w 8877359"/>
              <a:gd name="connsiteY58" fmla="*/ 181023 h 4893730"/>
              <a:gd name="connsiteX59" fmla="*/ 537800 w 8877359"/>
              <a:gd name="connsiteY59" fmla="*/ 220099 h 4893730"/>
              <a:gd name="connsiteX60" fmla="*/ 8653655 w 8877359"/>
              <a:gd name="connsiteY60" fmla="*/ 354073 h 4893730"/>
              <a:gd name="connsiteX61" fmla="*/ 8688538 w 8877359"/>
              <a:gd name="connsiteY61" fmla="*/ 339624 h 4893730"/>
              <a:gd name="connsiteX62" fmla="*/ 8694185 w 8877359"/>
              <a:gd name="connsiteY62" fmla="*/ 332780 h 4893730"/>
              <a:gd name="connsiteX63" fmla="*/ 8699832 w 8877359"/>
              <a:gd name="connsiteY63" fmla="*/ 339624 h 4893730"/>
              <a:gd name="connsiteX64" fmla="*/ 8734715 w 8877359"/>
              <a:gd name="connsiteY64" fmla="*/ 354073 h 4893730"/>
              <a:gd name="connsiteX65" fmla="*/ 8784046 w 8877359"/>
              <a:gd name="connsiteY65" fmla="*/ 304741 h 4893730"/>
              <a:gd name="connsiteX66" fmla="*/ 8783698 w 8877359"/>
              <a:gd name="connsiteY66" fmla="*/ 301284 h 4893730"/>
              <a:gd name="connsiteX67" fmla="*/ 8792636 w 8877359"/>
              <a:gd name="connsiteY67" fmla="*/ 304058 h 4893730"/>
              <a:gd name="connsiteX68" fmla="*/ 8802578 w 8877359"/>
              <a:gd name="connsiteY68" fmla="*/ 305060 h 4893730"/>
              <a:gd name="connsiteX69" fmla="*/ 8851910 w 8877359"/>
              <a:gd name="connsiteY69" fmla="*/ 255729 h 4893730"/>
              <a:gd name="connsiteX70" fmla="*/ 8843485 w 8877359"/>
              <a:gd name="connsiteY70" fmla="*/ 228147 h 4893730"/>
              <a:gd name="connsiteX71" fmla="*/ 8840217 w 8877359"/>
              <a:gd name="connsiteY71" fmla="*/ 224187 h 4893730"/>
              <a:gd name="connsiteX72" fmla="*/ 8847229 w 8877359"/>
              <a:gd name="connsiteY72" fmla="*/ 222010 h 4893730"/>
              <a:gd name="connsiteX73" fmla="*/ 8877359 w 8877359"/>
              <a:gd name="connsiteY73" fmla="*/ 176555 h 4893730"/>
              <a:gd name="connsiteX74" fmla="*/ 8847229 w 8877359"/>
              <a:gd name="connsiteY74" fmla="*/ 131100 h 4893730"/>
              <a:gd name="connsiteX75" fmla="*/ 8840850 w 8877359"/>
              <a:gd name="connsiteY75" fmla="*/ 129120 h 4893730"/>
              <a:gd name="connsiteX76" fmla="*/ 8843485 w 8877359"/>
              <a:gd name="connsiteY76" fmla="*/ 125926 h 4893730"/>
              <a:gd name="connsiteX77" fmla="*/ 8851910 w 8877359"/>
              <a:gd name="connsiteY77" fmla="*/ 98344 h 4893730"/>
              <a:gd name="connsiteX78" fmla="*/ 8802578 w 8877359"/>
              <a:gd name="connsiteY78" fmla="*/ 49012 h 4893730"/>
              <a:gd name="connsiteX79" fmla="*/ 8787908 w 8877359"/>
              <a:gd name="connsiteY79" fmla="*/ 51230 h 4893730"/>
              <a:gd name="connsiteX80" fmla="*/ 8783649 w 8877359"/>
              <a:gd name="connsiteY80" fmla="*/ 53278 h 4893730"/>
              <a:gd name="connsiteX81" fmla="*/ 8784047 w 8877359"/>
              <a:gd name="connsiteY81" fmla="*/ 49331 h 4893730"/>
              <a:gd name="connsiteX82" fmla="*/ 8734715 w 8877359"/>
              <a:gd name="connsiteY82" fmla="*/ 0 h 4893730"/>
              <a:gd name="connsiteX83" fmla="*/ 8699832 w 8877359"/>
              <a:gd name="connsiteY83" fmla="*/ 14449 h 4893730"/>
              <a:gd name="connsiteX84" fmla="*/ 8694185 w 8877359"/>
              <a:gd name="connsiteY84" fmla="*/ 21293 h 4893730"/>
              <a:gd name="connsiteX85" fmla="*/ 8688538 w 8877359"/>
              <a:gd name="connsiteY85" fmla="*/ 14449 h 4893730"/>
              <a:gd name="connsiteX86" fmla="*/ 8653655 w 8877359"/>
              <a:gd name="connsiteY86" fmla="*/ 0 h 4893730"/>
              <a:gd name="connsiteX87" fmla="*/ 8604324 w 8877359"/>
              <a:gd name="connsiteY87" fmla="*/ 49331 h 4893730"/>
              <a:gd name="connsiteX88" fmla="*/ 8604672 w 8877359"/>
              <a:gd name="connsiteY88" fmla="*/ 52789 h 4893730"/>
              <a:gd name="connsiteX89" fmla="*/ 8595734 w 8877359"/>
              <a:gd name="connsiteY89" fmla="*/ 50014 h 4893730"/>
              <a:gd name="connsiteX90" fmla="*/ 8585792 w 8877359"/>
              <a:gd name="connsiteY90" fmla="*/ 49012 h 4893730"/>
              <a:gd name="connsiteX91" fmla="*/ 8536460 w 8877359"/>
              <a:gd name="connsiteY91" fmla="*/ 98344 h 4893730"/>
              <a:gd name="connsiteX92" fmla="*/ 8544885 w 8877359"/>
              <a:gd name="connsiteY92" fmla="*/ 125926 h 4893730"/>
              <a:gd name="connsiteX93" fmla="*/ 8547520 w 8877359"/>
              <a:gd name="connsiteY93" fmla="*/ 129120 h 4893730"/>
              <a:gd name="connsiteX94" fmla="*/ 8541141 w 8877359"/>
              <a:gd name="connsiteY94" fmla="*/ 131100 h 4893730"/>
              <a:gd name="connsiteX95" fmla="*/ 8511011 w 8877359"/>
              <a:gd name="connsiteY95" fmla="*/ 176555 h 4893730"/>
              <a:gd name="connsiteX96" fmla="*/ 8541141 w 8877359"/>
              <a:gd name="connsiteY96" fmla="*/ 222010 h 4893730"/>
              <a:gd name="connsiteX97" fmla="*/ 8548153 w 8877359"/>
              <a:gd name="connsiteY97" fmla="*/ 224187 h 4893730"/>
              <a:gd name="connsiteX98" fmla="*/ 8544885 w 8877359"/>
              <a:gd name="connsiteY98" fmla="*/ 228147 h 4893730"/>
              <a:gd name="connsiteX99" fmla="*/ 8536460 w 8877359"/>
              <a:gd name="connsiteY99" fmla="*/ 255729 h 4893730"/>
              <a:gd name="connsiteX100" fmla="*/ 8585792 w 8877359"/>
              <a:gd name="connsiteY100" fmla="*/ 305060 h 4893730"/>
              <a:gd name="connsiteX101" fmla="*/ 8595734 w 8877359"/>
              <a:gd name="connsiteY101" fmla="*/ 304058 h 4893730"/>
              <a:gd name="connsiteX102" fmla="*/ 8604672 w 8877359"/>
              <a:gd name="connsiteY102" fmla="*/ 301284 h 4893730"/>
              <a:gd name="connsiteX103" fmla="*/ 8604323 w 8877359"/>
              <a:gd name="connsiteY103" fmla="*/ 304741 h 4893730"/>
              <a:gd name="connsiteX104" fmla="*/ 8653655 w 8877359"/>
              <a:gd name="connsiteY104" fmla="*/ 354073 h 4893730"/>
              <a:gd name="connsiteX105" fmla="*/ 7944411 w 8877359"/>
              <a:gd name="connsiteY105" fmla="*/ 354073 h 4893730"/>
              <a:gd name="connsiteX106" fmla="*/ 7979293 w 8877359"/>
              <a:gd name="connsiteY106" fmla="*/ 339624 h 4893730"/>
              <a:gd name="connsiteX107" fmla="*/ 7984940 w 8877359"/>
              <a:gd name="connsiteY107" fmla="*/ 332780 h 4893730"/>
              <a:gd name="connsiteX108" fmla="*/ 7990587 w 8877359"/>
              <a:gd name="connsiteY108" fmla="*/ 339624 h 4893730"/>
              <a:gd name="connsiteX109" fmla="*/ 8025470 w 8877359"/>
              <a:gd name="connsiteY109" fmla="*/ 354073 h 4893730"/>
              <a:gd name="connsiteX110" fmla="*/ 8074802 w 8877359"/>
              <a:gd name="connsiteY110" fmla="*/ 304741 h 4893730"/>
              <a:gd name="connsiteX111" fmla="*/ 8074453 w 8877359"/>
              <a:gd name="connsiteY111" fmla="*/ 301284 h 4893730"/>
              <a:gd name="connsiteX112" fmla="*/ 8083391 w 8877359"/>
              <a:gd name="connsiteY112" fmla="*/ 304058 h 4893730"/>
              <a:gd name="connsiteX113" fmla="*/ 8093333 w 8877359"/>
              <a:gd name="connsiteY113" fmla="*/ 305060 h 4893730"/>
              <a:gd name="connsiteX114" fmla="*/ 8142665 w 8877359"/>
              <a:gd name="connsiteY114" fmla="*/ 255729 h 4893730"/>
              <a:gd name="connsiteX115" fmla="*/ 8134240 w 8877359"/>
              <a:gd name="connsiteY115" fmla="*/ 228147 h 4893730"/>
              <a:gd name="connsiteX116" fmla="*/ 8130973 w 8877359"/>
              <a:gd name="connsiteY116" fmla="*/ 224187 h 4893730"/>
              <a:gd name="connsiteX117" fmla="*/ 8137985 w 8877359"/>
              <a:gd name="connsiteY117" fmla="*/ 222010 h 4893730"/>
              <a:gd name="connsiteX118" fmla="*/ 8168114 w 8877359"/>
              <a:gd name="connsiteY118" fmla="*/ 176555 h 4893730"/>
              <a:gd name="connsiteX119" fmla="*/ 8137985 w 8877359"/>
              <a:gd name="connsiteY119" fmla="*/ 131100 h 4893730"/>
              <a:gd name="connsiteX120" fmla="*/ 8131605 w 8877359"/>
              <a:gd name="connsiteY120" fmla="*/ 129120 h 4893730"/>
              <a:gd name="connsiteX121" fmla="*/ 8134240 w 8877359"/>
              <a:gd name="connsiteY121" fmla="*/ 125926 h 4893730"/>
              <a:gd name="connsiteX122" fmla="*/ 8142665 w 8877359"/>
              <a:gd name="connsiteY122" fmla="*/ 98344 h 4893730"/>
              <a:gd name="connsiteX123" fmla="*/ 8093333 w 8877359"/>
              <a:gd name="connsiteY123" fmla="*/ 49012 h 4893730"/>
              <a:gd name="connsiteX124" fmla="*/ 8078664 w 8877359"/>
              <a:gd name="connsiteY124" fmla="*/ 51230 h 4893730"/>
              <a:gd name="connsiteX125" fmla="*/ 8074404 w 8877359"/>
              <a:gd name="connsiteY125" fmla="*/ 53278 h 4893730"/>
              <a:gd name="connsiteX126" fmla="*/ 8074802 w 8877359"/>
              <a:gd name="connsiteY126" fmla="*/ 49331 h 4893730"/>
              <a:gd name="connsiteX127" fmla="*/ 8025470 w 8877359"/>
              <a:gd name="connsiteY127" fmla="*/ 0 h 4893730"/>
              <a:gd name="connsiteX128" fmla="*/ 7990587 w 8877359"/>
              <a:gd name="connsiteY128" fmla="*/ 14449 h 4893730"/>
              <a:gd name="connsiteX129" fmla="*/ 7984940 w 8877359"/>
              <a:gd name="connsiteY129" fmla="*/ 21293 h 4893730"/>
              <a:gd name="connsiteX130" fmla="*/ 7979294 w 8877359"/>
              <a:gd name="connsiteY130" fmla="*/ 14449 h 4893730"/>
              <a:gd name="connsiteX131" fmla="*/ 7944411 w 8877359"/>
              <a:gd name="connsiteY131" fmla="*/ 0 h 4893730"/>
              <a:gd name="connsiteX132" fmla="*/ 7895079 w 8877359"/>
              <a:gd name="connsiteY132" fmla="*/ 49331 h 4893730"/>
              <a:gd name="connsiteX133" fmla="*/ 7895427 w 8877359"/>
              <a:gd name="connsiteY133" fmla="*/ 52789 h 4893730"/>
              <a:gd name="connsiteX134" fmla="*/ 7886489 w 8877359"/>
              <a:gd name="connsiteY134" fmla="*/ 50014 h 4893730"/>
              <a:gd name="connsiteX135" fmla="*/ 7876547 w 8877359"/>
              <a:gd name="connsiteY135" fmla="*/ 49012 h 4893730"/>
              <a:gd name="connsiteX136" fmla="*/ 7827215 w 8877359"/>
              <a:gd name="connsiteY136" fmla="*/ 98344 h 4893730"/>
              <a:gd name="connsiteX137" fmla="*/ 7835640 w 8877359"/>
              <a:gd name="connsiteY137" fmla="*/ 125926 h 4893730"/>
              <a:gd name="connsiteX138" fmla="*/ 7838276 w 8877359"/>
              <a:gd name="connsiteY138" fmla="*/ 129120 h 4893730"/>
              <a:gd name="connsiteX139" fmla="*/ 7831896 w 8877359"/>
              <a:gd name="connsiteY139" fmla="*/ 131100 h 4893730"/>
              <a:gd name="connsiteX140" fmla="*/ 7801766 w 8877359"/>
              <a:gd name="connsiteY140" fmla="*/ 176555 h 4893730"/>
              <a:gd name="connsiteX141" fmla="*/ 7831896 w 8877359"/>
              <a:gd name="connsiteY141" fmla="*/ 222010 h 4893730"/>
              <a:gd name="connsiteX142" fmla="*/ 7838908 w 8877359"/>
              <a:gd name="connsiteY142" fmla="*/ 224187 h 4893730"/>
              <a:gd name="connsiteX143" fmla="*/ 7835640 w 8877359"/>
              <a:gd name="connsiteY143" fmla="*/ 228147 h 4893730"/>
              <a:gd name="connsiteX144" fmla="*/ 7827215 w 8877359"/>
              <a:gd name="connsiteY144" fmla="*/ 255729 h 4893730"/>
              <a:gd name="connsiteX145" fmla="*/ 7876547 w 8877359"/>
              <a:gd name="connsiteY145" fmla="*/ 305060 h 4893730"/>
              <a:gd name="connsiteX146" fmla="*/ 7886489 w 8877359"/>
              <a:gd name="connsiteY146" fmla="*/ 304058 h 4893730"/>
              <a:gd name="connsiteX147" fmla="*/ 7895427 w 8877359"/>
              <a:gd name="connsiteY147" fmla="*/ 301284 h 4893730"/>
              <a:gd name="connsiteX148" fmla="*/ 7895079 w 8877359"/>
              <a:gd name="connsiteY148" fmla="*/ 304741 h 4893730"/>
              <a:gd name="connsiteX149" fmla="*/ 7944411 w 8877359"/>
              <a:gd name="connsiteY149" fmla="*/ 354073 h 4893730"/>
              <a:gd name="connsiteX150" fmla="*/ 7235159 w 8877359"/>
              <a:gd name="connsiteY150" fmla="*/ 354073 h 4893730"/>
              <a:gd name="connsiteX151" fmla="*/ 7270041 w 8877359"/>
              <a:gd name="connsiteY151" fmla="*/ 339624 h 4893730"/>
              <a:gd name="connsiteX152" fmla="*/ 7275688 w 8877359"/>
              <a:gd name="connsiteY152" fmla="*/ 332780 h 4893730"/>
              <a:gd name="connsiteX153" fmla="*/ 7281335 w 8877359"/>
              <a:gd name="connsiteY153" fmla="*/ 339624 h 4893730"/>
              <a:gd name="connsiteX154" fmla="*/ 7316218 w 8877359"/>
              <a:gd name="connsiteY154" fmla="*/ 354073 h 4893730"/>
              <a:gd name="connsiteX155" fmla="*/ 7365550 w 8877359"/>
              <a:gd name="connsiteY155" fmla="*/ 304741 h 4893730"/>
              <a:gd name="connsiteX156" fmla="*/ 7365201 w 8877359"/>
              <a:gd name="connsiteY156" fmla="*/ 301284 h 4893730"/>
              <a:gd name="connsiteX157" fmla="*/ 7374139 w 8877359"/>
              <a:gd name="connsiteY157" fmla="*/ 304058 h 4893730"/>
              <a:gd name="connsiteX158" fmla="*/ 7384081 w 8877359"/>
              <a:gd name="connsiteY158" fmla="*/ 305060 h 4893730"/>
              <a:gd name="connsiteX159" fmla="*/ 7433413 w 8877359"/>
              <a:gd name="connsiteY159" fmla="*/ 255729 h 4893730"/>
              <a:gd name="connsiteX160" fmla="*/ 7424988 w 8877359"/>
              <a:gd name="connsiteY160" fmla="*/ 228147 h 4893730"/>
              <a:gd name="connsiteX161" fmla="*/ 7421721 w 8877359"/>
              <a:gd name="connsiteY161" fmla="*/ 224187 h 4893730"/>
              <a:gd name="connsiteX162" fmla="*/ 7428733 w 8877359"/>
              <a:gd name="connsiteY162" fmla="*/ 222010 h 4893730"/>
              <a:gd name="connsiteX163" fmla="*/ 7458862 w 8877359"/>
              <a:gd name="connsiteY163" fmla="*/ 176555 h 4893730"/>
              <a:gd name="connsiteX164" fmla="*/ 7428733 w 8877359"/>
              <a:gd name="connsiteY164" fmla="*/ 131100 h 4893730"/>
              <a:gd name="connsiteX165" fmla="*/ 7422353 w 8877359"/>
              <a:gd name="connsiteY165" fmla="*/ 129120 h 4893730"/>
              <a:gd name="connsiteX166" fmla="*/ 7424988 w 8877359"/>
              <a:gd name="connsiteY166" fmla="*/ 125926 h 4893730"/>
              <a:gd name="connsiteX167" fmla="*/ 7433413 w 8877359"/>
              <a:gd name="connsiteY167" fmla="*/ 98344 h 4893730"/>
              <a:gd name="connsiteX168" fmla="*/ 7384081 w 8877359"/>
              <a:gd name="connsiteY168" fmla="*/ 49012 h 4893730"/>
              <a:gd name="connsiteX169" fmla="*/ 7369412 w 8877359"/>
              <a:gd name="connsiteY169" fmla="*/ 51230 h 4893730"/>
              <a:gd name="connsiteX170" fmla="*/ 7365152 w 8877359"/>
              <a:gd name="connsiteY170" fmla="*/ 53278 h 4893730"/>
              <a:gd name="connsiteX171" fmla="*/ 7365550 w 8877359"/>
              <a:gd name="connsiteY171" fmla="*/ 49331 h 4893730"/>
              <a:gd name="connsiteX172" fmla="*/ 7316218 w 8877359"/>
              <a:gd name="connsiteY172" fmla="*/ 0 h 4893730"/>
              <a:gd name="connsiteX173" fmla="*/ 7281335 w 8877359"/>
              <a:gd name="connsiteY173" fmla="*/ 14449 h 4893730"/>
              <a:gd name="connsiteX174" fmla="*/ 7275688 w 8877359"/>
              <a:gd name="connsiteY174" fmla="*/ 21293 h 4893730"/>
              <a:gd name="connsiteX175" fmla="*/ 7270042 w 8877359"/>
              <a:gd name="connsiteY175" fmla="*/ 14449 h 4893730"/>
              <a:gd name="connsiteX176" fmla="*/ 7235159 w 8877359"/>
              <a:gd name="connsiteY176" fmla="*/ 0 h 4893730"/>
              <a:gd name="connsiteX177" fmla="*/ 7185827 w 8877359"/>
              <a:gd name="connsiteY177" fmla="*/ 49331 h 4893730"/>
              <a:gd name="connsiteX178" fmla="*/ 7186175 w 8877359"/>
              <a:gd name="connsiteY178" fmla="*/ 52789 h 4893730"/>
              <a:gd name="connsiteX179" fmla="*/ 7177237 w 8877359"/>
              <a:gd name="connsiteY179" fmla="*/ 50014 h 4893730"/>
              <a:gd name="connsiteX180" fmla="*/ 7167295 w 8877359"/>
              <a:gd name="connsiteY180" fmla="*/ 49012 h 4893730"/>
              <a:gd name="connsiteX181" fmla="*/ 7117963 w 8877359"/>
              <a:gd name="connsiteY181" fmla="*/ 98344 h 4893730"/>
              <a:gd name="connsiteX182" fmla="*/ 7126388 w 8877359"/>
              <a:gd name="connsiteY182" fmla="*/ 125926 h 4893730"/>
              <a:gd name="connsiteX183" fmla="*/ 7129024 w 8877359"/>
              <a:gd name="connsiteY183" fmla="*/ 129120 h 4893730"/>
              <a:gd name="connsiteX184" fmla="*/ 7122644 w 8877359"/>
              <a:gd name="connsiteY184" fmla="*/ 131100 h 4893730"/>
              <a:gd name="connsiteX185" fmla="*/ 7092514 w 8877359"/>
              <a:gd name="connsiteY185" fmla="*/ 176555 h 4893730"/>
              <a:gd name="connsiteX186" fmla="*/ 7122644 w 8877359"/>
              <a:gd name="connsiteY186" fmla="*/ 222010 h 4893730"/>
              <a:gd name="connsiteX187" fmla="*/ 7129656 w 8877359"/>
              <a:gd name="connsiteY187" fmla="*/ 224187 h 4893730"/>
              <a:gd name="connsiteX188" fmla="*/ 7126388 w 8877359"/>
              <a:gd name="connsiteY188" fmla="*/ 228147 h 4893730"/>
              <a:gd name="connsiteX189" fmla="*/ 7117963 w 8877359"/>
              <a:gd name="connsiteY189" fmla="*/ 255729 h 4893730"/>
              <a:gd name="connsiteX190" fmla="*/ 7167295 w 8877359"/>
              <a:gd name="connsiteY190" fmla="*/ 305060 h 4893730"/>
              <a:gd name="connsiteX191" fmla="*/ 7177237 w 8877359"/>
              <a:gd name="connsiteY191" fmla="*/ 304058 h 4893730"/>
              <a:gd name="connsiteX192" fmla="*/ 7186175 w 8877359"/>
              <a:gd name="connsiteY192" fmla="*/ 301284 h 4893730"/>
              <a:gd name="connsiteX193" fmla="*/ 7185827 w 8877359"/>
              <a:gd name="connsiteY193" fmla="*/ 304741 h 4893730"/>
              <a:gd name="connsiteX194" fmla="*/ 7235159 w 8877359"/>
              <a:gd name="connsiteY194" fmla="*/ 354073 h 4893730"/>
              <a:gd name="connsiteX195" fmla="*/ 6525907 w 8877359"/>
              <a:gd name="connsiteY195" fmla="*/ 354073 h 4893730"/>
              <a:gd name="connsiteX196" fmla="*/ 6560789 w 8877359"/>
              <a:gd name="connsiteY196" fmla="*/ 339624 h 4893730"/>
              <a:gd name="connsiteX197" fmla="*/ 6566436 w 8877359"/>
              <a:gd name="connsiteY197" fmla="*/ 332780 h 4893730"/>
              <a:gd name="connsiteX198" fmla="*/ 6572083 w 8877359"/>
              <a:gd name="connsiteY198" fmla="*/ 339624 h 4893730"/>
              <a:gd name="connsiteX199" fmla="*/ 6606966 w 8877359"/>
              <a:gd name="connsiteY199" fmla="*/ 354073 h 4893730"/>
              <a:gd name="connsiteX200" fmla="*/ 6656298 w 8877359"/>
              <a:gd name="connsiteY200" fmla="*/ 304741 h 4893730"/>
              <a:gd name="connsiteX201" fmla="*/ 6655949 w 8877359"/>
              <a:gd name="connsiteY201" fmla="*/ 301284 h 4893730"/>
              <a:gd name="connsiteX202" fmla="*/ 6664887 w 8877359"/>
              <a:gd name="connsiteY202" fmla="*/ 304058 h 4893730"/>
              <a:gd name="connsiteX203" fmla="*/ 6674829 w 8877359"/>
              <a:gd name="connsiteY203" fmla="*/ 305060 h 4893730"/>
              <a:gd name="connsiteX204" fmla="*/ 6724161 w 8877359"/>
              <a:gd name="connsiteY204" fmla="*/ 255729 h 4893730"/>
              <a:gd name="connsiteX205" fmla="*/ 6715736 w 8877359"/>
              <a:gd name="connsiteY205" fmla="*/ 228147 h 4893730"/>
              <a:gd name="connsiteX206" fmla="*/ 6712469 w 8877359"/>
              <a:gd name="connsiteY206" fmla="*/ 224187 h 4893730"/>
              <a:gd name="connsiteX207" fmla="*/ 6719481 w 8877359"/>
              <a:gd name="connsiteY207" fmla="*/ 222010 h 4893730"/>
              <a:gd name="connsiteX208" fmla="*/ 6749610 w 8877359"/>
              <a:gd name="connsiteY208" fmla="*/ 176555 h 4893730"/>
              <a:gd name="connsiteX209" fmla="*/ 6719481 w 8877359"/>
              <a:gd name="connsiteY209" fmla="*/ 131100 h 4893730"/>
              <a:gd name="connsiteX210" fmla="*/ 6713101 w 8877359"/>
              <a:gd name="connsiteY210" fmla="*/ 129120 h 4893730"/>
              <a:gd name="connsiteX211" fmla="*/ 6715736 w 8877359"/>
              <a:gd name="connsiteY211" fmla="*/ 125926 h 4893730"/>
              <a:gd name="connsiteX212" fmla="*/ 6724161 w 8877359"/>
              <a:gd name="connsiteY212" fmla="*/ 98344 h 4893730"/>
              <a:gd name="connsiteX213" fmla="*/ 6674829 w 8877359"/>
              <a:gd name="connsiteY213" fmla="*/ 49012 h 4893730"/>
              <a:gd name="connsiteX214" fmla="*/ 6660160 w 8877359"/>
              <a:gd name="connsiteY214" fmla="*/ 51230 h 4893730"/>
              <a:gd name="connsiteX215" fmla="*/ 6655900 w 8877359"/>
              <a:gd name="connsiteY215" fmla="*/ 53278 h 4893730"/>
              <a:gd name="connsiteX216" fmla="*/ 6656298 w 8877359"/>
              <a:gd name="connsiteY216" fmla="*/ 49331 h 4893730"/>
              <a:gd name="connsiteX217" fmla="*/ 6606966 w 8877359"/>
              <a:gd name="connsiteY217" fmla="*/ 0 h 4893730"/>
              <a:gd name="connsiteX218" fmla="*/ 6572083 w 8877359"/>
              <a:gd name="connsiteY218" fmla="*/ 14449 h 4893730"/>
              <a:gd name="connsiteX219" fmla="*/ 6566436 w 8877359"/>
              <a:gd name="connsiteY219" fmla="*/ 21293 h 4893730"/>
              <a:gd name="connsiteX220" fmla="*/ 6560790 w 8877359"/>
              <a:gd name="connsiteY220" fmla="*/ 14449 h 4893730"/>
              <a:gd name="connsiteX221" fmla="*/ 6525907 w 8877359"/>
              <a:gd name="connsiteY221" fmla="*/ 0 h 4893730"/>
              <a:gd name="connsiteX222" fmla="*/ 6476575 w 8877359"/>
              <a:gd name="connsiteY222" fmla="*/ 49331 h 4893730"/>
              <a:gd name="connsiteX223" fmla="*/ 6476923 w 8877359"/>
              <a:gd name="connsiteY223" fmla="*/ 52789 h 4893730"/>
              <a:gd name="connsiteX224" fmla="*/ 6467985 w 8877359"/>
              <a:gd name="connsiteY224" fmla="*/ 50014 h 4893730"/>
              <a:gd name="connsiteX225" fmla="*/ 6458043 w 8877359"/>
              <a:gd name="connsiteY225" fmla="*/ 49012 h 4893730"/>
              <a:gd name="connsiteX226" fmla="*/ 6408711 w 8877359"/>
              <a:gd name="connsiteY226" fmla="*/ 98344 h 4893730"/>
              <a:gd name="connsiteX227" fmla="*/ 6417136 w 8877359"/>
              <a:gd name="connsiteY227" fmla="*/ 125926 h 4893730"/>
              <a:gd name="connsiteX228" fmla="*/ 6419772 w 8877359"/>
              <a:gd name="connsiteY228" fmla="*/ 129120 h 4893730"/>
              <a:gd name="connsiteX229" fmla="*/ 6413392 w 8877359"/>
              <a:gd name="connsiteY229" fmla="*/ 131100 h 4893730"/>
              <a:gd name="connsiteX230" fmla="*/ 6383262 w 8877359"/>
              <a:gd name="connsiteY230" fmla="*/ 176555 h 4893730"/>
              <a:gd name="connsiteX231" fmla="*/ 6413392 w 8877359"/>
              <a:gd name="connsiteY231" fmla="*/ 222010 h 4893730"/>
              <a:gd name="connsiteX232" fmla="*/ 6420404 w 8877359"/>
              <a:gd name="connsiteY232" fmla="*/ 224187 h 4893730"/>
              <a:gd name="connsiteX233" fmla="*/ 6417136 w 8877359"/>
              <a:gd name="connsiteY233" fmla="*/ 228147 h 4893730"/>
              <a:gd name="connsiteX234" fmla="*/ 6408711 w 8877359"/>
              <a:gd name="connsiteY234" fmla="*/ 255729 h 4893730"/>
              <a:gd name="connsiteX235" fmla="*/ 6458043 w 8877359"/>
              <a:gd name="connsiteY235" fmla="*/ 305060 h 4893730"/>
              <a:gd name="connsiteX236" fmla="*/ 6467985 w 8877359"/>
              <a:gd name="connsiteY236" fmla="*/ 304058 h 4893730"/>
              <a:gd name="connsiteX237" fmla="*/ 6476923 w 8877359"/>
              <a:gd name="connsiteY237" fmla="*/ 301284 h 4893730"/>
              <a:gd name="connsiteX238" fmla="*/ 6476575 w 8877359"/>
              <a:gd name="connsiteY238" fmla="*/ 304741 h 4893730"/>
              <a:gd name="connsiteX239" fmla="*/ 6525907 w 8877359"/>
              <a:gd name="connsiteY239" fmla="*/ 354073 h 4893730"/>
              <a:gd name="connsiteX240" fmla="*/ 5816655 w 8877359"/>
              <a:gd name="connsiteY240" fmla="*/ 354073 h 4893730"/>
              <a:gd name="connsiteX241" fmla="*/ 5851537 w 8877359"/>
              <a:gd name="connsiteY241" fmla="*/ 339624 h 4893730"/>
              <a:gd name="connsiteX242" fmla="*/ 5857184 w 8877359"/>
              <a:gd name="connsiteY242" fmla="*/ 332780 h 4893730"/>
              <a:gd name="connsiteX243" fmla="*/ 5862831 w 8877359"/>
              <a:gd name="connsiteY243" fmla="*/ 339624 h 4893730"/>
              <a:gd name="connsiteX244" fmla="*/ 5897714 w 8877359"/>
              <a:gd name="connsiteY244" fmla="*/ 354073 h 4893730"/>
              <a:gd name="connsiteX245" fmla="*/ 5947046 w 8877359"/>
              <a:gd name="connsiteY245" fmla="*/ 304741 h 4893730"/>
              <a:gd name="connsiteX246" fmla="*/ 5946697 w 8877359"/>
              <a:gd name="connsiteY246" fmla="*/ 301284 h 4893730"/>
              <a:gd name="connsiteX247" fmla="*/ 5955635 w 8877359"/>
              <a:gd name="connsiteY247" fmla="*/ 304058 h 4893730"/>
              <a:gd name="connsiteX248" fmla="*/ 5965577 w 8877359"/>
              <a:gd name="connsiteY248" fmla="*/ 305060 h 4893730"/>
              <a:gd name="connsiteX249" fmla="*/ 6014909 w 8877359"/>
              <a:gd name="connsiteY249" fmla="*/ 255729 h 4893730"/>
              <a:gd name="connsiteX250" fmla="*/ 6006484 w 8877359"/>
              <a:gd name="connsiteY250" fmla="*/ 228147 h 4893730"/>
              <a:gd name="connsiteX251" fmla="*/ 6003217 w 8877359"/>
              <a:gd name="connsiteY251" fmla="*/ 224187 h 4893730"/>
              <a:gd name="connsiteX252" fmla="*/ 6010229 w 8877359"/>
              <a:gd name="connsiteY252" fmla="*/ 222010 h 4893730"/>
              <a:gd name="connsiteX253" fmla="*/ 6040358 w 8877359"/>
              <a:gd name="connsiteY253" fmla="*/ 176555 h 4893730"/>
              <a:gd name="connsiteX254" fmla="*/ 6010229 w 8877359"/>
              <a:gd name="connsiteY254" fmla="*/ 131100 h 4893730"/>
              <a:gd name="connsiteX255" fmla="*/ 6003849 w 8877359"/>
              <a:gd name="connsiteY255" fmla="*/ 129120 h 4893730"/>
              <a:gd name="connsiteX256" fmla="*/ 6006484 w 8877359"/>
              <a:gd name="connsiteY256" fmla="*/ 125926 h 4893730"/>
              <a:gd name="connsiteX257" fmla="*/ 6014909 w 8877359"/>
              <a:gd name="connsiteY257" fmla="*/ 98344 h 4893730"/>
              <a:gd name="connsiteX258" fmla="*/ 5965577 w 8877359"/>
              <a:gd name="connsiteY258" fmla="*/ 49012 h 4893730"/>
              <a:gd name="connsiteX259" fmla="*/ 5950908 w 8877359"/>
              <a:gd name="connsiteY259" fmla="*/ 51230 h 4893730"/>
              <a:gd name="connsiteX260" fmla="*/ 5946648 w 8877359"/>
              <a:gd name="connsiteY260" fmla="*/ 53278 h 4893730"/>
              <a:gd name="connsiteX261" fmla="*/ 5947046 w 8877359"/>
              <a:gd name="connsiteY261" fmla="*/ 49331 h 4893730"/>
              <a:gd name="connsiteX262" fmla="*/ 5897714 w 8877359"/>
              <a:gd name="connsiteY262" fmla="*/ 0 h 4893730"/>
              <a:gd name="connsiteX263" fmla="*/ 5862831 w 8877359"/>
              <a:gd name="connsiteY263" fmla="*/ 14449 h 4893730"/>
              <a:gd name="connsiteX264" fmla="*/ 5857184 w 8877359"/>
              <a:gd name="connsiteY264" fmla="*/ 21293 h 4893730"/>
              <a:gd name="connsiteX265" fmla="*/ 5851538 w 8877359"/>
              <a:gd name="connsiteY265" fmla="*/ 14449 h 4893730"/>
              <a:gd name="connsiteX266" fmla="*/ 5816655 w 8877359"/>
              <a:gd name="connsiteY266" fmla="*/ 0 h 4893730"/>
              <a:gd name="connsiteX267" fmla="*/ 5767323 w 8877359"/>
              <a:gd name="connsiteY267" fmla="*/ 49331 h 4893730"/>
              <a:gd name="connsiteX268" fmla="*/ 5767671 w 8877359"/>
              <a:gd name="connsiteY268" fmla="*/ 52789 h 4893730"/>
              <a:gd name="connsiteX269" fmla="*/ 5758733 w 8877359"/>
              <a:gd name="connsiteY269" fmla="*/ 50014 h 4893730"/>
              <a:gd name="connsiteX270" fmla="*/ 5748791 w 8877359"/>
              <a:gd name="connsiteY270" fmla="*/ 49012 h 4893730"/>
              <a:gd name="connsiteX271" fmla="*/ 5699459 w 8877359"/>
              <a:gd name="connsiteY271" fmla="*/ 98344 h 4893730"/>
              <a:gd name="connsiteX272" fmla="*/ 5707884 w 8877359"/>
              <a:gd name="connsiteY272" fmla="*/ 125926 h 4893730"/>
              <a:gd name="connsiteX273" fmla="*/ 5710520 w 8877359"/>
              <a:gd name="connsiteY273" fmla="*/ 129120 h 4893730"/>
              <a:gd name="connsiteX274" fmla="*/ 5704140 w 8877359"/>
              <a:gd name="connsiteY274" fmla="*/ 131100 h 4893730"/>
              <a:gd name="connsiteX275" fmla="*/ 5674010 w 8877359"/>
              <a:gd name="connsiteY275" fmla="*/ 176555 h 4893730"/>
              <a:gd name="connsiteX276" fmla="*/ 5704140 w 8877359"/>
              <a:gd name="connsiteY276" fmla="*/ 222010 h 4893730"/>
              <a:gd name="connsiteX277" fmla="*/ 5711152 w 8877359"/>
              <a:gd name="connsiteY277" fmla="*/ 224187 h 4893730"/>
              <a:gd name="connsiteX278" fmla="*/ 5707884 w 8877359"/>
              <a:gd name="connsiteY278" fmla="*/ 228147 h 4893730"/>
              <a:gd name="connsiteX279" fmla="*/ 5699459 w 8877359"/>
              <a:gd name="connsiteY279" fmla="*/ 255729 h 4893730"/>
              <a:gd name="connsiteX280" fmla="*/ 5748791 w 8877359"/>
              <a:gd name="connsiteY280" fmla="*/ 305060 h 4893730"/>
              <a:gd name="connsiteX281" fmla="*/ 5758733 w 8877359"/>
              <a:gd name="connsiteY281" fmla="*/ 304058 h 4893730"/>
              <a:gd name="connsiteX282" fmla="*/ 5767671 w 8877359"/>
              <a:gd name="connsiteY282" fmla="*/ 301284 h 4893730"/>
              <a:gd name="connsiteX283" fmla="*/ 5767323 w 8877359"/>
              <a:gd name="connsiteY283" fmla="*/ 304741 h 4893730"/>
              <a:gd name="connsiteX284" fmla="*/ 5816655 w 8877359"/>
              <a:gd name="connsiteY284" fmla="*/ 354073 h 4893730"/>
              <a:gd name="connsiteX285" fmla="*/ 5107403 w 8877359"/>
              <a:gd name="connsiteY285" fmla="*/ 354073 h 4893730"/>
              <a:gd name="connsiteX286" fmla="*/ 5142285 w 8877359"/>
              <a:gd name="connsiteY286" fmla="*/ 339624 h 4893730"/>
              <a:gd name="connsiteX287" fmla="*/ 5147932 w 8877359"/>
              <a:gd name="connsiteY287" fmla="*/ 332780 h 4893730"/>
              <a:gd name="connsiteX288" fmla="*/ 5153579 w 8877359"/>
              <a:gd name="connsiteY288" fmla="*/ 339624 h 4893730"/>
              <a:gd name="connsiteX289" fmla="*/ 5188462 w 8877359"/>
              <a:gd name="connsiteY289" fmla="*/ 354073 h 4893730"/>
              <a:gd name="connsiteX290" fmla="*/ 5237794 w 8877359"/>
              <a:gd name="connsiteY290" fmla="*/ 304741 h 4893730"/>
              <a:gd name="connsiteX291" fmla="*/ 5237445 w 8877359"/>
              <a:gd name="connsiteY291" fmla="*/ 301284 h 4893730"/>
              <a:gd name="connsiteX292" fmla="*/ 5246383 w 8877359"/>
              <a:gd name="connsiteY292" fmla="*/ 304058 h 4893730"/>
              <a:gd name="connsiteX293" fmla="*/ 5256325 w 8877359"/>
              <a:gd name="connsiteY293" fmla="*/ 305060 h 4893730"/>
              <a:gd name="connsiteX294" fmla="*/ 5305657 w 8877359"/>
              <a:gd name="connsiteY294" fmla="*/ 255729 h 4893730"/>
              <a:gd name="connsiteX295" fmla="*/ 5297232 w 8877359"/>
              <a:gd name="connsiteY295" fmla="*/ 228147 h 4893730"/>
              <a:gd name="connsiteX296" fmla="*/ 5293965 w 8877359"/>
              <a:gd name="connsiteY296" fmla="*/ 224187 h 4893730"/>
              <a:gd name="connsiteX297" fmla="*/ 5300977 w 8877359"/>
              <a:gd name="connsiteY297" fmla="*/ 222010 h 4893730"/>
              <a:gd name="connsiteX298" fmla="*/ 5331106 w 8877359"/>
              <a:gd name="connsiteY298" fmla="*/ 176555 h 4893730"/>
              <a:gd name="connsiteX299" fmla="*/ 5300977 w 8877359"/>
              <a:gd name="connsiteY299" fmla="*/ 131100 h 4893730"/>
              <a:gd name="connsiteX300" fmla="*/ 5294597 w 8877359"/>
              <a:gd name="connsiteY300" fmla="*/ 129120 h 4893730"/>
              <a:gd name="connsiteX301" fmla="*/ 5297232 w 8877359"/>
              <a:gd name="connsiteY301" fmla="*/ 125926 h 4893730"/>
              <a:gd name="connsiteX302" fmla="*/ 5305657 w 8877359"/>
              <a:gd name="connsiteY302" fmla="*/ 98344 h 4893730"/>
              <a:gd name="connsiteX303" fmla="*/ 5256325 w 8877359"/>
              <a:gd name="connsiteY303" fmla="*/ 49012 h 4893730"/>
              <a:gd name="connsiteX304" fmla="*/ 5241656 w 8877359"/>
              <a:gd name="connsiteY304" fmla="*/ 51230 h 4893730"/>
              <a:gd name="connsiteX305" fmla="*/ 5237396 w 8877359"/>
              <a:gd name="connsiteY305" fmla="*/ 53278 h 4893730"/>
              <a:gd name="connsiteX306" fmla="*/ 5237794 w 8877359"/>
              <a:gd name="connsiteY306" fmla="*/ 49331 h 4893730"/>
              <a:gd name="connsiteX307" fmla="*/ 5188462 w 8877359"/>
              <a:gd name="connsiteY307" fmla="*/ 0 h 4893730"/>
              <a:gd name="connsiteX308" fmla="*/ 5153579 w 8877359"/>
              <a:gd name="connsiteY308" fmla="*/ 14449 h 4893730"/>
              <a:gd name="connsiteX309" fmla="*/ 5147932 w 8877359"/>
              <a:gd name="connsiteY309" fmla="*/ 21293 h 4893730"/>
              <a:gd name="connsiteX310" fmla="*/ 5142286 w 8877359"/>
              <a:gd name="connsiteY310" fmla="*/ 14449 h 4893730"/>
              <a:gd name="connsiteX311" fmla="*/ 5107403 w 8877359"/>
              <a:gd name="connsiteY311" fmla="*/ 0 h 4893730"/>
              <a:gd name="connsiteX312" fmla="*/ 5058071 w 8877359"/>
              <a:gd name="connsiteY312" fmla="*/ 49331 h 4893730"/>
              <a:gd name="connsiteX313" fmla="*/ 5058419 w 8877359"/>
              <a:gd name="connsiteY313" fmla="*/ 52789 h 4893730"/>
              <a:gd name="connsiteX314" fmla="*/ 5049481 w 8877359"/>
              <a:gd name="connsiteY314" fmla="*/ 50014 h 4893730"/>
              <a:gd name="connsiteX315" fmla="*/ 5039539 w 8877359"/>
              <a:gd name="connsiteY315" fmla="*/ 49012 h 4893730"/>
              <a:gd name="connsiteX316" fmla="*/ 4990207 w 8877359"/>
              <a:gd name="connsiteY316" fmla="*/ 98344 h 4893730"/>
              <a:gd name="connsiteX317" fmla="*/ 4998632 w 8877359"/>
              <a:gd name="connsiteY317" fmla="*/ 125926 h 4893730"/>
              <a:gd name="connsiteX318" fmla="*/ 5001268 w 8877359"/>
              <a:gd name="connsiteY318" fmla="*/ 129120 h 4893730"/>
              <a:gd name="connsiteX319" fmla="*/ 4994888 w 8877359"/>
              <a:gd name="connsiteY319" fmla="*/ 131100 h 4893730"/>
              <a:gd name="connsiteX320" fmla="*/ 4964758 w 8877359"/>
              <a:gd name="connsiteY320" fmla="*/ 176555 h 4893730"/>
              <a:gd name="connsiteX321" fmla="*/ 4994888 w 8877359"/>
              <a:gd name="connsiteY321" fmla="*/ 222010 h 4893730"/>
              <a:gd name="connsiteX322" fmla="*/ 5001900 w 8877359"/>
              <a:gd name="connsiteY322" fmla="*/ 224187 h 4893730"/>
              <a:gd name="connsiteX323" fmla="*/ 4998632 w 8877359"/>
              <a:gd name="connsiteY323" fmla="*/ 228147 h 4893730"/>
              <a:gd name="connsiteX324" fmla="*/ 4990207 w 8877359"/>
              <a:gd name="connsiteY324" fmla="*/ 255729 h 4893730"/>
              <a:gd name="connsiteX325" fmla="*/ 5039539 w 8877359"/>
              <a:gd name="connsiteY325" fmla="*/ 305060 h 4893730"/>
              <a:gd name="connsiteX326" fmla="*/ 5049481 w 8877359"/>
              <a:gd name="connsiteY326" fmla="*/ 304058 h 4893730"/>
              <a:gd name="connsiteX327" fmla="*/ 5058419 w 8877359"/>
              <a:gd name="connsiteY327" fmla="*/ 301284 h 4893730"/>
              <a:gd name="connsiteX328" fmla="*/ 5058071 w 8877359"/>
              <a:gd name="connsiteY328" fmla="*/ 304741 h 4893730"/>
              <a:gd name="connsiteX329" fmla="*/ 5107403 w 8877359"/>
              <a:gd name="connsiteY329" fmla="*/ 354073 h 4893730"/>
              <a:gd name="connsiteX330" fmla="*/ 4398151 w 8877359"/>
              <a:gd name="connsiteY330" fmla="*/ 354073 h 4893730"/>
              <a:gd name="connsiteX331" fmla="*/ 4433033 w 8877359"/>
              <a:gd name="connsiteY331" fmla="*/ 339624 h 4893730"/>
              <a:gd name="connsiteX332" fmla="*/ 4438680 w 8877359"/>
              <a:gd name="connsiteY332" fmla="*/ 332780 h 4893730"/>
              <a:gd name="connsiteX333" fmla="*/ 4444327 w 8877359"/>
              <a:gd name="connsiteY333" fmla="*/ 339624 h 4893730"/>
              <a:gd name="connsiteX334" fmla="*/ 4479210 w 8877359"/>
              <a:gd name="connsiteY334" fmla="*/ 354073 h 4893730"/>
              <a:gd name="connsiteX335" fmla="*/ 4528542 w 8877359"/>
              <a:gd name="connsiteY335" fmla="*/ 304741 h 4893730"/>
              <a:gd name="connsiteX336" fmla="*/ 4528193 w 8877359"/>
              <a:gd name="connsiteY336" fmla="*/ 301284 h 4893730"/>
              <a:gd name="connsiteX337" fmla="*/ 4537131 w 8877359"/>
              <a:gd name="connsiteY337" fmla="*/ 304058 h 4893730"/>
              <a:gd name="connsiteX338" fmla="*/ 4547073 w 8877359"/>
              <a:gd name="connsiteY338" fmla="*/ 305060 h 4893730"/>
              <a:gd name="connsiteX339" fmla="*/ 4596405 w 8877359"/>
              <a:gd name="connsiteY339" fmla="*/ 255729 h 4893730"/>
              <a:gd name="connsiteX340" fmla="*/ 4587980 w 8877359"/>
              <a:gd name="connsiteY340" fmla="*/ 228147 h 4893730"/>
              <a:gd name="connsiteX341" fmla="*/ 4584713 w 8877359"/>
              <a:gd name="connsiteY341" fmla="*/ 224187 h 4893730"/>
              <a:gd name="connsiteX342" fmla="*/ 4591725 w 8877359"/>
              <a:gd name="connsiteY342" fmla="*/ 222010 h 4893730"/>
              <a:gd name="connsiteX343" fmla="*/ 4621854 w 8877359"/>
              <a:gd name="connsiteY343" fmla="*/ 176555 h 4893730"/>
              <a:gd name="connsiteX344" fmla="*/ 4591725 w 8877359"/>
              <a:gd name="connsiteY344" fmla="*/ 131100 h 4893730"/>
              <a:gd name="connsiteX345" fmla="*/ 4585345 w 8877359"/>
              <a:gd name="connsiteY345" fmla="*/ 129120 h 4893730"/>
              <a:gd name="connsiteX346" fmla="*/ 4587980 w 8877359"/>
              <a:gd name="connsiteY346" fmla="*/ 125926 h 4893730"/>
              <a:gd name="connsiteX347" fmla="*/ 4596405 w 8877359"/>
              <a:gd name="connsiteY347" fmla="*/ 98344 h 4893730"/>
              <a:gd name="connsiteX348" fmla="*/ 4547073 w 8877359"/>
              <a:gd name="connsiteY348" fmla="*/ 49012 h 4893730"/>
              <a:gd name="connsiteX349" fmla="*/ 4532404 w 8877359"/>
              <a:gd name="connsiteY349" fmla="*/ 51230 h 4893730"/>
              <a:gd name="connsiteX350" fmla="*/ 4528144 w 8877359"/>
              <a:gd name="connsiteY350" fmla="*/ 53278 h 4893730"/>
              <a:gd name="connsiteX351" fmla="*/ 4528542 w 8877359"/>
              <a:gd name="connsiteY351" fmla="*/ 49331 h 4893730"/>
              <a:gd name="connsiteX352" fmla="*/ 4479210 w 8877359"/>
              <a:gd name="connsiteY352" fmla="*/ 0 h 4893730"/>
              <a:gd name="connsiteX353" fmla="*/ 4444327 w 8877359"/>
              <a:gd name="connsiteY353" fmla="*/ 14449 h 4893730"/>
              <a:gd name="connsiteX354" fmla="*/ 4438680 w 8877359"/>
              <a:gd name="connsiteY354" fmla="*/ 21293 h 4893730"/>
              <a:gd name="connsiteX355" fmla="*/ 4433034 w 8877359"/>
              <a:gd name="connsiteY355" fmla="*/ 14449 h 4893730"/>
              <a:gd name="connsiteX356" fmla="*/ 4398151 w 8877359"/>
              <a:gd name="connsiteY356" fmla="*/ 0 h 4893730"/>
              <a:gd name="connsiteX357" fmla="*/ 4348819 w 8877359"/>
              <a:gd name="connsiteY357" fmla="*/ 49331 h 4893730"/>
              <a:gd name="connsiteX358" fmla="*/ 4349167 w 8877359"/>
              <a:gd name="connsiteY358" fmla="*/ 52789 h 4893730"/>
              <a:gd name="connsiteX359" fmla="*/ 4340229 w 8877359"/>
              <a:gd name="connsiteY359" fmla="*/ 50014 h 4893730"/>
              <a:gd name="connsiteX360" fmla="*/ 4330287 w 8877359"/>
              <a:gd name="connsiteY360" fmla="*/ 49012 h 4893730"/>
              <a:gd name="connsiteX361" fmla="*/ 4280955 w 8877359"/>
              <a:gd name="connsiteY361" fmla="*/ 98344 h 4893730"/>
              <a:gd name="connsiteX362" fmla="*/ 4289380 w 8877359"/>
              <a:gd name="connsiteY362" fmla="*/ 125926 h 4893730"/>
              <a:gd name="connsiteX363" fmla="*/ 4292016 w 8877359"/>
              <a:gd name="connsiteY363" fmla="*/ 129120 h 4893730"/>
              <a:gd name="connsiteX364" fmla="*/ 4285636 w 8877359"/>
              <a:gd name="connsiteY364" fmla="*/ 131100 h 4893730"/>
              <a:gd name="connsiteX365" fmla="*/ 4255506 w 8877359"/>
              <a:gd name="connsiteY365" fmla="*/ 176555 h 4893730"/>
              <a:gd name="connsiteX366" fmla="*/ 4285636 w 8877359"/>
              <a:gd name="connsiteY366" fmla="*/ 222010 h 4893730"/>
              <a:gd name="connsiteX367" fmla="*/ 4292648 w 8877359"/>
              <a:gd name="connsiteY367" fmla="*/ 224187 h 4893730"/>
              <a:gd name="connsiteX368" fmla="*/ 4289380 w 8877359"/>
              <a:gd name="connsiteY368" fmla="*/ 228147 h 4893730"/>
              <a:gd name="connsiteX369" fmla="*/ 4280955 w 8877359"/>
              <a:gd name="connsiteY369" fmla="*/ 255729 h 4893730"/>
              <a:gd name="connsiteX370" fmla="*/ 4330287 w 8877359"/>
              <a:gd name="connsiteY370" fmla="*/ 305060 h 4893730"/>
              <a:gd name="connsiteX371" fmla="*/ 4340229 w 8877359"/>
              <a:gd name="connsiteY371" fmla="*/ 304058 h 4893730"/>
              <a:gd name="connsiteX372" fmla="*/ 4349167 w 8877359"/>
              <a:gd name="connsiteY372" fmla="*/ 301284 h 4893730"/>
              <a:gd name="connsiteX373" fmla="*/ 4348819 w 8877359"/>
              <a:gd name="connsiteY373" fmla="*/ 304741 h 4893730"/>
              <a:gd name="connsiteX374" fmla="*/ 4398151 w 8877359"/>
              <a:gd name="connsiteY374" fmla="*/ 354073 h 4893730"/>
              <a:gd name="connsiteX375" fmla="*/ 3688904 w 8877359"/>
              <a:gd name="connsiteY375" fmla="*/ 354073 h 4893730"/>
              <a:gd name="connsiteX376" fmla="*/ 3723787 w 8877359"/>
              <a:gd name="connsiteY376" fmla="*/ 339624 h 4893730"/>
              <a:gd name="connsiteX377" fmla="*/ 3729434 w 8877359"/>
              <a:gd name="connsiteY377" fmla="*/ 332780 h 4893730"/>
              <a:gd name="connsiteX378" fmla="*/ 3735080 w 8877359"/>
              <a:gd name="connsiteY378" fmla="*/ 339624 h 4893730"/>
              <a:gd name="connsiteX379" fmla="*/ 3769963 w 8877359"/>
              <a:gd name="connsiteY379" fmla="*/ 354073 h 4893730"/>
              <a:gd name="connsiteX380" fmla="*/ 3819295 w 8877359"/>
              <a:gd name="connsiteY380" fmla="*/ 304741 h 4893730"/>
              <a:gd name="connsiteX381" fmla="*/ 3818947 w 8877359"/>
              <a:gd name="connsiteY381" fmla="*/ 301284 h 4893730"/>
              <a:gd name="connsiteX382" fmla="*/ 3827885 w 8877359"/>
              <a:gd name="connsiteY382" fmla="*/ 304058 h 4893730"/>
              <a:gd name="connsiteX383" fmla="*/ 3837827 w 8877359"/>
              <a:gd name="connsiteY383" fmla="*/ 305060 h 4893730"/>
              <a:gd name="connsiteX384" fmla="*/ 3887158 w 8877359"/>
              <a:gd name="connsiteY384" fmla="*/ 255729 h 4893730"/>
              <a:gd name="connsiteX385" fmla="*/ 3878733 w 8877359"/>
              <a:gd name="connsiteY385" fmla="*/ 228147 h 4893730"/>
              <a:gd name="connsiteX386" fmla="*/ 3875466 w 8877359"/>
              <a:gd name="connsiteY386" fmla="*/ 224187 h 4893730"/>
              <a:gd name="connsiteX387" fmla="*/ 3882478 w 8877359"/>
              <a:gd name="connsiteY387" fmla="*/ 222010 h 4893730"/>
              <a:gd name="connsiteX388" fmla="*/ 3912607 w 8877359"/>
              <a:gd name="connsiteY388" fmla="*/ 176555 h 4893730"/>
              <a:gd name="connsiteX389" fmla="*/ 3882478 w 8877359"/>
              <a:gd name="connsiteY389" fmla="*/ 131100 h 4893730"/>
              <a:gd name="connsiteX390" fmla="*/ 3876098 w 8877359"/>
              <a:gd name="connsiteY390" fmla="*/ 129120 h 4893730"/>
              <a:gd name="connsiteX391" fmla="*/ 3878733 w 8877359"/>
              <a:gd name="connsiteY391" fmla="*/ 125926 h 4893730"/>
              <a:gd name="connsiteX392" fmla="*/ 3887158 w 8877359"/>
              <a:gd name="connsiteY392" fmla="*/ 98344 h 4893730"/>
              <a:gd name="connsiteX393" fmla="*/ 3837827 w 8877359"/>
              <a:gd name="connsiteY393" fmla="*/ 49012 h 4893730"/>
              <a:gd name="connsiteX394" fmla="*/ 3823157 w 8877359"/>
              <a:gd name="connsiteY394" fmla="*/ 51230 h 4893730"/>
              <a:gd name="connsiteX395" fmla="*/ 3818898 w 8877359"/>
              <a:gd name="connsiteY395" fmla="*/ 53278 h 4893730"/>
              <a:gd name="connsiteX396" fmla="*/ 3819295 w 8877359"/>
              <a:gd name="connsiteY396" fmla="*/ 49331 h 4893730"/>
              <a:gd name="connsiteX397" fmla="*/ 3769963 w 8877359"/>
              <a:gd name="connsiteY397" fmla="*/ 0 h 4893730"/>
              <a:gd name="connsiteX398" fmla="*/ 3735080 w 8877359"/>
              <a:gd name="connsiteY398" fmla="*/ 14449 h 4893730"/>
              <a:gd name="connsiteX399" fmla="*/ 3729434 w 8877359"/>
              <a:gd name="connsiteY399" fmla="*/ 21293 h 4893730"/>
              <a:gd name="connsiteX400" fmla="*/ 3723787 w 8877359"/>
              <a:gd name="connsiteY400" fmla="*/ 14449 h 4893730"/>
              <a:gd name="connsiteX401" fmla="*/ 3688904 w 8877359"/>
              <a:gd name="connsiteY401" fmla="*/ 0 h 4893730"/>
              <a:gd name="connsiteX402" fmla="*/ 3639572 w 8877359"/>
              <a:gd name="connsiteY402" fmla="*/ 49331 h 4893730"/>
              <a:gd name="connsiteX403" fmla="*/ 3639921 w 8877359"/>
              <a:gd name="connsiteY403" fmla="*/ 52789 h 4893730"/>
              <a:gd name="connsiteX404" fmla="*/ 3630983 w 8877359"/>
              <a:gd name="connsiteY404" fmla="*/ 50014 h 4893730"/>
              <a:gd name="connsiteX405" fmla="*/ 3621040 w 8877359"/>
              <a:gd name="connsiteY405" fmla="*/ 49012 h 4893730"/>
              <a:gd name="connsiteX406" fmla="*/ 3571709 w 8877359"/>
              <a:gd name="connsiteY406" fmla="*/ 98344 h 4893730"/>
              <a:gd name="connsiteX407" fmla="*/ 3580134 w 8877359"/>
              <a:gd name="connsiteY407" fmla="*/ 125926 h 4893730"/>
              <a:gd name="connsiteX408" fmla="*/ 3582769 w 8877359"/>
              <a:gd name="connsiteY408" fmla="*/ 129120 h 4893730"/>
              <a:gd name="connsiteX409" fmla="*/ 3576390 w 8877359"/>
              <a:gd name="connsiteY409" fmla="*/ 131100 h 4893730"/>
              <a:gd name="connsiteX410" fmla="*/ 3546260 w 8877359"/>
              <a:gd name="connsiteY410" fmla="*/ 176555 h 4893730"/>
              <a:gd name="connsiteX411" fmla="*/ 3576390 w 8877359"/>
              <a:gd name="connsiteY411" fmla="*/ 222010 h 4893730"/>
              <a:gd name="connsiteX412" fmla="*/ 3583402 w 8877359"/>
              <a:gd name="connsiteY412" fmla="*/ 224187 h 4893730"/>
              <a:gd name="connsiteX413" fmla="*/ 3580134 w 8877359"/>
              <a:gd name="connsiteY413" fmla="*/ 228147 h 4893730"/>
              <a:gd name="connsiteX414" fmla="*/ 3571709 w 8877359"/>
              <a:gd name="connsiteY414" fmla="*/ 255729 h 4893730"/>
              <a:gd name="connsiteX415" fmla="*/ 3621040 w 8877359"/>
              <a:gd name="connsiteY415" fmla="*/ 305060 h 4893730"/>
              <a:gd name="connsiteX416" fmla="*/ 3630983 w 8877359"/>
              <a:gd name="connsiteY416" fmla="*/ 304058 h 4893730"/>
              <a:gd name="connsiteX417" fmla="*/ 3639921 w 8877359"/>
              <a:gd name="connsiteY417" fmla="*/ 301284 h 4893730"/>
              <a:gd name="connsiteX418" fmla="*/ 3639572 w 8877359"/>
              <a:gd name="connsiteY418" fmla="*/ 304741 h 4893730"/>
              <a:gd name="connsiteX419" fmla="*/ 3688904 w 8877359"/>
              <a:gd name="connsiteY419" fmla="*/ 354073 h 4893730"/>
              <a:gd name="connsiteX420" fmla="*/ 2979652 w 8877359"/>
              <a:gd name="connsiteY420" fmla="*/ 354073 h 4893730"/>
              <a:gd name="connsiteX421" fmla="*/ 3014535 w 8877359"/>
              <a:gd name="connsiteY421" fmla="*/ 339624 h 4893730"/>
              <a:gd name="connsiteX422" fmla="*/ 3020182 w 8877359"/>
              <a:gd name="connsiteY422" fmla="*/ 332780 h 4893730"/>
              <a:gd name="connsiteX423" fmla="*/ 3025828 w 8877359"/>
              <a:gd name="connsiteY423" fmla="*/ 339624 h 4893730"/>
              <a:gd name="connsiteX424" fmla="*/ 3060710 w 8877359"/>
              <a:gd name="connsiteY424" fmla="*/ 354073 h 4893730"/>
              <a:gd name="connsiteX425" fmla="*/ 3110042 w 8877359"/>
              <a:gd name="connsiteY425" fmla="*/ 304741 h 4893730"/>
              <a:gd name="connsiteX426" fmla="*/ 3109694 w 8877359"/>
              <a:gd name="connsiteY426" fmla="*/ 301284 h 4893730"/>
              <a:gd name="connsiteX427" fmla="*/ 3118633 w 8877359"/>
              <a:gd name="connsiteY427" fmla="*/ 304058 h 4893730"/>
              <a:gd name="connsiteX428" fmla="*/ 3128575 w 8877359"/>
              <a:gd name="connsiteY428" fmla="*/ 305060 h 4893730"/>
              <a:gd name="connsiteX429" fmla="*/ 3177907 w 8877359"/>
              <a:gd name="connsiteY429" fmla="*/ 255729 h 4893730"/>
              <a:gd name="connsiteX430" fmla="*/ 3169481 w 8877359"/>
              <a:gd name="connsiteY430" fmla="*/ 228147 h 4893730"/>
              <a:gd name="connsiteX431" fmla="*/ 3166213 w 8877359"/>
              <a:gd name="connsiteY431" fmla="*/ 224187 h 4893730"/>
              <a:gd name="connsiteX432" fmla="*/ 3173226 w 8877359"/>
              <a:gd name="connsiteY432" fmla="*/ 222010 h 4893730"/>
              <a:gd name="connsiteX433" fmla="*/ 3203353 w 8877359"/>
              <a:gd name="connsiteY433" fmla="*/ 176555 h 4893730"/>
              <a:gd name="connsiteX434" fmla="*/ 3173226 w 8877359"/>
              <a:gd name="connsiteY434" fmla="*/ 131100 h 4893730"/>
              <a:gd name="connsiteX435" fmla="*/ 3166845 w 8877359"/>
              <a:gd name="connsiteY435" fmla="*/ 129120 h 4893730"/>
              <a:gd name="connsiteX436" fmla="*/ 3169481 w 8877359"/>
              <a:gd name="connsiteY436" fmla="*/ 125926 h 4893730"/>
              <a:gd name="connsiteX437" fmla="*/ 3177907 w 8877359"/>
              <a:gd name="connsiteY437" fmla="*/ 98344 h 4893730"/>
              <a:gd name="connsiteX438" fmla="*/ 3128575 w 8877359"/>
              <a:gd name="connsiteY438" fmla="*/ 49012 h 4893730"/>
              <a:gd name="connsiteX439" fmla="*/ 3113904 w 8877359"/>
              <a:gd name="connsiteY439" fmla="*/ 51230 h 4893730"/>
              <a:gd name="connsiteX440" fmla="*/ 3109645 w 8877359"/>
              <a:gd name="connsiteY440" fmla="*/ 53278 h 4893730"/>
              <a:gd name="connsiteX441" fmla="*/ 3110042 w 8877359"/>
              <a:gd name="connsiteY441" fmla="*/ 49331 h 4893730"/>
              <a:gd name="connsiteX442" fmla="*/ 3060712 w 8877359"/>
              <a:gd name="connsiteY442" fmla="*/ 0 h 4893730"/>
              <a:gd name="connsiteX443" fmla="*/ 3025828 w 8877359"/>
              <a:gd name="connsiteY443" fmla="*/ 14449 h 4893730"/>
              <a:gd name="connsiteX444" fmla="*/ 3020182 w 8877359"/>
              <a:gd name="connsiteY444" fmla="*/ 21293 h 4893730"/>
              <a:gd name="connsiteX445" fmla="*/ 3014535 w 8877359"/>
              <a:gd name="connsiteY445" fmla="*/ 14449 h 4893730"/>
              <a:gd name="connsiteX446" fmla="*/ 2979652 w 8877359"/>
              <a:gd name="connsiteY446" fmla="*/ 0 h 4893730"/>
              <a:gd name="connsiteX447" fmla="*/ 2930320 w 8877359"/>
              <a:gd name="connsiteY447" fmla="*/ 49331 h 4893730"/>
              <a:gd name="connsiteX448" fmla="*/ 2930670 w 8877359"/>
              <a:gd name="connsiteY448" fmla="*/ 52789 h 4893730"/>
              <a:gd name="connsiteX449" fmla="*/ 2921731 w 8877359"/>
              <a:gd name="connsiteY449" fmla="*/ 50014 h 4893730"/>
              <a:gd name="connsiteX450" fmla="*/ 2911789 w 8877359"/>
              <a:gd name="connsiteY450" fmla="*/ 49012 h 4893730"/>
              <a:gd name="connsiteX451" fmla="*/ 2862458 w 8877359"/>
              <a:gd name="connsiteY451" fmla="*/ 98344 h 4893730"/>
              <a:gd name="connsiteX452" fmla="*/ 2870883 w 8877359"/>
              <a:gd name="connsiteY452" fmla="*/ 125926 h 4893730"/>
              <a:gd name="connsiteX453" fmla="*/ 2873518 w 8877359"/>
              <a:gd name="connsiteY453" fmla="*/ 129120 h 4893730"/>
              <a:gd name="connsiteX454" fmla="*/ 2867137 w 8877359"/>
              <a:gd name="connsiteY454" fmla="*/ 131100 h 4893730"/>
              <a:gd name="connsiteX455" fmla="*/ 2837009 w 8877359"/>
              <a:gd name="connsiteY455" fmla="*/ 176555 h 4893730"/>
              <a:gd name="connsiteX456" fmla="*/ 2867137 w 8877359"/>
              <a:gd name="connsiteY456" fmla="*/ 222010 h 4893730"/>
              <a:gd name="connsiteX457" fmla="*/ 2874151 w 8877359"/>
              <a:gd name="connsiteY457" fmla="*/ 224187 h 4893730"/>
              <a:gd name="connsiteX458" fmla="*/ 2870883 w 8877359"/>
              <a:gd name="connsiteY458" fmla="*/ 228147 h 4893730"/>
              <a:gd name="connsiteX459" fmla="*/ 2862458 w 8877359"/>
              <a:gd name="connsiteY459" fmla="*/ 255729 h 4893730"/>
              <a:gd name="connsiteX460" fmla="*/ 2911789 w 8877359"/>
              <a:gd name="connsiteY460" fmla="*/ 305060 h 4893730"/>
              <a:gd name="connsiteX461" fmla="*/ 2921731 w 8877359"/>
              <a:gd name="connsiteY461" fmla="*/ 304058 h 4893730"/>
              <a:gd name="connsiteX462" fmla="*/ 2930669 w 8877359"/>
              <a:gd name="connsiteY462" fmla="*/ 301284 h 4893730"/>
              <a:gd name="connsiteX463" fmla="*/ 2930320 w 8877359"/>
              <a:gd name="connsiteY463" fmla="*/ 304741 h 4893730"/>
              <a:gd name="connsiteX464" fmla="*/ 2979652 w 8877359"/>
              <a:gd name="connsiteY464" fmla="*/ 354073 h 4893730"/>
              <a:gd name="connsiteX465" fmla="*/ 2270400 w 8877359"/>
              <a:gd name="connsiteY465" fmla="*/ 354073 h 4893730"/>
              <a:gd name="connsiteX466" fmla="*/ 2305283 w 8877359"/>
              <a:gd name="connsiteY466" fmla="*/ 339624 h 4893730"/>
              <a:gd name="connsiteX467" fmla="*/ 2310930 w 8877359"/>
              <a:gd name="connsiteY467" fmla="*/ 332780 h 4893730"/>
              <a:gd name="connsiteX468" fmla="*/ 2316577 w 8877359"/>
              <a:gd name="connsiteY468" fmla="*/ 339624 h 4893730"/>
              <a:gd name="connsiteX469" fmla="*/ 2351459 w 8877359"/>
              <a:gd name="connsiteY469" fmla="*/ 354073 h 4893730"/>
              <a:gd name="connsiteX470" fmla="*/ 2400792 w 8877359"/>
              <a:gd name="connsiteY470" fmla="*/ 304741 h 4893730"/>
              <a:gd name="connsiteX471" fmla="*/ 2400443 w 8877359"/>
              <a:gd name="connsiteY471" fmla="*/ 301284 h 4893730"/>
              <a:gd name="connsiteX472" fmla="*/ 2409381 w 8877359"/>
              <a:gd name="connsiteY472" fmla="*/ 304058 h 4893730"/>
              <a:gd name="connsiteX473" fmla="*/ 2419323 w 8877359"/>
              <a:gd name="connsiteY473" fmla="*/ 305060 h 4893730"/>
              <a:gd name="connsiteX474" fmla="*/ 2468655 w 8877359"/>
              <a:gd name="connsiteY474" fmla="*/ 255729 h 4893730"/>
              <a:gd name="connsiteX475" fmla="*/ 2460230 w 8877359"/>
              <a:gd name="connsiteY475" fmla="*/ 228147 h 4893730"/>
              <a:gd name="connsiteX476" fmla="*/ 2456962 w 8877359"/>
              <a:gd name="connsiteY476" fmla="*/ 224187 h 4893730"/>
              <a:gd name="connsiteX477" fmla="*/ 2463975 w 8877359"/>
              <a:gd name="connsiteY477" fmla="*/ 222010 h 4893730"/>
              <a:gd name="connsiteX478" fmla="*/ 2494104 w 8877359"/>
              <a:gd name="connsiteY478" fmla="*/ 176555 h 4893730"/>
              <a:gd name="connsiteX479" fmla="*/ 2463975 w 8877359"/>
              <a:gd name="connsiteY479" fmla="*/ 131100 h 4893730"/>
              <a:gd name="connsiteX480" fmla="*/ 2457594 w 8877359"/>
              <a:gd name="connsiteY480" fmla="*/ 129120 h 4893730"/>
              <a:gd name="connsiteX481" fmla="*/ 2460230 w 8877359"/>
              <a:gd name="connsiteY481" fmla="*/ 125926 h 4893730"/>
              <a:gd name="connsiteX482" fmla="*/ 2468655 w 8877359"/>
              <a:gd name="connsiteY482" fmla="*/ 98344 h 4893730"/>
              <a:gd name="connsiteX483" fmla="*/ 2419323 w 8877359"/>
              <a:gd name="connsiteY483" fmla="*/ 49012 h 4893730"/>
              <a:gd name="connsiteX484" fmla="*/ 2404654 w 8877359"/>
              <a:gd name="connsiteY484" fmla="*/ 51230 h 4893730"/>
              <a:gd name="connsiteX485" fmla="*/ 2400394 w 8877359"/>
              <a:gd name="connsiteY485" fmla="*/ 53278 h 4893730"/>
              <a:gd name="connsiteX486" fmla="*/ 2400792 w 8877359"/>
              <a:gd name="connsiteY486" fmla="*/ 49331 h 4893730"/>
              <a:gd name="connsiteX487" fmla="*/ 2351460 w 8877359"/>
              <a:gd name="connsiteY487" fmla="*/ 0 h 4893730"/>
              <a:gd name="connsiteX488" fmla="*/ 2316577 w 8877359"/>
              <a:gd name="connsiteY488" fmla="*/ 14449 h 4893730"/>
              <a:gd name="connsiteX489" fmla="*/ 2310930 w 8877359"/>
              <a:gd name="connsiteY489" fmla="*/ 21293 h 4893730"/>
              <a:gd name="connsiteX490" fmla="*/ 2305283 w 8877359"/>
              <a:gd name="connsiteY490" fmla="*/ 14449 h 4893730"/>
              <a:gd name="connsiteX491" fmla="*/ 2270401 w 8877359"/>
              <a:gd name="connsiteY491" fmla="*/ 0 h 4893730"/>
              <a:gd name="connsiteX492" fmla="*/ 2221069 w 8877359"/>
              <a:gd name="connsiteY492" fmla="*/ 49331 h 4893730"/>
              <a:gd name="connsiteX493" fmla="*/ 2221418 w 8877359"/>
              <a:gd name="connsiteY493" fmla="*/ 52789 h 4893730"/>
              <a:gd name="connsiteX494" fmla="*/ 2212479 w 8877359"/>
              <a:gd name="connsiteY494" fmla="*/ 50014 h 4893730"/>
              <a:gd name="connsiteX495" fmla="*/ 2202537 w 8877359"/>
              <a:gd name="connsiteY495" fmla="*/ 49012 h 4893730"/>
              <a:gd name="connsiteX496" fmla="*/ 2153205 w 8877359"/>
              <a:gd name="connsiteY496" fmla="*/ 98344 h 4893730"/>
              <a:gd name="connsiteX497" fmla="*/ 2161631 w 8877359"/>
              <a:gd name="connsiteY497" fmla="*/ 125926 h 4893730"/>
              <a:gd name="connsiteX498" fmla="*/ 2164266 w 8877359"/>
              <a:gd name="connsiteY498" fmla="*/ 129120 h 4893730"/>
              <a:gd name="connsiteX499" fmla="*/ 2157886 w 8877359"/>
              <a:gd name="connsiteY499" fmla="*/ 131100 h 4893730"/>
              <a:gd name="connsiteX500" fmla="*/ 2127757 w 8877359"/>
              <a:gd name="connsiteY500" fmla="*/ 176555 h 4893730"/>
              <a:gd name="connsiteX501" fmla="*/ 2157886 w 8877359"/>
              <a:gd name="connsiteY501" fmla="*/ 222010 h 4893730"/>
              <a:gd name="connsiteX502" fmla="*/ 2164898 w 8877359"/>
              <a:gd name="connsiteY502" fmla="*/ 224187 h 4893730"/>
              <a:gd name="connsiteX503" fmla="*/ 2161631 w 8877359"/>
              <a:gd name="connsiteY503" fmla="*/ 228147 h 4893730"/>
              <a:gd name="connsiteX504" fmla="*/ 2153205 w 8877359"/>
              <a:gd name="connsiteY504" fmla="*/ 255729 h 4893730"/>
              <a:gd name="connsiteX505" fmla="*/ 2202537 w 8877359"/>
              <a:gd name="connsiteY505" fmla="*/ 305060 h 4893730"/>
              <a:gd name="connsiteX506" fmla="*/ 2212479 w 8877359"/>
              <a:gd name="connsiteY506" fmla="*/ 304058 h 4893730"/>
              <a:gd name="connsiteX507" fmla="*/ 2221417 w 8877359"/>
              <a:gd name="connsiteY507" fmla="*/ 301284 h 4893730"/>
              <a:gd name="connsiteX508" fmla="*/ 2221069 w 8877359"/>
              <a:gd name="connsiteY508" fmla="*/ 304741 h 4893730"/>
              <a:gd name="connsiteX509" fmla="*/ 2270400 w 8877359"/>
              <a:gd name="connsiteY509" fmla="*/ 354073 h 4893730"/>
              <a:gd name="connsiteX510" fmla="*/ 1561148 w 8877359"/>
              <a:gd name="connsiteY510" fmla="*/ 354073 h 4893730"/>
              <a:gd name="connsiteX511" fmla="*/ 1596031 w 8877359"/>
              <a:gd name="connsiteY511" fmla="*/ 339624 h 4893730"/>
              <a:gd name="connsiteX512" fmla="*/ 1601678 w 8877359"/>
              <a:gd name="connsiteY512" fmla="*/ 332780 h 4893730"/>
              <a:gd name="connsiteX513" fmla="*/ 1607324 w 8877359"/>
              <a:gd name="connsiteY513" fmla="*/ 339624 h 4893730"/>
              <a:gd name="connsiteX514" fmla="*/ 1642207 w 8877359"/>
              <a:gd name="connsiteY514" fmla="*/ 354073 h 4893730"/>
              <a:gd name="connsiteX515" fmla="*/ 1691539 w 8877359"/>
              <a:gd name="connsiteY515" fmla="*/ 304741 h 4893730"/>
              <a:gd name="connsiteX516" fmla="*/ 1691191 w 8877359"/>
              <a:gd name="connsiteY516" fmla="*/ 301284 h 4893730"/>
              <a:gd name="connsiteX517" fmla="*/ 1700129 w 8877359"/>
              <a:gd name="connsiteY517" fmla="*/ 304058 h 4893730"/>
              <a:gd name="connsiteX518" fmla="*/ 1710071 w 8877359"/>
              <a:gd name="connsiteY518" fmla="*/ 305060 h 4893730"/>
              <a:gd name="connsiteX519" fmla="*/ 1759403 w 8877359"/>
              <a:gd name="connsiteY519" fmla="*/ 255729 h 4893730"/>
              <a:gd name="connsiteX520" fmla="*/ 1750978 w 8877359"/>
              <a:gd name="connsiteY520" fmla="*/ 228147 h 4893730"/>
              <a:gd name="connsiteX521" fmla="*/ 1747710 w 8877359"/>
              <a:gd name="connsiteY521" fmla="*/ 224187 h 4893730"/>
              <a:gd name="connsiteX522" fmla="*/ 1754722 w 8877359"/>
              <a:gd name="connsiteY522" fmla="*/ 222010 h 4893730"/>
              <a:gd name="connsiteX523" fmla="*/ 1784852 w 8877359"/>
              <a:gd name="connsiteY523" fmla="*/ 176555 h 4893730"/>
              <a:gd name="connsiteX524" fmla="*/ 1754722 w 8877359"/>
              <a:gd name="connsiteY524" fmla="*/ 131100 h 4893730"/>
              <a:gd name="connsiteX525" fmla="*/ 1748343 w 8877359"/>
              <a:gd name="connsiteY525" fmla="*/ 129120 h 4893730"/>
              <a:gd name="connsiteX526" fmla="*/ 1750978 w 8877359"/>
              <a:gd name="connsiteY526" fmla="*/ 125926 h 4893730"/>
              <a:gd name="connsiteX527" fmla="*/ 1759403 w 8877359"/>
              <a:gd name="connsiteY527" fmla="*/ 98344 h 4893730"/>
              <a:gd name="connsiteX528" fmla="*/ 1710071 w 8877359"/>
              <a:gd name="connsiteY528" fmla="*/ 49012 h 4893730"/>
              <a:gd name="connsiteX529" fmla="*/ 1695401 w 8877359"/>
              <a:gd name="connsiteY529" fmla="*/ 51230 h 4893730"/>
              <a:gd name="connsiteX530" fmla="*/ 1691142 w 8877359"/>
              <a:gd name="connsiteY530" fmla="*/ 53278 h 4893730"/>
              <a:gd name="connsiteX531" fmla="*/ 1691539 w 8877359"/>
              <a:gd name="connsiteY531" fmla="*/ 49331 h 4893730"/>
              <a:gd name="connsiteX532" fmla="*/ 1642207 w 8877359"/>
              <a:gd name="connsiteY532" fmla="*/ 0 h 4893730"/>
              <a:gd name="connsiteX533" fmla="*/ 1607324 w 8877359"/>
              <a:gd name="connsiteY533" fmla="*/ 14449 h 4893730"/>
              <a:gd name="connsiteX534" fmla="*/ 1601678 w 8877359"/>
              <a:gd name="connsiteY534" fmla="*/ 21293 h 4893730"/>
              <a:gd name="connsiteX535" fmla="*/ 1596031 w 8877359"/>
              <a:gd name="connsiteY535" fmla="*/ 14449 h 4893730"/>
              <a:gd name="connsiteX536" fmla="*/ 1561149 w 8877359"/>
              <a:gd name="connsiteY536" fmla="*/ 0 h 4893730"/>
              <a:gd name="connsiteX537" fmla="*/ 1511816 w 8877359"/>
              <a:gd name="connsiteY537" fmla="*/ 49331 h 4893730"/>
              <a:gd name="connsiteX538" fmla="*/ 1512165 w 8877359"/>
              <a:gd name="connsiteY538" fmla="*/ 52789 h 4893730"/>
              <a:gd name="connsiteX539" fmla="*/ 1503226 w 8877359"/>
              <a:gd name="connsiteY539" fmla="*/ 50014 h 4893730"/>
              <a:gd name="connsiteX540" fmla="*/ 1493284 w 8877359"/>
              <a:gd name="connsiteY540" fmla="*/ 49012 h 4893730"/>
              <a:gd name="connsiteX541" fmla="*/ 1443953 w 8877359"/>
              <a:gd name="connsiteY541" fmla="*/ 98344 h 4893730"/>
              <a:gd name="connsiteX542" fmla="*/ 1452378 w 8877359"/>
              <a:gd name="connsiteY542" fmla="*/ 125926 h 4893730"/>
              <a:gd name="connsiteX543" fmla="*/ 1455013 w 8877359"/>
              <a:gd name="connsiteY543" fmla="*/ 129120 h 4893730"/>
              <a:gd name="connsiteX544" fmla="*/ 1448633 w 8877359"/>
              <a:gd name="connsiteY544" fmla="*/ 131100 h 4893730"/>
              <a:gd name="connsiteX545" fmla="*/ 1418504 w 8877359"/>
              <a:gd name="connsiteY545" fmla="*/ 176555 h 4893730"/>
              <a:gd name="connsiteX546" fmla="*/ 1448633 w 8877359"/>
              <a:gd name="connsiteY546" fmla="*/ 222010 h 4893730"/>
              <a:gd name="connsiteX547" fmla="*/ 1455645 w 8877359"/>
              <a:gd name="connsiteY547" fmla="*/ 224187 h 4893730"/>
              <a:gd name="connsiteX548" fmla="*/ 1452378 w 8877359"/>
              <a:gd name="connsiteY548" fmla="*/ 228147 h 4893730"/>
              <a:gd name="connsiteX549" fmla="*/ 1443953 w 8877359"/>
              <a:gd name="connsiteY549" fmla="*/ 255729 h 4893730"/>
              <a:gd name="connsiteX550" fmla="*/ 1493284 w 8877359"/>
              <a:gd name="connsiteY550" fmla="*/ 305060 h 4893730"/>
              <a:gd name="connsiteX551" fmla="*/ 1503227 w 8877359"/>
              <a:gd name="connsiteY551" fmla="*/ 304058 h 4893730"/>
              <a:gd name="connsiteX552" fmla="*/ 1512165 w 8877359"/>
              <a:gd name="connsiteY552" fmla="*/ 301284 h 4893730"/>
              <a:gd name="connsiteX553" fmla="*/ 1511816 w 8877359"/>
              <a:gd name="connsiteY553" fmla="*/ 304741 h 4893730"/>
              <a:gd name="connsiteX554" fmla="*/ 1561148 w 8877359"/>
              <a:gd name="connsiteY554" fmla="*/ 354073 h 4893730"/>
              <a:gd name="connsiteX555" fmla="*/ 851896 w 8877359"/>
              <a:gd name="connsiteY555" fmla="*/ 354073 h 4893730"/>
              <a:gd name="connsiteX556" fmla="*/ 886778 w 8877359"/>
              <a:gd name="connsiteY556" fmla="*/ 339624 h 4893730"/>
              <a:gd name="connsiteX557" fmla="*/ 892425 w 8877359"/>
              <a:gd name="connsiteY557" fmla="*/ 332780 h 4893730"/>
              <a:gd name="connsiteX558" fmla="*/ 898072 w 8877359"/>
              <a:gd name="connsiteY558" fmla="*/ 339624 h 4893730"/>
              <a:gd name="connsiteX559" fmla="*/ 932957 w 8877359"/>
              <a:gd name="connsiteY559" fmla="*/ 354073 h 4893730"/>
              <a:gd name="connsiteX560" fmla="*/ 982288 w 8877359"/>
              <a:gd name="connsiteY560" fmla="*/ 304741 h 4893730"/>
              <a:gd name="connsiteX561" fmla="*/ 981940 w 8877359"/>
              <a:gd name="connsiteY561" fmla="*/ 301284 h 4893730"/>
              <a:gd name="connsiteX562" fmla="*/ 990878 w 8877359"/>
              <a:gd name="connsiteY562" fmla="*/ 304058 h 4893730"/>
              <a:gd name="connsiteX563" fmla="*/ 1000820 w 8877359"/>
              <a:gd name="connsiteY563" fmla="*/ 305060 h 4893730"/>
              <a:gd name="connsiteX564" fmla="*/ 1050152 w 8877359"/>
              <a:gd name="connsiteY564" fmla="*/ 255729 h 4893730"/>
              <a:gd name="connsiteX565" fmla="*/ 1041726 w 8877359"/>
              <a:gd name="connsiteY565" fmla="*/ 228147 h 4893730"/>
              <a:gd name="connsiteX566" fmla="*/ 1038458 w 8877359"/>
              <a:gd name="connsiteY566" fmla="*/ 224187 h 4893730"/>
              <a:gd name="connsiteX567" fmla="*/ 1045471 w 8877359"/>
              <a:gd name="connsiteY567" fmla="*/ 222010 h 4893730"/>
              <a:gd name="connsiteX568" fmla="*/ 1075601 w 8877359"/>
              <a:gd name="connsiteY568" fmla="*/ 176555 h 4893730"/>
              <a:gd name="connsiteX569" fmla="*/ 1045471 w 8877359"/>
              <a:gd name="connsiteY569" fmla="*/ 131100 h 4893730"/>
              <a:gd name="connsiteX570" fmla="*/ 1039091 w 8877359"/>
              <a:gd name="connsiteY570" fmla="*/ 129120 h 4893730"/>
              <a:gd name="connsiteX571" fmla="*/ 1041726 w 8877359"/>
              <a:gd name="connsiteY571" fmla="*/ 125926 h 4893730"/>
              <a:gd name="connsiteX572" fmla="*/ 1050152 w 8877359"/>
              <a:gd name="connsiteY572" fmla="*/ 98344 h 4893730"/>
              <a:gd name="connsiteX573" fmla="*/ 1000820 w 8877359"/>
              <a:gd name="connsiteY573" fmla="*/ 49012 h 4893730"/>
              <a:gd name="connsiteX574" fmla="*/ 986150 w 8877359"/>
              <a:gd name="connsiteY574" fmla="*/ 51230 h 4893730"/>
              <a:gd name="connsiteX575" fmla="*/ 981890 w 8877359"/>
              <a:gd name="connsiteY575" fmla="*/ 53278 h 4893730"/>
              <a:gd name="connsiteX576" fmla="*/ 982288 w 8877359"/>
              <a:gd name="connsiteY576" fmla="*/ 49331 h 4893730"/>
              <a:gd name="connsiteX577" fmla="*/ 932957 w 8877359"/>
              <a:gd name="connsiteY577" fmla="*/ 0 h 4893730"/>
              <a:gd name="connsiteX578" fmla="*/ 898072 w 8877359"/>
              <a:gd name="connsiteY578" fmla="*/ 14449 h 4893730"/>
              <a:gd name="connsiteX579" fmla="*/ 892425 w 8877359"/>
              <a:gd name="connsiteY579" fmla="*/ 21293 h 4893730"/>
              <a:gd name="connsiteX580" fmla="*/ 886779 w 8877359"/>
              <a:gd name="connsiteY580" fmla="*/ 14449 h 4893730"/>
              <a:gd name="connsiteX581" fmla="*/ 851896 w 8877359"/>
              <a:gd name="connsiteY581" fmla="*/ 0 h 4893730"/>
              <a:gd name="connsiteX582" fmla="*/ 802564 w 8877359"/>
              <a:gd name="connsiteY582" fmla="*/ 49331 h 4893730"/>
              <a:gd name="connsiteX583" fmla="*/ 802912 w 8877359"/>
              <a:gd name="connsiteY583" fmla="*/ 52789 h 4893730"/>
              <a:gd name="connsiteX584" fmla="*/ 793974 w 8877359"/>
              <a:gd name="connsiteY584" fmla="*/ 50014 h 4893730"/>
              <a:gd name="connsiteX585" fmla="*/ 784032 w 8877359"/>
              <a:gd name="connsiteY585" fmla="*/ 49012 h 4893730"/>
              <a:gd name="connsiteX586" fmla="*/ 734700 w 8877359"/>
              <a:gd name="connsiteY586" fmla="*/ 98344 h 4893730"/>
              <a:gd name="connsiteX587" fmla="*/ 743125 w 8877359"/>
              <a:gd name="connsiteY587" fmla="*/ 125926 h 4893730"/>
              <a:gd name="connsiteX588" fmla="*/ 745761 w 8877359"/>
              <a:gd name="connsiteY588" fmla="*/ 129120 h 4893730"/>
              <a:gd name="connsiteX589" fmla="*/ 739381 w 8877359"/>
              <a:gd name="connsiteY589" fmla="*/ 131100 h 4893730"/>
              <a:gd name="connsiteX590" fmla="*/ 709251 w 8877359"/>
              <a:gd name="connsiteY590" fmla="*/ 176555 h 4893730"/>
              <a:gd name="connsiteX591" fmla="*/ 739381 w 8877359"/>
              <a:gd name="connsiteY591" fmla="*/ 222010 h 4893730"/>
              <a:gd name="connsiteX592" fmla="*/ 746393 w 8877359"/>
              <a:gd name="connsiteY592" fmla="*/ 224187 h 4893730"/>
              <a:gd name="connsiteX593" fmla="*/ 743125 w 8877359"/>
              <a:gd name="connsiteY593" fmla="*/ 228147 h 4893730"/>
              <a:gd name="connsiteX594" fmla="*/ 734700 w 8877359"/>
              <a:gd name="connsiteY594" fmla="*/ 255729 h 4893730"/>
              <a:gd name="connsiteX595" fmla="*/ 784032 w 8877359"/>
              <a:gd name="connsiteY595" fmla="*/ 305060 h 4893730"/>
              <a:gd name="connsiteX596" fmla="*/ 793974 w 8877359"/>
              <a:gd name="connsiteY596" fmla="*/ 304058 h 4893730"/>
              <a:gd name="connsiteX597" fmla="*/ 802912 w 8877359"/>
              <a:gd name="connsiteY597" fmla="*/ 301284 h 4893730"/>
              <a:gd name="connsiteX598" fmla="*/ 802564 w 8877359"/>
              <a:gd name="connsiteY598" fmla="*/ 304741 h 4893730"/>
              <a:gd name="connsiteX599" fmla="*/ 851896 w 8877359"/>
              <a:gd name="connsiteY599" fmla="*/ 354073 h 4893730"/>
              <a:gd name="connsiteX600" fmla="*/ 142644 w 8877359"/>
              <a:gd name="connsiteY600" fmla="*/ 354073 h 4893730"/>
              <a:gd name="connsiteX601" fmla="*/ 177527 w 8877359"/>
              <a:gd name="connsiteY601" fmla="*/ 339624 h 4893730"/>
              <a:gd name="connsiteX602" fmla="*/ 183174 w 8877359"/>
              <a:gd name="connsiteY602" fmla="*/ 332780 h 4893730"/>
              <a:gd name="connsiteX603" fmla="*/ 188821 w 8877359"/>
              <a:gd name="connsiteY603" fmla="*/ 339624 h 4893730"/>
              <a:gd name="connsiteX604" fmla="*/ 223703 w 8877359"/>
              <a:gd name="connsiteY604" fmla="*/ 354073 h 4893730"/>
              <a:gd name="connsiteX605" fmla="*/ 273035 w 8877359"/>
              <a:gd name="connsiteY605" fmla="*/ 304741 h 4893730"/>
              <a:gd name="connsiteX606" fmla="*/ 272687 w 8877359"/>
              <a:gd name="connsiteY606" fmla="*/ 301284 h 4893730"/>
              <a:gd name="connsiteX607" fmla="*/ 281625 w 8877359"/>
              <a:gd name="connsiteY607" fmla="*/ 304058 h 4893730"/>
              <a:gd name="connsiteX608" fmla="*/ 291567 w 8877359"/>
              <a:gd name="connsiteY608" fmla="*/ 305060 h 4893730"/>
              <a:gd name="connsiteX609" fmla="*/ 340899 w 8877359"/>
              <a:gd name="connsiteY609" fmla="*/ 255729 h 4893730"/>
              <a:gd name="connsiteX610" fmla="*/ 332474 w 8877359"/>
              <a:gd name="connsiteY610" fmla="*/ 228147 h 4893730"/>
              <a:gd name="connsiteX611" fmla="*/ 329206 w 8877359"/>
              <a:gd name="connsiteY611" fmla="*/ 224187 h 4893730"/>
              <a:gd name="connsiteX612" fmla="*/ 336218 w 8877359"/>
              <a:gd name="connsiteY612" fmla="*/ 222010 h 4893730"/>
              <a:gd name="connsiteX613" fmla="*/ 366348 w 8877359"/>
              <a:gd name="connsiteY613" fmla="*/ 176555 h 4893730"/>
              <a:gd name="connsiteX614" fmla="*/ 336218 w 8877359"/>
              <a:gd name="connsiteY614" fmla="*/ 131100 h 4893730"/>
              <a:gd name="connsiteX615" fmla="*/ 329838 w 8877359"/>
              <a:gd name="connsiteY615" fmla="*/ 129120 h 4893730"/>
              <a:gd name="connsiteX616" fmla="*/ 332474 w 8877359"/>
              <a:gd name="connsiteY616" fmla="*/ 125926 h 4893730"/>
              <a:gd name="connsiteX617" fmla="*/ 340899 w 8877359"/>
              <a:gd name="connsiteY617" fmla="*/ 98344 h 4893730"/>
              <a:gd name="connsiteX618" fmla="*/ 291567 w 8877359"/>
              <a:gd name="connsiteY618" fmla="*/ 49012 h 4893730"/>
              <a:gd name="connsiteX619" fmla="*/ 276897 w 8877359"/>
              <a:gd name="connsiteY619" fmla="*/ 51230 h 4893730"/>
              <a:gd name="connsiteX620" fmla="*/ 272638 w 8877359"/>
              <a:gd name="connsiteY620" fmla="*/ 53278 h 4893730"/>
              <a:gd name="connsiteX621" fmla="*/ 273035 w 8877359"/>
              <a:gd name="connsiteY621" fmla="*/ 49331 h 4893730"/>
              <a:gd name="connsiteX622" fmla="*/ 223704 w 8877359"/>
              <a:gd name="connsiteY622" fmla="*/ 0 h 4893730"/>
              <a:gd name="connsiteX623" fmla="*/ 188821 w 8877359"/>
              <a:gd name="connsiteY623" fmla="*/ 14449 h 4893730"/>
              <a:gd name="connsiteX624" fmla="*/ 183174 w 8877359"/>
              <a:gd name="connsiteY624" fmla="*/ 21293 h 4893730"/>
              <a:gd name="connsiteX625" fmla="*/ 177527 w 8877359"/>
              <a:gd name="connsiteY625" fmla="*/ 14449 h 4893730"/>
              <a:gd name="connsiteX626" fmla="*/ 142644 w 8877359"/>
              <a:gd name="connsiteY626" fmla="*/ 0 h 4893730"/>
              <a:gd name="connsiteX627" fmla="*/ 93313 w 8877359"/>
              <a:gd name="connsiteY627" fmla="*/ 49331 h 4893730"/>
              <a:gd name="connsiteX628" fmla="*/ 93661 w 8877359"/>
              <a:gd name="connsiteY628" fmla="*/ 52789 h 4893730"/>
              <a:gd name="connsiteX629" fmla="*/ 84723 w 8877359"/>
              <a:gd name="connsiteY629" fmla="*/ 50014 h 4893730"/>
              <a:gd name="connsiteX630" fmla="*/ 74781 w 8877359"/>
              <a:gd name="connsiteY630" fmla="*/ 49012 h 4893730"/>
              <a:gd name="connsiteX631" fmla="*/ 25449 w 8877359"/>
              <a:gd name="connsiteY631" fmla="*/ 98344 h 4893730"/>
              <a:gd name="connsiteX632" fmla="*/ 33874 w 8877359"/>
              <a:gd name="connsiteY632" fmla="*/ 125926 h 4893730"/>
              <a:gd name="connsiteX633" fmla="*/ 36509 w 8877359"/>
              <a:gd name="connsiteY633" fmla="*/ 129120 h 4893730"/>
              <a:gd name="connsiteX634" fmla="*/ 30130 w 8877359"/>
              <a:gd name="connsiteY634" fmla="*/ 131100 h 4893730"/>
              <a:gd name="connsiteX635" fmla="*/ 0 w 8877359"/>
              <a:gd name="connsiteY635" fmla="*/ 176555 h 4893730"/>
              <a:gd name="connsiteX636" fmla="*/ 30130 w 8877359"/>
              <a:gd name="connsiteY636" fmla="*/ 222010 h 4893730"/>
              <a:gd name="connsiteX637" fmla="*/ 37142 w 8877359"/>
              <a:gd name="connsiteY637" fmla="*/ 224187 h 4893730"/>
              <a:gd name="connsiteX638" fmla="*/ 33874 w 8877359"/>
              <a:gd name="connsiteY638" fmla="*/ 228147 h 4893730"/>
              <a:gd name="connsiteX639" fmla="*/ 25449 w 8877359"/>
              <a:gd name="connsiteY639" fmla="*/ 255729 h 4893730"/>
              <a:gd name="connsiteX640" fmla="*/ 74781 w 8877359"/>
              <a:gd name="connsiteY640" fmla="*/ 305060 h 4893730"/>
              <a:gd name="connsiteX641" fmla="*/ 84723 w 8877359"/>
              <a:gd name="connsiteY641" fmla="*/ 304058 h 4893730"/>
              <a:gd name="connsiteX642" fmla="*/ 93661 w 8877359"/>
              <a:gd name="connsiteY642" fmla="*/ 301284 h 4893730"/>
              <a:gd name="connsiteX643" fmla="*/ 93312 w 8877359"/>
              <a:gd name="connsiteY643" fmla="*/ 304741 h 4893730"/>
              <a:gd name="connsiteX644" fmla="*/ 142644 w 8877359"/>
              <a:gd name="connsiteY644" fmla="*/ 354073 h 4893730"/>
              <a:gd name="connsiteX645" fmla="*/ 8701715 w 8877359"/>
              <a:gd name="connsiteY645" fmla="*/ 619763 h 4893730"/>
              <a:gd name="connsiteX646" fmla="*/ 8740791 w 8877359"/>
              <a:gd name="connsiteY646" fmla="*/ 580687 h 4893730"/>
              <a:gd name="connsiteX647" fmla="*/ 8701715 w 8877359"/>
              <a:gd name="connsiteY647" fmla="*/ 541611 h 4893730"/>
              <a:gd name="connsiteX648" fmla="*/ 8662639 w 8877359"/>
              <a:gd name="connsiteY648" fmla="*/ 580687 h 4893730"/>
              <a:gd name="connsiteX649" fmla="*/ 8701715 w 8877359"/>
              <a:gd name="connsiteY649" fmla="*/ 619763 h 4893730"/>
              <a:gd name="connsiteX650" fmla="*/ 193983 w 8877359"/>
              <a:gd name="connsiteY650" fmla="*/ 619763 h 4893730"/>
              <a:gd name="connsiteX651" fmla="*/ 233059 w 8877359"/>
              <a:gd name="connsiteY651" fmla="*/ 580687 h 4893730"/>
              <a:gd name="connsiteX652" fmla="*/ 193983 w 8877359"/>
              <a:gd name="connsiteY652" fmla="*/ 541611 h 4893730"/>
              <a:gd name="connsiteX653" fmla="*/ 154907 w 8877359"/>
              <a:gd name="connsiteY653" fmla="*/ 580687 h 4893730"/>
              <a:gd name="connsiteX654" fmla="*/ 193983 w 8877359"/>
              <a:gd name="connsiteY654" fmla="*/ 619763 h 4893730"/>
              <a:gd name="connsiteX655" fmla="*/ 8697248 w 8877359"/>
              <a:gd name="connsiteY655" fmla="*/ 1138499 h 4893730"/>
              <a:gd name="connsiteX656" fmla="*/ 8742703 w 8877359"/>
              <a:gd name="connsiteY656" fmla="*/ 1108370 h 4893730"/>
              <a:gd name="connsiteX657" fmla="*/ 8744879 w 8877359"/>
              <a:gd name="connsiteY657" fmla="*/ 1101358 h 4893730"/>
              <a:gd name="connsiteX658" fmla="*/ 8748840 w 8877359"/>
              <a:gd name="connsiteY658" fmla="*/ 1104625 h 4893730"/>
              <a:gd name="connsiteX659" fmla="*/ 8776421 w 8877359"/>
              <a:gd name="connsiteY659" fmla="*/ 1113050 h 4893730"/>
              <a:gd name="connsiteX660" fmla="*/ 8825753 w 8877359"/>
              <a:gd name="connsiteY660" fmla="*/ 1063719 h 4893730"/>
              <a:gd name="connsiteX661" fmla="*/ 8824751 w 8877359"/>
              <a:gd name="connsiteY661" fmla="*/ 1053776 h 4893730"/>
              <a:gd name="connsiteX662" fmla="*/ 8821976 w 8877359"/>
              <a:gd name="connsiteY662" fmla="*/ 1044838 h 4893730"/>
              <a:gd name="connsiteX663" fmla="*/ 8825434 w 8877359"/>
              <a:gd name="connsiteY663" fmla="*/ 1045187 h 4893730"/>
              <a:gd name="connsiteX664" fmla="*/ 8874765 w 8877359"/>
              <a:gd name="connsiteY664" fmla="*/ 995855 h 4893730"/>
              <a:gd name="connsiteX665" fmla="*/ 8860317 w 8877359"/>
              <a:gd name="connsiteY665" fmla="*/ 960972 h 4893730"/>
              <a:gd name="connsiteX666" fmla="*/ 8853473 w 8877359"/>
              <a:gd name="connsiteY666" fmla="*/ 955325 h 4893730"/>
              <a:gd name="connsiteX667" fmla="*/ 8860317 w 8877359"/>
              <a:gd name="connsiteY667" fmla="*/ 949679 h 4893730"/>
              <a:gd name="connsiteX668" fmla="*/ 8874765 w 8877359"/>
              <a:gd name="connsiteY668" fmla="*/ 914796 h 4893730"/>
              <a:gd name="connsiteX669" fmla="*/ 8825434 w 8877359"/>
              <a:gd name="connsiteY669" fmla="*/ 865464 h 4893730"/>
              <a:gd name="connsiteX670" fmla="*/ 8821976 w 8877359"/>
              <a:gd name="connsiteY670" fmla="*/ 865812 h 4893730"/>
              <a:gd name="connsiteX671" fmla="*/ 8824751 w 8877359"/>
              <a:gd name="connsiteY671" fmla="*/ 856874 h 4893730"/>
              <a:gd name="connsiteX672" fmla="*/ 8825753 w 8877359"/>
              <a:gd name="connsiteY672" fmla="*/ 846932 h 4893730"/>
              <a:gd name="connsiteX673" fmla="*/ 8776421 w 8877359"/>
              <a:gd name="connsiteY673" fmla="*/ 797600 h 4893730"/>
              <a:gd name="connsiteX674" fmla="*/ 8748840 w 8877359"/>
              <a:gd name="connsiteY674" fmla="*/ 806025 h 4893730"/>
              <a:gd name="connsiteX675" fmla="*/ 8744879 w 8877359"/>
              <a:gd name="connsiteY675" fmla="*/ 809293 h 4893730"/>
              <a:gd name="connsiteX676" fmla="*/ 8742703 w 8877359"/>
              <a:gd name="connsiteY676" fmla="*/ 802281 h 4893730"/>
              <a:gd name="connsiteX677" fmla="*/ 8697248 w 8877359"/>
              <a:gd name="connsiteY677" fmla="*/ 772151 h 4893730"/>
              <a:gd name="connsiteX678" fmla="*/ 8651793 w 8877359"/>
              <a:gd name="connsiteY678" fmla="*/ 802281 h 4893730"/>
              <a:gd name="connsiteX679" fmla="*/ 8649812 w 8877359"/>
              <a:gd name="connsiteY679" fmla="*/ 808661 h 4893730"/>
              <a:gd name="connsiteX680" fmla="*/ 8646618 w 8877359"/>
              <a:gd name="connsiteY680" fmla="*/ 806025 h 4893730"/>
              <a:gd name="connsiteX681" fmla="*/ 8619037 w 8877359"/>
              <a:gd name="connsiteY681" fmla="*/ 797600 h 4893730"/>
              <a:gd name="connsiteX682" fmla="*/ 8569705 w 8877359"/>
              <a:gd name="connsiteY682" fmla="*/ 846932 h 4893730"/>
              <a:gd name="connsiteX683" fmla="*/ 8571923 w 8877359"/>
              <a:gd name="connsiteY683" fmla="*/ 861602 h 4893730"/>
              <a:gd name="connsiteX684" fmla="*/ 8573970 w 8877359"/>
              <a:gd name="connsiteY684" fmla="*/ 865861 h 4893730"/>
              <a:gd name="connsiteX685" fmla="*/ 8570024 w 8877359"/>
              <a:gd name="connsiteY685" fmla="*/ 865464 h 4893730"/>
              <a:gd name="connsiteX686" fmla="*/ 8520693 w 8877359"/>
              <a:gd name="connsiteY686" fmla="*/ 914796 h 4893730"/>
              <a:gd name="connsiteX687" fmla="*/ 8535141 w 8877359"/>
              <a:gd name="connsiteY687" fmla="*/ 949679 h 4893730"/>
              <a:gd name="connsiteX688" fmla="*/ 8541985 w 8877359"/>
              <a:gd name="connsiteY688" fmla="*/ 955325 h 4893730"/>
              <a:gd name="connsiteX689" fmla="*/ 8535141 w 8877359"/>
              <a:gd name="connsiteY689" fmla="*/ 960972 h 4893730"/>
              <a:gd name="connsiteX690" fmla="*/ 8520693 w 8877359"/>
              <a:gd name="connsiteY690" fmla="*/ 995855 h 4893730"/>
              <a:gd name="connsiteX691" fmla="*/ 8570024 w 8877359"/>
              <a:gd name="connsiteY691" fmla="*/ 1045187 h 4893730"/>
              <a:gd name="connsiteX692" fmla="*/ 8573482 w 8877359"/>
              <a:gd name="connsiteY692" fmla="*/ 1044838 h 4893730"/>
              <a:gd name="connsiteX693" fmla="*/ 8570707 w 8877359"/>
              <a:gd name="connsiteY693" fmla="*/ 1053777 h 4893730"/>
              <a:gd name="connsiteX694" fmla="*/ 8569705 w 8877359"/>
              <a:gd name="connsiteY694" fmla="*/ 1063719 h 4893730"/>
              <a:gd name="connsiteX695" fmla="*/ 8619037 w 8877359"/>
              <a:gd name="connsiteY695" fmla="*/ 1113050 h 4893730"/>
              <a:gd name="connsiteX696" fmla="*/ 8646618 w 8877359"/>
              <a:gd name="connsiteY696" fmla="*/ 1104625 h 4893730"/>
              <a:gd name="connsiteX697" fmla="*/ 8649812 w 8877359"/>
              <a:gd name="connsiteY697" fmla="*/ 1101990 h 4893730"/>
              <a:gd name="connsiteX698" fmla="*/ 8651793 w 8877359"/>
              <a:gd name="connsiteY698" fmla="*/ 1108370 h 4893730"/>
              <a:gd name="connsiteX699" fmla="*/ 8697248 w 8877359"/>
              <a:gd name="connsiteY699" fmla="*/ 1138499 h 4893730"/>
              <a:gd name="connsiteX700" fmla="*/ 189515 w 8877359"/>
              <a:gd name="connsiteY700" fmla="*/ 1138499 h 4893730"/>
              <a:gd name="connsiteX701" fmla="*/ 234970 w 8877359"/>
              <a:gd name="connsiteY701" fmla="*/ 1108370 h 4893730"/>
              <a:gd name="connsiteX702" fmla="*/ 237147 w 8877359"/>
              <a:gd name="connsiteY702" fmla="*/ 1101358 h 4893730"/>
              <a:gd name="connsiteX703" fmla="*/ 241107 w 8877359"/>
              <a:gd name="connsiteY703" fmla="*/ 1104625 h 4893730"/>
              <a:gd name="connsiteX704" fmla="*/ 268689 w 8877359"/>
              <a:gd name="connsiteY704" fmla="*/ 1113050 h 4893730"/>
              <a:gd name="connsiteX705" fmla="*/ 318021 w 8877359"/>
              <a:gd name="connsiteY705" fmla="*/ 1063719 h 4893730"/>
              <a:gd name="connsiteX706" fmla="*/ 317018 w 8877359"/>
              <a:gd name="connsiteY706" fmla="*/ 1053776 h 4893730"/>
              <a:gd name="connsiteX707" fmla="*/ 314244 w 8877359"/>
              <a:gd name="connsiteY707" fmla="*/ 1044838 h 4893730"/>
              <a:gd name="connsiteX708" fmla="*/ 317701 w 8877359"/>
              <a:gd name="connsiteY708" fmla="*/ 1045187 h 4893730"/>
              <a:gd name="connsiteX709" fmla="*/ 367033 w 8877359"/>
              <a:gd name="connsiteY709" fmla="*/ 995855 h 4893730"/>
              <a:gd name="connsiteX710" fmla="*/ 352584 w 8877359"/>
              <a:gd name="connsiteY710" fmla="*/ 960972 h 4893730"/>
              <a:gd name="connsiteX711" fmla="*/ 345740 w 8877359"/>
              <a:gd name="connsiteY711" fmla="*/ 955325 h 4893730"/>
              <a:gd name="connsiteX712" fmla="*/ 352584 w 8877359"/>
              <a:gd name="connsiteY712" fmla="*/ 949679 h 4893730"/>
              <a:gd name="connsiteX713" fmla="*/ 367033 w 8877359"/>
              <a:gd name="connsiteY713" fmla="*/ 914796 h 4893730"/>
              <a:gd name="connsiteX714" fmla="*/ 317701 w 8877359"/>
              <a:gd name="connsiteY714" fmla="*/ 865464 h 4893730"/>
              <a:gd name="connsiteX715" fmla="*/ 314244 w 8877359"/>
              <a:gd name="connsiteY715" fmla="*/ 865812 h 4893730"/>
              <a:gd name="connsiteX716" fmla="*/ 317018 w 8877359"/>
              <a:gd name="connsiteY716" fmla="*/ 856874 h 4893730"/>
              <a:gd name="connsiteX717" fmla="*/ 318021 w 8877359"/>
              <a:gd name="connsiteY717" fmla="*/ 846932 h 4893730"/>
              <a:gd name="connsiteX718" fmla="*/ 268689 w 8877359"/>
              <a:gd name="connsiteY718" fmla="*/ 797600 h 4893730"/>
              <a:gd name="connsiteX719" fmla="*/ 241107 w 8877359"/>
              <a:gd name="connsiteY719" fmla="*/ 806025 h 4893730"/>
              <a:gd name="connsiteX720" fmla="*/ 237147 w 8877359"/>
              <a:gd name="connsiteY720" fmla="*/ 809293 h 4893730"/>
              <a:gd name="connsiteX721" fmla="*/ 234970 w 8877359"/>
              <a:gd name="connsiteY721" fmla="*/ 802281 h 4893730"/>
              <a:gd name="connsiteX722" fmla="*/ 189515 w 8877359"/>
              <a:gd name="connsiteY722" fmla="*/ 772151 h 4893730"/>
              <a:gd name="connsiteX723" fmla="*/ 144060 w 8877359"/>
              <a:gd name="connsiteY723" fmla="*/ 802281 h 4893730"/>
              <a:gd name="connsiteX724" fmla="*/ 142080 w 8877359"/>
              <a:gd name="connsiteY724" fmla="*/ 808661 h 4893730"/>
              <a:gd name="connsiteX725" fmla="*/ 138886 w 8877359"/>
              <a:gd name="connsiteY725" fmla="*/ 806025 h 4893730"/>
              <a:gd name="connsiteX726" fmla="*/ 111304 w 8877359"/>
              <a:gd name="connsiteY726" fmla="*/ 797600 h 4893730"/>
              <a:gd name="connsiteX727" fmla="*/ 61972 w 8877359"/>
              <a:gd name="connsiteY727" fmla="*/ 846932 h 4893730"/>
              <a:gd name="connsiteX728" fmla="*/ 64190 w 8877359"/>
              <a:gd name="connsiteY728" fmla="*/ 861602 h 4893730"/>
              <a:gd name="connsiteX729" fmla="*/ 66238 w 8877359"/>
              <a:gd name="connsiteY729" fmla="*/ 865861 h 4893730"/>
              <a:gd name="connsiteX730" fmla="*/ 62292 w 8877359"/>
              <a:gd name="connsiteY730" fmla="*/ 865464 h 4893730"/>
              <a:gd name="connsiteX731" fmla="*/ 12960 w 8877359"/>
              <a:gd name="connsiteY731" fmla="*/ 914796 h 4893730"/>
              <a:gd name="connsiteX732" fmla="*/ 27409 w 8877359"/>
              <a:gd name="connsiteY732" fmla="*/ 949679 h 4893730"/>
              <a:gd name="connsiteX733" fmla="*/ 34253 w 8877359"/>
              <a:gd name="connsiteY733" fmla="*/ 955325 h 4893730"/>
              <a:gd name="connsiteX734" fmla="*/ 27409 w 8877359"/>
              <a:gd name="connsiteY734" fmla="*/ 960972 h 4893730"/>
              <a:gd name="connsiteX735" fmla="*/ 12960 w 8877359"/>
              <a:gd name="connsiteY735" fmla="*/ 995855 h 4893730"/>
              <a:gd name="connsiteX736" fmla="*/ 62292 w 8877359"/>
              <a:gd name="connsiteY736" fmla="*/ 1045187 h 4893730"/>
              <a:gd name="connsiteX737" fmla="*/ 65749 w 8877359"/>
              <a:gd name="connsiteY737" fmla="*/ 1044838 h 4893730"/>
              <a:gd name="connsiteX738" fmla="*/ 62975 w 8877359"/>
              <a:gd name="connsiteY738" fmla="*/ 1053777 h 4893730"/>
              <a:gd name="connsiteX739" fmla="*/ 61972 w 8877359"/>
              <a:gd name="connsiteY739" fmla="*/ 1063719 h 4893730"/>
              <a:gd name="connsiteX740" fmla="*/ 111304 w 8877359"/>
              <a:gd name="connsiteY740" fmla="*/ 1113050 h 4893730"/>
              <a:gd name="connsiteX741" fmla="*/ 138886 w 8877359"/>
              <a:gd name="connsiteY741" fmla="*/ 1104625 h 4893730"/>
              <a:gd name="connsiteX742" fmla="*/ 142080 w 8877359"/>
              <a:gd name="connsiteY742" fmla="*/ 1101990 h 4893730"/>
              <a:gd name="connsiteX743" fmla="*/ 144060 w 8877359"/>
              <a:gd name="connsiteY743" fmla="*/ 1108370 h 4893730"/>
              <a:gd name="connsiteX744" fmla="*/ 189515 w 8877359"/>
              <a:gd name="connsiteY744" fmla="*/ 1138499 h 4893730"/>
              <a:gd name="connsiteX745" fmla="*/ 8701715 w 8877359"/>
              <a:gd name="connsiteY745" fmla="*/ 1369042 h 4893730"/>
              <a:gd name="connsiteX746" fmla="*/ 8740791 w 8877359"/>
              <a:gd name="connsiteY746" fmla="*/ 1329966 h 4893730"/>
              <a:gd name="connsiteX747" fmla="*/ 8701715 w 8877359"/>
              <a:gd name="connsiteY747" fmla="*/ 1290890 h 4893730"/>
              <a:gd name="connsiteX748" fmla="*/ 8662639 w 8877359"/>
              <a:gd name="connsiteY748" fmla="*/ 1329966 h 4893730"/>
              <a:gd name="connsiteX749" fmla="*/ 8701715 w 8877359"/>
              <a:gd name="connsiteY749" fmla="*/ 1369042 h 4893730"/>
              <a:gd name="connsiteX750" fmla="*/ 193983 w 8877359"/>
              <a:gd name="connsiteY750" fmla="*/ 1369042 h 4893730"/>
              <a:gd name="connsiteX751" fmla="*/ 233059 w 8877359"/>
              <a:gd name="connsiteY751" fmla="*/ 1329966 h 4893730"/>
              <a:gd name="connsiteX752" fmla="*/ 193983 w 8877359"/>
              <a:gd name="connsiteY752" fmla="*/ 1290890 h 4893730"/>
              <a:gd name="connsiteX753" fmla="*/ 154907 w 8877359"/>
              <a:gd name="connsiteY753" fmla="*/ 1329966 h 4893730"/>
              <a:gd name="connsiteX754" fmla="*/ 193983 w 8877359"/>
              <a:gd name="connsiteY754" fmla="*/ 1369042 h 4893730"/>
              <a:gd name="connsiteX755" fmla="*/ 8697248 w 8877359"/>
              <a:gd name="connsiteY755" fmla="*/ 1887779 h 4893730"/>
              <a:gd name="connsiteX756" fmla="*/ 8742703 w 8877359"/>
              <a:gd name="connsiteY756" fmla="*/ 1857650 h 4893730"/>
              <a:gd name="connsiteX757" fmla="*/ 8744879 w 8877359"/>
              <a:gd name="connsiteY757" fmla="*/ 1850638 h 4893730"/>
              <a:gd name="connsiteX758" fmla="*/ 8748840 w 8877359"/>
              <a:gd name="connsiteY758" fmla="*/ 1853905 h 4893730"/>
              <a:gd name="connsiteX759" fmla="*/ 8776421 w 8877359"/>
              <a:gd name="connsiteY759" fmla="*/ 1862330 h 4893730"/>
              <a:gd name="connsiteX760" fmla="*/ 8825753 w 8877359"/>
              <a:gd name="connsiteY760" fmla="*/ 1812999 h 4893730"/>
              <a:gd name="connsiteX761" fmla="*/ 8824751 w 8877359"/>
              <a:gd name="connsiteY761" fmla="*/ 1803056 h 4893730"/>
              <a:gd name="connsiteX762" fmla="*/ 8821976 w 8877359"/>
              <a:gd name="connsiteY762" fmla="*/ 1794118 h 4893730"/>
              <a:gd name="connsiteX763" fmla="*/ 8825434 w 8877359"/>
              <a:gd name="connsiteY763" fmla="*/ 1794467 h 4893730"/>
              <a:gd name="connsiteX764" fmla="*/ 8874765 w 8877359"/>
              <a:gd name="connsiteY764" fmla="*/ 1745135 h 4893730"/>
              <a:gd name="connsiteX765" fmla="*/ 8860317 w 8877359"/>
              <a:gd name="connsiteY765" fmla="*/ 1710252 h 4893730"/>
              <a:gd name="connsiteX766" fmla="*/ 8853473 w 8877359"/>
              <a:gd name="connsiteY766" fmla="*/ 1704605 h 4893730"/>
              <a:gd name="connsiteX767" fmla="*/ 8860317 w 8877359"/>
              <a:gd name="connsiteY767" fmla="*/ 1698959 h 4893730"/>
              <a:gd name="connsiteX768" fmla="*/ 8874765 w 8877359"/>
              <a:gd name="connsiteY768" fmla="*/ 1664076 h 4893730"/>
              <a:gd name="connsiteX769" fmla="*/ 8825434 w 8877359"/>
              <a:gd name="connsiteY769" fmla="*/ 1614744 h 4893730"/>
              <a:gd name="connsiteX770" fmla="*/ 8821976 w 8877359"/>
              <a:gd name="connsiteY770" fmla="*/ 1615092 h 4893730"/>
              <a:gd name="connsiteX771" fmla="*/ 8824751 w 8877359"/>
              <a:gd name="connsiteY771" fmla="*/ 1606154 h 4893730"/>
              <a:gd name="connsiteX772" fmla="*/ 8825753 w 8877359"/>
              <a:gd name="connsiteY772" fmla="*/ 1596212 h 4893730"/>
              <a:gd name="connsiteX773" fmla="*/ 8776421 w 8877359"/>
              <a:gd name="connsiteY773" fmla="*/ 1546880 h 4893730"/>
              <a:gd name="connsiteX774" fmla="*/ 8748840 w 8877359"/>
              <a:gd name="connsiteY774" fmla="*/ 1555305 h 4893730"/>
              <a:gd name="connsiteX775" fmla="*/ 8744879 w 8877359"/>
              <a:gd name="connsiteY775" fmla="*/ 1558573 h 4893730"/>
              <a:gd name="connsiteX776" fmla="*/ 8742703 w 8877359"/>
              <a:gd name="connsiteY776" fmla="*/ 1551561 h 4893730"/>
              <a:gd name="connsiteX777" fmla="*/ 8697248 w 8877359"/>
              <a:gd name="connsiteY777" fmla="*/ 1521431 h 4893730"/>
              <a:gd name="connsiteX778" fmla="*/ 8651793 w 8877359"/>
              <a:gd name="connsiteY778" fmla="*/ 1551561 h 4893730"/>
              <a:gd name="connsiteX779" fmla="*/ 8649812 w 8877359"/>
              <a:gd name="connsiteY779" fmla="*/ 1557941 h 4893730"/>
              <a:gd name="connsiteX780" fmla="*/ 8646618 w 8877359"/>
              <a:gd name="connsiteY780" fmla="*/ 1555305 h 4893730"/>
              <a:gd name="connsiteX781" fmla="*/ 8619037 w 8877359"/>
              <a:gd name="connsiteY781" fmla="*/ 1546880 h 4893730"/>
              <a:gd name="connsiteX782" fmla="*/ 8569705 w 8877359"/>
              <a:gd name="connsiteY782" fmla="*/ 1596212 h 4893730"/>
              <a:gd name="connsiteX783" fmla="*/ 8571923 w 8877359"/>
              <a:gd name="connsiteY783" fmla="*/ 1610882 h 4893730"/>
              <a:gd name="connsiteX784" fmla="*/ 8573970 w 8877359"/>
              <a:gd name="connsiteY784" fmla="*/ 1615141 h 4893730"/>
              <a:gd name="connsiteX785" fmla="*/ 8570024 w 8877359"/>
              <a:gd name="connsiteY785" fmla="*/ 1614744 h 4893730"/>
              <a:gd name="connsiteX786" fmla="*/ 8520693 w 8877359"/>
              <a:gd name="connsiteY786" fmla="*/ 1664076 h 4893730"/>
              <a:gd name="connsiteX787" fmla="*/ 8535141 w 8877359"/>
              <a:gd name="connsiteY787" fmla="*/ 1698959 h 4893730"/>
              <a:gd name="connsiteX788" fmla="*/ 8541985 w 8877359"/>
              <a:gd name="connsiteY788" fmla="*/ 1704605 h 4893730"/>
              <a:gd name="connsiteX789" fmla="*/ 8535141 w 8877359"/>
              <a:gd name="connsiteY789" fmla="*/ 1710252 h 4893730"/>
              <a:gd name="connsiteX790" fmla="*/ 8520693 w 8877359"/>
              <a:gd name="connsiteY790" fmla="*/ 1745135 h 4893730"/>
              <a:gd name="connsiteX791" fmla="*/ 8570024 w 8877359"/>
              <a:gd name="connsiteY791" fmla="*/ 1794467 h 4893730"/>
              <a:gd name="connsiteX792" fmla="*/ 8573482 w 8877359"/>
              <a:gd name="connsiteY792" fmla="*/ 1794118 h 4893730"/>
              <a:gd name="connsiteX793" fmla="*/ 8570707 w 8877359"/>
              <a:gd name="connsiteY793" fmla="*/ 1803057 h 4893730"/>
              <a:gd name="connsiteX794" fmla="*/ 8569705 w 8877359"/>
              <a:gd name="connsiteY794" fmla="*/ 1812999 h 4893730"/>
              <a:gd name="connsiteX795" fmla="*/ 8619037 w 8877359"/>
              <a:gd name="connsiteY795" fmla="*/ 1862330 h 4893730"/>
              <a:gd name="connsiteX796" fmla="*/ 8646618 w 8877359"/>
              <a:gd name="connsiteY796" fmla="*/ 1853905 h 4893730"/>
              <a:gd name="connsiteX797" fmla="*/ 8649812 w 8877359"/>
              <a:gd name="connsiteY797" fmla="*/ 1851270 h 4893730"/>
              <a:gd name="connsiteX798" fmla="*/ 8651793 w 8877359"/>
              <a:gd name="connsiteY798" fmla="*/ 1857650 h 4893730"/>
              <a:gd name="connsiteX799" fmla="*/ 8697248 w 8877359"/>
              <a:gd name="connsiteY799" fmla="*/ 1887779 h 4893730"/>
              <a:gd name="connsiteX800" fmla="*/ 189515 w 8877359"/>
              <a:gd name="connsiteY800" fmla="*/ 1887779 h 4893730"/>
              <a:gd name="connsiteX801" fmla="*/ 234970 w 8877359"/>
              <a:gd name="connsiteY801" fmla="*/ 1857650 h 4893730"/>
              <a:gd name="connsiteX802" fmla="*/ 237147 w 8877359"/>
              <a:gd name="connsiteY802" fmla="*/ 1850638 h 4893730"/>
              <a:gd name="connsiteX803" fmla="*/ 241107 w 8877359"/>
              <a:gd name="connsiteY803" fmla="*/ 1853905 h 4893730"/>
              <a:gd name="connsiteX804" fmla="*/ 268689 w 8877359"/>
              <a:gd name="connsiteY804" fmla="*/ 1862330 h 4893730"/>
              <a:gd name="connsiteX805" fmla="*/ 318021 w 8877359"/>
              <a:gd name="connsiteY805" fmla="*/ 1812999 h 4893730"/>
              <a:gd name="connsiteX806" fmla="*/ 317019 w 8877359"/>
              <a:gd name="connsiteY806" fmla="*/ 1803056 h 4893730"/>
              <a:gd name="connsiteX807" fmla="*/ 314244 w 8877359"/>
              <a:gd name="connsiteY807" fmla="*/ 1794118 h 4893730"/>
              <a:gd name="connsiteX808" fmla="*/ 317702 w 8877359"/>
              <a:gd name="connsiteY808" fmla="*/ 1794467 h 4893730"/>
              <a:gd name="connsiteX809" fmla="*/ 367033 w 8877359"/>
              <a:gd name="connsiteY809" fmla="*/ 1745135 h 4893730"/>
              <a:gd name="connsiteX810" fmla="*/ 352584 w 8877359"/>
              <a:gd name="connsiteY810" fmla="*/ 1710252 h 4893730"/>
              <a:gd name="connsiteX811" fmla="*/ 345740 w 8877359"/>
              <a:gd name="connsiteY811" fmla="*/ 1704605 h 4893730"/>
              <a:gd name="connsiteX812" fmla="*/ 352584 w 8877359"/>
              <a:gd name="connsiteY812" fmla="*/ 1698959 h 4893730"/>
              <a:gd name="connsiteX813" fmla="*/ 367033 w 8877359"/>
              <a:gd name="connsiteY813" fmla="*/ 1664076 h 4893730"/>
              <a:gd name="connsiteX814" fmla="*/ 317702 w 8877359"/>
              <a:gd name="connsiteY814" fmla="*/ 1614744 h 4893730"/>
              <a:gd name="connsiteX815" fmla="*/ 314244 w 8877359"/>
              <a:gd name="connsiteY815" fmla="*/ 1615092 h 4893730"/>
              <a:gd name="connsiteX816" fmla="*/ 317019 w 8877359"/>
              <a:gd name="connsiteY816" fmla="*/ 1606154 h 4893730"/>
              <a:gd name="connsiteX817" fmla="*/ 318021 w 8877359"/>
              <a:gd name="connsiteY817" fmla="*/ 1596212 h 4893730"/>
              <a:gd name="connsiteX818" fmla="*/ 268689 w 8877359"/>
              <a:gd name="connsiteY818" fmla="*/ 1546880 h 4893730"/>
              <a:gd name="connsiteX819" fmla="*/ 241107 w 8877359"/>
              <a:gd name="connsiteY819" fmla="*/ 1555305 h 4893730"/>
              <a:gd name="connsiteX820" fmla="*/ 237147 w 8877359"/>
              <a:gd name="connsiteY820" fmla="*/ 1558573 h 4893730"/>
              <a:gd name="connsiteX821" fmla="*/ 234970 w 8877359"/>
              <a:gd name="connsiteY821" fmla="*/ 1551561 h 4893730"/>
              <a:gd name="connsiteX822" fmla="*/ 189515 w 8877359"/>
              <a:gd name="connsiteY822" fmla="*/ 1521431 h 4893730"/>
              <a:gd name="connsiteX823" fmla="*/ 144061 w 8877359"/>
              <a:gd name="connsiteY823" fmla="*/ 1551561 h 4893730"/>
              <a:gd name="connsiteX824" fmla="*/ 142080 w 8877359"/>
              <a:gd name="connsiteY824" fmla="*/ 1557941 h 4893730"/>
              <a:gd name="connsiteX825" fmla="*/ 138886 w 8877359"/>
              <a:gd name="connsiteY825" fmla="*/ 1555305 h 4893730"/>
              <a:gd name="connsiteX826" fmla="*/ 111304 w 8877359"/>
              <a:gd name="connsiteY826" fmla="*/ 1546880 h 4893730"/>
              <a:gd name="connsiteX827" fmla="*/ 61973 w 8877359"/>
              <a:gd name="connsiteY827" fmla="*/ 1596212 h 4893730"/>
              <a:gd name="connsiteX828" fmla="*/ 64191 w 8877359"/>
              <a:gd name="connsiteY828" fmla="*/ 1610882 h 4893730"/>
              <a:gd name="connsiteX829" fmla="*/ 66238 w 8877359"/>
              <a:gd name="connsiteY829" fmla="*/ 1615141 h 4893730"/>
              <a:gd name="connsiteX830" fmla="*/ 62292 w 8877359"/>
              <a:gd name="connsiteY830" fmla="*/ 1614744 h 4893730"/>
              <a:gd name="connsiteX831" fmla="*/ 12960 w 8877359"/>
              <a:gd name="connsiteY831" fmla="*/ 1664076 h 4893730"/>
              <a:gd name="connsiteX832" fmla="*/ 27409 w 8877359"/>
              <a:gd name="connsiteY832" fmla="*/ 1698959 h 4893730"/>
              <a:gd name="connsiteX833" fmla="*/ 34253 w 8877359"/>
              <a:gd name="connsiteY833" fmla="*/ 1704605 h 4893730"/>
              <a:gd name="connsiteX834" fmla="*/ 27409 w 8877359"/>
              <a:gd name="connsiteY834" fmla="*/ 1710252 h 4893730"/>
              <a:gd name="connsiteX835" fmla="*/ 12960 w 8877359"/>
              <a:gd name="connsiteY835" fmla="*/ 1745135 h 4893730"/>
              <a:gd name="connsiteX836" fmla="*/ 62292 w 8877359"/>
              <a:gd name="connsiteY836" fmla="*/ 1794467 h 4893730"/>
              <a:gd name="connsiteX837" fmla="*/ 65749 w 8877359"/>
              <a:gd name="connsiteY837" fmla="*/ 1794118 h 4893730"/>
              <a:gd name="connsiteX838" fmla="*/ 62975 w 8877359"/>
              <a:gd name="connsiteY838" fmla="*/ 1803057 h 4893730"/>
              <a:gd name="connsiteX839" fmla="*/ 61973 w 8877359"/>
              <a:gd name="connsiteY839" fmla="*/ 1812999 h 4893730"/>
              <a:gd name="connsiteX840" fmla="*/ 111304 w 8877359"/>
              <a:gd name="connsiteY840" fmla="*/ 1862330 h 4893730"/>
              <a:gd name="connsiteX841" fmla="*/ 138886 w 8877359"/>
              <a:gd name="connsiteY841" fmla="*/ 1853905 h 4893730"/>
              <a:gd name="connsiteX842" fmla="*/ 142080 w 8877359"/>
              <a:gd name="connsiteY842" fmla="*/ 1851270 h 4893730"/>
              <a:gd name="connsiteX843" fmla="*/ 144061 w 8877359"/>
              <a:gd name="connsiteY843" fmla="*/ 1857650 h 4893730"/>
              <a:gd name="connsiteX844" fmla="*/ 189515 w 8877359"/>
              <a:gd name="connsiteY844" fmla="*/ 1887779 h 4893730"/>
              <a:gd name="connsiteX845" fmla="*/ 8701715 w 8877359"/>
              <a:gd name="connsiteY845" fmla="*/ 2118321 h 4893730"/>
              <a:gd name="connsiteX846" fmla="*/ 8740791 w 8877359"/>
              <a:gd name="connsiteY846" fmla="*/ 2079245 h 4893730"/>
              <a:gd name="connsiteX847" fmla="*/ 8701715 w 8877359"/>
              <a:gd name="connsiteY847" fmla="*/ 2040169 h 4893730"/>
              <a:gd name="connsiteX848" fmla="*/ 8662639 w 8877359"/>
              <a:gd name="connsiteY848" fmla="*/ 2079245 h 4893730"/>
              <a:gd name="connsiteX849" fmla="*/ 8701715 w 8877359"/>
              <a:gd name="connsiteY849" fmla="*/ 2118321 h 4893730"/>
              <a:gd name="connsiteX850" fmla="*/ 193983 w 8877359"/>
              <a:gd name="connsiteY850" fmla="*/ 2118321 h 4893730"/>
              <a:gd name="connsiteX851" fmla="*/ 233059 w 8877359"/>
              <a:gd name="connsiteY851" fmla="*/ 2079245 h 4893730"/>
              <a:gd name="connsiteX852" fmla="*/ 193983 w 8877359"/>
              <a:gd name="connsiteY852" fmla="*/ 2040169 h 4893730"/>
              <a:gd name="connsiteX853" fmla="*/ 154907 w 8877359"/>
              <a:gd name="connsiteY853" fmla="*/ 2079245 h 4893730"/>
              <a:gd name="connsiteX854" fmla="*/ 193983 w 8877359"/>
              <a:gd name="connsiteY854" fmla="*/ 2118321 h 4893730"/>
              <a:gd name="connsiteX855" fmla="*/ 8697248 w 8877359"/>
              <a:gd name="connsiteY855" fmla="*/ 2637058 h 4893730"/>
              <a:gd name="connsiteX856" fmla="*/ 8742703 w 8877359"/>
              <a:gd name="connsiteY856" fmla="*/ 2606929 h 4893730"/>
              <a:gd name="connsiteX857" fmla="*/ 8744879 w 8877359"/>
              <a:gd name="connsiteY857" fmla="*/ 2599917 h 4893730"/>
              <a:gd name="connsiteX858" fmla="*/ 8748840 w 8877359"/>
              <a:gd name="connsiteY858" fmla="*/ 2603184 h 4893730"/>
              <a:gd name="connsiteX859" fmla="*/ 8776421 w 8877359"/>
              <a:gd name="connsiteY859" fmla="*/ 2611609 h 4893730"/>
              <a:gd name="connsiteX860" fmla="*/ 8825753 w 8877359"/>
              <a:gd name="connsiteY860" fmla="*/ 2562278 h 4893730"/>
              <a:gd name="connsiteX861" fmla="*/ 8824751 w 8877359"/>
              <a:gd name="connsiteY861" fmla="*/ 2552335 h 4893730"/>
              <a:gd name="connsiteX862" fmla="*/ 8821976 w 8877359"/>
              <a:gd name="connsiteY862" fmla="*/ 2543397 h 4893730"/>
              <a:gd name="connsiteX863" fmla="*/ 8825434 w 8877359"/>
              <a:gd name="connsiteY863" fmla="*/ 2543746 h 4893730"/>
              <a:gd name="connsiteX864" fmla="*/ 8874765 w 8877359"/>
              <a:gd name="connsiteY864" fmla="*/ 2494414 h 4893730"/>
              <a:gd name="connsiteX865" fmla="*/ 8860317 w 8877359"/>
              <a:gd name="connsiteY865" fmla="*/ 2459531 h 4893730"/>
              <a:gd name="connsiteX866" fmla="*/ 8853473 w 8877359"/>
              <a:gd name="connsiteY866" fmla="*/ 2453884 h 4893730"/>
              <a:gd name="connsiteX867" fmla="*/ 8860317 w 8877359"/>
              <a:gd name="connsiteY867" fmla="*/ 2448238 h 4893730"/>
              <a:gd name="connsiteX868" fmla="*/ 8874765 w 8877359"/>
              <a:gd name="connsiteY868" fmla="*/ 2413355 h 4893730"/>
              <a:gd name="connsiteX869" fmla="*/ 8825434 w 8877359"/>
              <a:gd name="connsiteY869" fmla="*/ 2364023 h 4893730"/>
              <a:gd name="connsiteX870" fmla="*/ 8821976 w 8877359"/>
              <a:gd name="connsiteY870" fmla="*/ 2364371 h 4893730"/>
              <a:gd name="connsiteX871" fmla="*/ 8824751 w 8877359"/>
              <a:gd name="connsiteY871" fmla="*/ 2355433 h 4893730"/>
              <a:gd name="connsiteX872" fmla="*/ 8825753 w 8877359"/>
              <a:gd name="connsiteY872" fmla="*/ 2345491 h 4893730"/>
              <a:gd name="connsiteX873" fmla="*/ 8776421 w 8877359"/>
              <a:gd name="connsiteY873" fmla="*/ 2296159 h 4893730"/>
              <a:gd name="connsiteX874" fmla="*/ 8748840 w 8877359"/>
              <a:gd name="connsiteY874" fmla="*/ 2304584 h 4893730"/>
              <a:gd name="connsiteX875" fmla="*/ 8744879 w 8877359"/>
              <a:gd name="connsiteY875" fmla="*/ 2307852 h 4893730"/>
              <a:gd name="connsiteX876" fmla="*/ 8742703 w 8877359"/>
              <a:gd name="connsiteY876" fmla="*/ 2300840 h 4893730"/>
              <a:gd name="connsiteX877" fmla="*/ 8697248 w 8877359"/>
              <a:gd name="connsiteY877" fmla="*/ 2270710 h 4893730"/>
              <a:gd name="connsiteX878" fmla="*/ 8651793 w 8877359"/>
              <a:gd name="connsiteY878" fmla="*/ 2300840 h 4893730"/>
              <a:gd name="connsiteX879" fmla="*/ 8649812 w 8877359"/>
              <a:gd name="connsiteY879" fmla="*/ 2307220 h 4893730"/>
              <a:gd name="connsiteX880" fmla="*/ 8646618 w 8877359"/>
              <a:gd name="connsiteY880" fmla="*/ 2304584 h 4893730"/>
              <a:gd name="connsiteX881" fmla="*/ 8619037 w 8877359"/>
              <a:gd name="connsiteY881" fmla="*/ 2296159 h 4893730"/>
              <a:gd name="connsiteX882" fmla="*/ 8569705 w 8877359"/>
              <a:gd name="connsiteY882" fmla="*/ 2345491 h 4893730"/>
              <a:gd name="connsiteX883" fmla="*/ 8571923 w 8877359"/>
              <a:gd name="connsiteY883" fmla="*/ 2360161 h 4893730"/>
              <a:gd name="connsiteX884" fmla="*/ 8573970 w 8877359"/>
              <a:gd name="connsiteY884" fmla="*/ 2364420 h 4893730"/>
              <a:gd name="connsiteX885" fmla="*/ 8570024 w 8877359"/>
              <a:gd name="connsiteY885" fmla="*/ 2364023 h 4893730"/>
              <a:gd name="connsiteX886" fmla="*/ 8520693 w 8877359"/>
              <a:gd name="connsiteY886" fmla="*/ 2413355 h 4893730"/>
              <a:gd name="connsiteX887" fmla="*/ 8535141 w 8877359"/>
              <a:gd name="connsiteY887" fmla="*/ 2448238 h 4893730"/>
              <a:gd name="connsiteX888" fmla="*/ 8541985 w 8877359"/>
              <a:gd name="connsiteY888" fmla="*/ 2453884 h 4893730"/>
              <a:gd name="connsiteX889" fmla="*/ 8535141 w 8877359"/>
              <a:gd name="connsiteY889" fmla="*/ 2459531 h 4893730"/>
              <a:gd name="connsiteX890" fmla="*/ 8520693 w 8877359"/>
              <a:gd name="connsiteY890" fmla="*/ 2494414 h 4893730"/>
              <a:gd name="connsiteX891" fmla="*/ 8570024 w 8877359"/>
              <a:gd name="connsiteY891" fmla="*/ 2543746 h 4893730"/>
              <a:gd name="connsiteX892" fmla="*/ 8573482 w 8877359"/>
              <a:gd name="connsiteY892" fmla="*/ 2543397 h 4893730"/>
              <a:gd name="connsiteX893" fmla="*/ 8570707 w 8877359"/>
              <a:gd name="connsiteY893" fmla="*/ 2552336 h 4893730"/>
              <a:gd name="connsiteX894" fmla="*/ 8569705 w 8877359"/>
              <a:gd name="connsiteY894" fmla="*/ 2562278 h 4893730"/>
              <a:gd name="connsiteX895" fmla="*/ 8619037 w 8877359"/>
              <a:gd name="connsiteY895" fmla="*/ 2611609 h 4893730"/>
              <a:gd name="connsiteX896" fmla="*/ 8646618 w 8877359"/>
              <a:gd name="connsiteY896" fmla="*/ 2603184 h 4893730"/>
              <a:gd name="connsiteX897" fmla="*/ 8649812 w 8877359"/>
              <a:gd name="connsiteY897" fmla="*/ 2600549 h 4893730"/>
              <a:gd name="connsiteX898" fmla="*/ 8651793 w 8877359"/>
              <a:gd name="connsiteY898" fmla="*/ 2606929 h 4893730"/>
              <a:gd name="connsiteX899" fmla="*/ 8697248 w 8877359"/>
              <a:gd name="connsiteY899" fmla="*/ 2637058 h 4893730"/>
              <a:gd name="connsiteX900" fmla="*/ 189516 w 8877359"/>
              <a:gd name="connsiteY900" fmla="*/ 2637058 h 4893730"/>
              <a:gd name="connsiteX901" fmla="*/ 234971 w 8877359"/>
              <a:gd name="connsiteY901" fmla="*/ 2606929 h 4893730"/>
              <a:gd name="connsiteX902" fmla="*/ 237147 w 8877359"/>
              <a:gd name="connsiteY902" fmla="*/ 2599917 h 4893730"/>
              <a:gd name="connsiteX903" fmla="*/ 241108 w 8877359"/>
              <a:gd name="connsiteY903" fmla="*/ 2603184 h 4893730"/>
              <a:gd name="connsiteX904" fmla="*/ 268689 w 8877359"/>
              <a:gd name="connsiteY904" fmla="*/ 2611609 h 4893730"/>
              <a:gd name="connsiteX905" fmla="*/ 318021 w 8877359"/>
              <a:gd name="connsiteY905" fmla="*/ 2562278 h 4893730"/>
              <a:gd name="connsiteX906" fmla="*/ 317019 w 8877359"/>
              <a:gd name="connsiteY906" fmla="*/ 2552335 h 4893730"/>
              <a:gd name="connsiteX907" fmla="*/ 314244 w 8877359"/>
              <a:gd name="connsiteY907" fmla="*/ 2543397 h 4893730"/>
              <a:gd name="connsiteX908" fmla="*/ 317702 w 8877359"/>
              <a:gd name="connsiteY908" fmla="*/ 2543746 h 4893730"/>
              <a:gd name="connsiteX909" fmla="*/ 367033 w 8877359"/>
              <a:gd name="connsiteY909" fmla="*/ 2494414 h 4893730"/>
              <a:gd name="connsiteX910" fmla="*/ 352585 w 8877359"/>
              <a:gd name="connsiteY910" fmla="*/ 2459531 h 4893730"/>
              <a:gd name="connsiteX911" fmla="*/ 345741 w 8877359"/>
              <a:gd name="connsiteY911" fmla="*/ 2453884 h 4893730"/>
              <a:gd name="connsiteX912" fmla="*/ 352585 w 8877359"/>
              <a:gd name="connsiteY912" fmla="*/ 2448238 h 4893730"/>
              <a:gd name="connsiteX913" fmla="*/ 367033 w 8877359"/>
              <a:gd name="connsiteY913" fmla="*/ 2413355 h 4893730"/>
              <a:gd name="connsiteX914" fmla="*/ 317702 w 8877359"/>
              <a:gd name="connsiteY914" fmla="*/ 2364023 h 4893730"/>
              <a:gd name="connsiteX915" fmla="*/ 314244 w 8877359"/>
              <a:gd name="connsiteY915" fmla="*/ 2364371 h 4893730"/>
              <a:gd name="connsiteX916" fmla="*/ 317019 w 8877359"/>
              <a:gd name="connsiteY916" fmla="*/ 2355433 h 4893730"/>
              <a:gd name="connsiteX917" fmla="*/ 318021 w 8877359"/>
              <a:gd name="connsiteY917" fmla="*/ 2345491 h 4893730"/>
              <a:gd name="connsiteX918" fmla="*/ 268689 w 8877359"/>
              <a:gd name="connsiteY918" fmla="*/ 2296159 h 4893730"/>
              <a:gd name="connsiteX919" fmla="*/ 241108 w 8877359"/>
              <a:gd name="connsiteY919" fmla="*/ 2304584 h 4893730"/>
              <a:gd name="connsiteX920" fmla="*/ 237147 w 8877359"/>
              <a:gd name="connsiteY920" fmla="*/ 2307852 h 4893730"/>
              <a:gd name="connsiteX921" fmla="*/ 234971 w 8877359"/>
              <a:gd name="connsiteY921" fmla="*/ 2300840 h 4893730"/>
              <a:gd name="connsiteX922" fmla="*/ 189516 w 8877359"/>
              <a:gd name="connsiteY922" fmla="*/ 2270710 h 4893730"/>
              <a:gd name="connsiteX923" fmla="*/ 144061 w 8877359"/>
              <a:gd name="connsiteY923" fmla="*/ 2300840 h 4893730"/>
              <a:gd name="connsiteX924" fmla="*/ 142080 w 8877359"/>
              <a:gd name="connsiteY924" fmla="*/ 2307220 h 4893730"/>
              <a:gd name="connsiteX925" fmla="*/ 138886 w 8877359"/>
              <a:gd name="connsiteY925" fmla="*/ 2304584 h 4893730"/>
              <a:gd name="connsiteX926" fmla="*/ 111305 w 8877359"/>
              <a:gd name="connsiteY926" fmla="*/ 2296159 h 4893730"/>
              <a:gd name="connsiteX927" fmla="*/ 61973 w 8877359"/>
              <a:gd name="connsiteY927" fmla="*/ 2345491 h 4893730"/>
              <a:gd name="connsiteX928" fmla="*/ 64191 w 8877359"/>
              <a:gd name="connsiteY928" fmla="*/ 2360161 h 4893730"/>
              <a:gd name="connsiteX929" fmla="*/ 66238 w 8877359"/>
              <a:gd name="connsiteY929" fmla="*/ 2364420 h 4893730"/>
              <a:gd name="connsiteX930" fmla="*/ 62292 w 8877359"/>
              <a:gd name="connsiteY930" fmla="*/ 2364023 h 4893730"/>
              <a:gd name="connsiteX931" fmla="*/ 12961 w 8877359"/>
              <a:gd name="connsiteY931" fmla="*/ 2413355 h 4893730"/>
              <a:gd name="connsiteX932" fmla="*/ 27410 w 8877359"/>
              <a:gd name="connsiteY932" fmla="*/ 2448238 h 4893730"/>
              <a:gd name="connsiteX933" fmla="*/ 34253 w 8877359"/>
              <a:gd name="connsiteY933" fmla="*/ 2453884 h 4893730"/>
              <a:gd name="connsiteX934" fmla="*/ 27410 w 8877359"/>
              <a:gd name="connsiteY934" fmla="*/ 2459531 h 4893730"/>
              <a:gd name="connsiteX935" fmla="*/ 12961 w 8877359"/>
              <a:gd name="connsiteY935" fmla="*/ 2494414 h 4893730"/>
              <a:gd name="connsiteX936" fmla="*/ 62292 w 8877359"/>
              <a:gd name="connsiteY936" fmla="*/ 2543746 h 4893730"/>
              <a:gd name="connsiteX937" fmla="*/ 65750 w 8877359"/>
              <a:gd name="connsiteY937" fmla="*/ 2543397 h 4893730"/>
              <a:gd name="connsiteX938" fmla="*/ 62975 w 8877359"/>
              <a:gd name="connsiteY938" fmla="*/ 2552336 h 4893730"/>
              <a:gd name="connsiteX939" fmla="*/ 61973 w 8877359"/>
              <a:gd name="connsiteY939" fmla="*/ 2562278 h 4893730"/>
              <a:gd name="connsiteX940" fmla="*/ 111305 w 8877359"/>
              <a:gd name="connsiteY940" fmla="*/ 2611609 h 4893730"/>
              <a:gd name="connsiteX941" fmla="*/ 138886 w 8877359"/>
              <a:gd name="connsiteY941" fmla="*/ 2603184 h 4893730"/>
              <a:gd name="connsiteX942" fmla="*/ 142080 w 8877359"/>
              <a:gd name="connsiteY942" fmla="*/ 2600549 h 4893730"/>
              <a:gd name="connsiteX943" fmla="*/ 144061 w 8877359"/>
              <a:gd name="connsiteY943" fmla="*/ 2606929 h 4893730"/>
              <a:gd name="connsiteX944" fmla="*/ 189516 w 8877359"/>
              <a:gd name="connsiteY944" fmla="*/ 2637058 h 4893730"/>
              <a:gd name="connsiteX945" fmla="*/ 8701715 w 8877359"/>
              <a:gd name="connsiteY945" fmla="*/ 2867601 h 4893730"/>
              <a:gd name="connsiteX946" fmla="*/ 8740791 w 8877359"/>
              <a:gd name="connsiteY946" fmla="*/ 2828525 h 4893730"/>
              <a:gd name="connsiteX947" fmla="*/ 8701715 w 8877359"/>
              <a:gd name="connsiteY947" fmla="*/ 2789449 h 4893730"/>
              <a:gd name="connsiteX948" fmla="*/ 8662639 w 8877359"/>
              <a:gd name="connsiteY948" fmla="*/ 2828525 h 4893730"/>
              <a:gd name="connsiteX949" fmla="*/ 8701715 w 8877359"/>
              <a:gd name="connsiteY949" fmla="*/ 2867601 h 4893730"/>
              <a:gd name="connsiteX950" fmla="*/ 193983 w 8877359"/>
              <a:gd name="connsiteY950" fmla="*/ 2867601 h 4893730"/>
              <a:gd name="connsiteX951" fmla="*/ 233059 w 8877359"/>
              <a:gd name="connsiteY951" fmla="*/ 2828525 h 4893730"/>
              <a:gd name="connsiteX952" fmla="*/ 193983 w 8877359"/>
              <a:gd name="connsiteY952" fmla="*/ 2789449 h 4893730"/>
              <a:gd name="connsiteX953" fmla="*/ 154907 w 8877359"/>
              <a:gd name="connsiteY953" fmla="*/ 2828525 h 4893730"/>
              <a:gd name="connsiteX954" fmla="*/ 193983 w 8877359"/>
              <a:gd name="connsiteY954" fmla="*/ 2867601 h 4893730"/>
              <a:gd name="connsiteX955" fmla="*/ 189516 w 8877359"/>
              <a:gd name="connsiteY955" fmla="*/ 3386337 h 4893730"/>
              <a:gd name="connsiteX956" fmla="*/ 234971 w 8877359"/>
              <a:gd name="connsiteY956" fmla="*/ 3356207 h 4893730"/>
              <a:gd name="connsiteX957" fmla="*/ 237148 w 8877359"/>
              <a:gd name="connsiteY957" fmla="*/ 3349195 h 4893730"/>
              <a:gd name="connsiteX958" fmla="*/ 241108 w 8877359"/>
              <a:gd name="connsiteY958" fmla="*/ 3352463 h 4893730"/>
              <a:gd name="connsiteX959" fmla="*/ 268690 w 8877359"/>
              <a:gd name="connsiteY959" fmla="*/ 3360888 h 4893730"/>
              <a:gd name="connsiteX960" fmla="*/ 318021 w 8877359"/>
              <a:gd name="connsiteY960" fmla="*/ 3311556 h 4893730"/>
              <a:gd name="connsiteX961" fmla="*/ 317019 w 8877359"/>
              <a:gd name="connsiteY961" fmla="*/ 3301613 h 4893730"/>
              <a:gd name="connsiteX962" fmla="*/ 314245 w 8877359"/>
              <a:gd name="connsiteY962" fmla="*/ 3292676 h 4893730"/>
              <a:gd name="connsiteX963" fmla="*/ 317702 w 8877359"/>
              <a:gd name="connsiteY963" fmla="*/ 3293024 h 4893730"/>
              <a:gd name="connsiteX964" fmla="*/ 367034 w 8877359"/>
              <a:gd name="connsiteY964" fmla="*/ 3243692 h 4893730"/>
              <a:gd name="connsiteX965" fmla="*/ 352585 w 8877359"/>
              <a:gd name="connsiteY965" fmla="*/ 3208809 h 4893730"/>
              <a:gd name="connsiteX966" fmla="*/ 345741 w 8877359"/>
              <a:gd name="connsiteY966" fmla="*/ 3203163 h 4893730"/>
              <a:gd name="connsiteX967" fmla="*/ 352585 w 8877359"/>
              <a:gd name="connsiteY967" fmla="*/ 3197516 h 4893730"/>
              <a:gd name="connsiteX968" fmla="*/ 367034 w 8877359"/>
              <a:gd name="connsiteY968" fmla="*/ 3162633 h 4893730"/>
              <a:gd name="connsiteX969" fmla="*/ 317702 w 8877359"/>
              <a:gd name="connsiteY969" fmla="*/ 3113301 h 4893730"/>
              <a:gd name="connsiteX970" fmla="*/ 314245 w 8877359"/>
              <a:gd name="connsiteY970" fmla="*/ 3113650 h 4893730"/>
              <a:gd name="connsiteX971" fmla="*/ 317019 w 8877359"/>
              <a:gd name="connsiteY971" fmla="*/ 3104711 h 4893730"/>
              <a:gd name="connsiteX972" fmla="*/ 318021 w 8877359"/>
              <a:gd name="connsiteY972" fmla="*/ 3094769 h 4893730"/>
              <a:gd name="connsiteX973" fmla="*/ 268690 w 8877359"/>
              <a:gd name="connsiteY973" fmla="*/ 3045437 h 4893730"/>
              <a:gd name="connsiteX974" fmla="*/ 241108 w 8877359"/>
              <a:gd name="connsiteY974" fmla="*/ 3053863 h 4893730"/>
              <a:gd name="connsiteX975" fmla="*/ 237148 w 8877359"/>
              <a:gd name="connsiteY975" fmla="*/ 3057130 h 4893730"/>
              <a:gd name="connsiteX976" fmla="*/ 234971 w 8877359"/>
              <a:gd name="connsiteY976" fmla="*/ 3050118 h 4893730"/>
              <a:gd name="connsiteX977" fmla="*/ 189516 w 8877359"/>
              <a:gd name="connsiteY977" fmla="*/ 3019989 h 4893730"/>
              <a:gd name="connsiteX978" fmla="*/ 144061 w 8877359"/>
              <a:gd name="connsiteY978" fmla="*/ 3050118 h 4893730"/>
              <a:gd name="connsiteX979" fmla="*/ 142081 w 8877359"/>
              <a:gd name="connsiteY979" fmla="*/ 3056498 h 4893730"/>
              <a:gd name="connsiteX980" fmla="*/ 138887 w 8877359"/>
              <a:gd name="connsiteY980" fmla="*/ 3053863 h 4893730"/>
              <a:gd name="connsiteX981" fmla="*/ 111305 w 8877359"/>
              <a:gd name="connsiteY981" fmla="*/ 3045437 h 4893730"/>
              <a:gd name="connsiteX982" fmla="*/ 61973 w 8877359"/>
              <a:gd name="connsiteY982" fmla="*/ 3094769 h 4893730"/>
              <a:gd name="connsiteX983" fmla="*/ 64191 w 8877359"/>
              <a:gd name="connsiteY983" fmla="*/ 3109439 h 4893730"/>
              <a:gd name="connsiteX984" fmla="*/ 66239 w 8877359"/>
              <a:gd name="connsiteY984" fmla="*/ 3113699 h 4893730"/>
              <a:gd name="connsiteX985" fmla="*/ 62293 w 8877359"/>
              <a:gd name="connsiteY985" fmla="*/ 3113301 h 4893730"/>
              <a:gd name="connsiteX986" fmla="*/ 12961 w 8877359"/>
              <a:gd name="connsiteY986" fmla="*/ 3162633 h 4893730"/>
              <a:gd name="connsiteX987" fmla="*/ 27410 w 8877359"/>
              <a:gd name="connsiteY987" fmla="*/ 3197516 h 4893730"/>
              <a:gd name="connsiteX988" fmla="*/ 34254 w 8877359"/>
              <a:gd name="connsiteY988" fmla="*/ 3203163 h 4893730"/>
              <a:gd name="connsiteX989" fmla="*/ 27410 w 8877359"/>
              <a:gd name="connsiteY989" fmla="*/ 3208809 h 4893730"/>
              <a:gd name="connsiteX990" fmla="*/ 12961 w 8877359"/>
              <a:gd name="connsiteY990" fmla="*/ 3243692 h 4893730"/>
              <a:gd name="connsiteX991" fmla="*/ 62293 w 8877359"/>
              <a:gd name="connsiteY991" fmla="*/ 3293024 h 4893730"/>
              <a:gd name="connsiteX992" fmla="*/ 65750 w 8877359"/>
              <a:gd name="connsiteY992" fmla="*/ 3292675 h 4893730"/>
              <a:gd name="connsiteX993" fmla="*/ 62975 w 8877359"/>
              <a:gd name="connsiteY993" fmla="*/ 3301614 h 4893730"/>
              <a:gd name="connsiteX994" fmla="*/ 61973 w 8877359"/>
              <a:gd name="connsiteY994" fmla="*/ 3311556 h 4893730"/>
              <a:gd name="connsiteX995" fmla="*/ 111305 w 8877359"/>
              <a:gd name="connsiteY995" fmla="*/ 3360888 h 4893730"/>
              <a:gd name="connsiteX996" fmla="*/ 138887 w 8877359"/>
              <a:gd name="connsiteY996" fmla="*/ 3352463 h 4893730"/>
              <a:gd name="connsiteX997" fmla="*/ 142081 w 8877359"/>
              <a:gd name="connsiteY997" fmla="*/ 3349827 h 4893730"/>
              <a:gd name="connsiteX998" fmla="*/ 144061 w 8877359"/>
              <a:gd name="connsiteY998" fmla="*/ 3356207 h 4893730"/>
              <a:gd name="connsiteX999" fmla="*/ 189516 w 8877359"/>
              <a:gd name="connsiteY999" fmla="*/ 3386337 h 4893730"/>
              <a:gd name="connsiteX1000" fmla="*/ 8697248 w 8877359"/>
              <a:gd name="connsiteY1000" fmla="*/ 3386338 h 4893730"/>
              <a:gd name="connsiteX1001" fmla="*/ 8742703 w 8877359"/>
              <a:gd name="connsiteY1001" fmla="*/ 3356208 h 4893730"/>
              <a:gd name="connsiteX1002" fmla="*/ 8744879 w 8877359"/>
              <a:gd name="connsiteY1002" fmla="*/ 3349196 h 4893730"/>
              <a:gd name="connsiteX1003" fmla="*/ 8748840 w 8877359"/>
              <a:gd name="connsiteY1003" fmla="*/ 3352464 h 4893730"/>
              <a:gd name="connsiteX1004" fmla="*/ 8776421 w 8877359"/>
              <a:gd name="connsiteY1004" fmla="*/ 3360889 h 4893730"/>
              <a:gd name="connsiteX1005" fmla="*/ 8825753 w 8877359"/>
              <a:gd name="connsiteY1005" fmla="*/ 3311557 h 4893730"/>
              <a:gd name="connsiteX1006" fmla="*/ 8824751 w 8877359"/>
              <a:gd name="connsiteY1006" fmla="*/ 3301615 h 4893730"/>
              <a:gd name="connsiteX1007" fmla="*/ 8821976 w 8877359"/>
              <a:gd name="connsiteY1007" fmla="*/ 3292677 h 4893730"/>
              <a:gd name="connsiteX1008" fmla="*/ 8825434 w 8877359"/>
              <a:gd name="connsiteY1008" fmla="*/ 3293025 h 4893730"/>
              <a:gd name="connsiteX1009" fmla="*/ 8874765 w 8877359"/>
              <a:gd name="connsiteY1009" fmla="*/ 3243693 h 4893730"/>
              <a:gd name="connsiteX1010" fmla="*/ 8860317 w 8877359"/>
              <a:gd name="connsiteY1010" fmla="*/ 3208810 h 4893730"/>
              <a:gd name="connsiteX1011" fmla="*/ 8853473 w 8877359"/>
              <a:gd name="connsiteY1011" fmla="*/ 3203164 h 4893730"/>
              <a:gd name="connsiteX1012" fmla="*/ 8860317 w 8877359"/>
              <a:gd name="connsiteY1012" fmla="*/ 3197517 h 4893730"/>
              <a:gd name="connsiteX1013" fmla="*/ 8874765 w 8877359"/>
              <a:gd name="connsiteY1013" fmla="*/ 3162634 h 4893730"/>
              <a:gd name="connsiteX1014" fmla="*/ 8825434 w 8877359"/>
              <a:gd name="connsiteY1014" fmla="*/ 3113302 h 4893730"/>
              <a:gd name="connsiteX1015" fmla="*/ 8821976 w 8877359"/>
              <a:gd name="connsiteY1015" fmla="*/ 3113651 h 4893730"/>
              <a:gd name="connsiteX1016" fmla="*/ 8824751 w 8877359"/>
              <a:gd name="connsiteY1016" fmla="*/ 3104713 h 4893730"/>
              <a:gd name="connsiteX1017" fmla="*/ 8825753 w 8877359"/>
              <a:gd name="connsiteY1017" fmla="*/ 3094771 h 4893730"/>
              <a:gd name="connsiteX1018" fmla="*/ 8776421 w 8877359"/>
              <a:gd name="connsiteY1018" fmla="*/ 3045439 h 4893730"/>
              <a:gd name="connsiteX1019" fmla="*/ 8748840 w 8877359"/>
              <a:gd name="connsiteY1019" fmla="*/ 3053864 h 4893730"/>
              <a:gd name="connsiteX1020" fmla="*/ 8744879 w 8877359"/>
              <a:gd name="connsiteY1020" fmla="*/ 3057131 h 4893730"/>
              <a:gd name="connsiteX1021" fmla="*/ 8742703 w 8877359"/>
              <a:gd name="connsiteY1021" fmla="*/ 3050119 h 4893730"/>
              <a:gd name="connsiteX1022" fmla="*/ 8697248 w 8877359"/>
              <a:gd name="connsiteY1022" fmla="*/ 3019990 h 4893730"/>
              <a:gd name="connsiteX1023" fmla="*/ 8651793 w 8877359"/>
              <a:gd name="connsiteY1023" fmla="*/ 3050119 h 4893730"/>
              <a:gd name="connsiteX1024" fmla="*/ 8649812 w 8877359"/>
              <a:gd name="connsiteY1024" fmla="*/ 3056499 h 4893730"/>
              <a:gd name="connsiteX1025" fmla="*/ 8646618 w 8877359"/>
              <a:gd name="connsiteY1025" fmla="*/ 3053864 h 4893730"/>
              <a:gd name="connsiteX1026" fmla="*/ 8619037 w 8877359"/>
              <a:gd name="connsiteY1026" fmla="*/ 3045439 h 4893730"/>
              <a:gd name="connsiteX1027" fmla="*/ 8569705 w 8877359"/>
              <a:gd name="connsiteY1027" fmla="*/ 3094771 h 4893730"/>
              <a:gd name="connsiteX1028" fmla="*/ 8571923 w 8877359"/>
              <a:gd name="connsiteY1028" fmla="*/ 3109440 h 4893730"/>
              <a:gd name="connsiteX1029" fmla="*/ 8573970 w 8877359"/>
              <a:gd name="connsiteY1029" fmla="*/ 3113700 h 4893730"/>
              <a:gd name="connsiteX1030" fmla="*/ 8570024 w 8877359"/>
              <a:gd name="connsiteY1030" fmla="*/ 3113302 h 4893730"/>
              <a:gd name="connsiteX1031" fmla="*/ 8520693 w 8877359"/>
              <a:gd name="connsiteY1031" fmla="*/ 3162634 h 4893730"/>
              <a:gd name="connsiteX1032" fmla="*/ 8535141 w 8877359"/>
              <a:gd name="connsiteY1032" fmla="*/ 3197517 h 4893730"/>
              <a:gd name="connsiteX1033" fmla="*/ 8541985 w 8877359"/>
              <a:gd name="connsiteY1033" fmla="*/ 3203164 h 4893730"/>
              <a:gd name="connsiteX1034" fmla="*/ 8535141 w 8877359"/>
              <a:gd name="connsiteY1034" fmla="*/ 3208810 h 4893730"/>
              <a:gd name="connsiteX1035" fmla="*/ 8520693 w 8877359"/>
              <a:gd name="connsiteY1035" fmla="*/ 3243693 h 4893730"/>
              <a:gd name="connsiteX1036" fmla="*/ 8570024 w 8877359"/>
              <a:gd name="connsiteY1036" fmla="*/ 3293025 h 4893730"/>
              <a:gd name="connsiteX1037" fmla="*/ 8573482 w 8877359"/>
              <a:gd name="connsiteY1037" fmla="*/ 3292677 h 4893730"/>
              <a:gd name="connsiteX1038" fmla="*/ 8570707 w 8877359"/>
              <a:gd name="connsiteY1038" fmla="*/ 3301615 h 4893730"/>
              <a:gd name="connsiteX1039" fmla="*/ 8569705 w 8877359"/>
              <a:gd name="connsiteY1039" fmla="*/ 3311557 h 4893730"/>
              <a:gd name="connsiteX1040" fmla="*/ 8619037 w 8877359"/>
              <a:gd name="connsiteY1040" fmla="*/ 3360889 h 4893730"/>
              <a:gd name="connsiteX1041" fmla="*/ 8646618 w 8877359"/>
              <a:gd name="connsiteY1041" fmla="*/ 3352464 h 4893730"/>
              <a:gd name="connsiteX1042" fmla="*/ 8649812 w 8877359"/>
              <a:gd name="connsiteY1042" fmla="*/ 3349828 h 4893730"/>
              <a:gd name="connsiteX1043" fmla="*/ 8651793 w 8877359"/>
              <a:gd name="connsiteY1043" fmla="*/ 3356208 h 4893730"/>
              <a:gd name="connsiteX1044" fmla="*/ 8697248 w 8877359"/>
              <a:gd name="connsiteY1044" fmla="*/ 3386338 h 4893730"/>
              <a:gd name="connsiteX1045" fmla="*/ 193984 w 8877359"/>
              <a:gd name="connsiteY1045" fmla="*/ 3616878 h 4893730"/>
              <a:gd name="connsiteX1046" fmla="*/ 233060 w 8877359"/>
              <a:gd name="connsiteY1046" fmla="*/ 3577801 h 4893730"/>
              <a:gd name="connsiteX1047" fmla="*/ 193984 w 8877359"/>
              <a:gd name="connsiteY1047" fmla="*/ 3538725 h 4893730"/>
              <a:gd name="connsiteX1048" fmla="*/ 154908 w 8877359"/>
              <a:gd name="connsiteY1048" fmla="*/ 3577801 h 4893730"/>
              <a:gd name="connsiteX1049" fmla="*/ 193984 w 8877359"/>
              <a:gd name="connsiteY1049" fmla="*/ 3616878 h 4893730"/>
              <a:gd name="connsiteX1050" fmla="*/ 8701715 w 8877359"/>
              <a:gd name="connsiteY1050" fmla="*/ 3616879 h 4893730"/>
              <a:gd name="connsiteX1051" fmla="*/ 8740791 w 8877359"/>
              <a:gd name="connsiteY1051" fmla="*/ 3577803 h 4893730"/>
              <a:gd name="connsiteX1052" fmla="*/ 8701715 w 8877359"/>
              <a:gd name="connsiteY1052" fmla="*/ 3538727 h 4893730"/>
              <a:gd name="connsiteX1053" fmla="*/ 8662639 w 8877359"/>
              <a:gd name="connsiteY1053" fmla="*/ 3577803 h 4893730"/>
              <a:gd name="connsiteX1054" fmla="*/ 8701715 w 8877359"/>
              <a:gd name="connsiteY1054" fmla="*/ 3616879 h 4893730"/>
              <a:gd name="connsiteX1055" fmla="*/ 189516 w 8877359"/>
              <a:gd name="connsiteY1055" fmla="*/ 4135616 h 4893730"/>
              <a:gd name="connsiteX1056" fmla="*/ 234971 w 8877359"/>
              <a:gd name="connsiteY1056" fmla="*/ 4105486 h 4893730"/>
              <a:gd name="connsiteX1057" fmla="*/ 237148 w 8877359"/>
              <a:gd name="connsiteY1057" fmla="*/ 4098474 h 4893730"/>
              <a:gd name="connsiteX1058" fmla="*/ 241108 w 8877359"/>
              <a:gd name="connsiteY1058" fmla="*/ 4101742 h 4893730"/>
              <a:gd name="connsiteX1059" fmla="*/ 268690 w 8877359"/>
              <a:gd name="connsiteY1059" fmla="*/ 4110167 h 4893730"/>
              <a:gd name="connsiteX1060" fmla="*/ 318022 w 8877359"/>
              <a:gd name="connsiteY1060" fmla="*/ 4060835 h 4893730"/>
              <a:gd name="connsiteX1061" fmla="*/ 317019 w 8877359"/>
              <a:gd name="connsiteY1061" fmla="*/ 4050893 h 4893730"/>
              <a:gd name="connsiteX1062" fmla="*/ 314245 w 8877359"/>
              <a:gd name="connsiteY1062" fmla="*/ 4041955 h 4893730"/>
              <a:gd name="connsiteX1063" fmla="*/ 317702 w 8877359"/>
              <a:gd name="connsiteY1063" fmla="*/ 4042303 h 4893730"/>
              <a:gd name="connsiteX1064" fmla="*/ 367034 w 8877359"/>
              <a:gd name="connsiteY1064" fmla="*/ 3992972 h 4893730"/>
              <a:gd name="connsiteX1065" fmla="*/ 352585 w 8877359"/>
              <a:gd name="connsiteY1065" fmla="*/ 3958088 h 4893730"/>
              <a:gd name="connsiteX1066" fmla="*/ 345741 w 8877359"/>
              <a:gd name="connsiteY1066" fmla="*/ 3952441 h 4893730"/>
              <a:gd name="connsiteX1067" fmla="*/ 352585 w 8877359"/>
              <a:gd name="connsiteY1067" fmla="*/ 3946795 h 4893730"/>
              <a:gd name="connsiteX1068" fmla="*/ 367034 w 8877359"/>
              <a:gd name="connsiteY1068" fmla="*/ 3911912 h 4893730"/>
              <a:gd name="connsiteX1069" fmla="*/ 317702 w 8877359"/>
              <a:gd name="connsiteY1069" fmla="*/ 3862580 h 4893730"/>
              <a:gd name="connsiteX1070" fmla="*/ 314245 w 8877359"/>
              <a:gd name="connsiteY1070" fmla="*/ 3862929 h 4893730"/>
              <a:gd name="connsiteX1071" fmla="*/ 317019 w 8877359"/>
              <a:gd name="connsiteY1071" fmla="*/ 3853990 h 4893730"/>
              <a:gd name="connsiteX1072" fmla="*/ 318022 w 8877359"/>
              <a:gd name="connsiteY1072" fmla="*/ 3844048 h 4893730"/>
              <a:gd name="connsiteX1073" fmla="*/ 268690 w 8877359"/>
              <a:gd name="connsiteY1073" fmla="*/ 3794716 h 4893730"/>
              <a:gd name="connsiteX1074" fmla="*/ 241108 w 8877359"/>
              <a:gd name="connsiteY1074" fmla="*/ 3803142 h 4893730"/>
              <a:gd name="connsiteX1075" fmla="*/ 237148 w 8877359"/>
              <a:gd name="connsiteY1075" fmla="*/ 3806409 h 4893730"/>
              <a:gd name="connsiteX1076" fmla="*/ 234971 w 8877359"/>
              <a:gd name="connsiteY1076" fmla="*/ 3799397 h 4893730"/>
              <a:gd name="connsiteX1077" fmla="*/ 189516 w 8877359"/>
              <a:gd name="connsiteY1077" fmla="*/ 3769267 h 4893730"/>
              <a:gd name="connsiteX1078" fmla="*/ 144061 w 8877359"/>
              <a:gd name="connsiteY1078" fmla="*/ 3799397 h 4893730"/>
              <a:gd name="connsiteX1079" fmla="*/ 142081 w 8877359"/>
              <a:gd name="connsiteY1079" fmla="*/ 3805777 h 4893730"/>
              <a:gd name="connsiteX1080" fmla="*/ 138887 w 8877359"/>
              <a:gd name="connsiteY1080" fmla="*/ 3803142 h 4893730"/>
              <a:gd name="connsiteX1081" fmla="*/ 111305 w 8877359"/>
              <a:gd name="connsiteY1081" fmla="*/ 3794716 h 4893730"/>
              <a:gd name="connsiteX1082" fmla="*/ 61973 w 8877359"/>
              <a:gd name="connsiteY1082" fmla="*/ 3844048 h 4893730"/>
              <a:gd name="connsiteX1083" fmla="*/ 64191 w 8877359"/>
              <a:gd name="connsiteY1083" fmla="*/ 3858718 h 4893730"/>
              <a:gd name="connsiteX1084" fmla="*/ 66239 w 8877359"/>
              <a:gd name="connsiteY1084" fmla="*/ 3862978 h 4893730"/>
              <a:gd name="connsiteX1085" fmla="*/ 62293 w 8877359"/>
              <a:gd name="connsiteY1085" fmla="*/ 3862580 h 4893730"/>
              <a:gd name="connsiteX1086" fmla="*/ 12961 w 8877359"/>
              <a:gd name="connsiteY1086" fmla="*/ 3911912 h 4893730"/>
              <a:gd name="connsiteX1087" fmla="*/ 27410 w 8877359"/>
              <a:gd name="connsiteY1087" fmla="*/ 3946795 h 4893730"/>
              <a:gd name="connsiteX1088" fmla="*/ 34254 w 8877359"/>
              <a:gd name="connsiteY1088" fmla="*/ 3952441 h 4893730"/>
              <a:gd name="connsiteX1089" fmla="*/ 27410 w 8877359"/>
              <a:gd name="connsiteY1089" fmla="*/ 3958088 h 4893730"/>
              <a:gd name="connsiteX1090" fmla="*/ 12961 w 8877359"/>
              <a:gd name="connsiteY1090" fmla="*/ 3992971 h 4893730"/>
              <a:gd name="connsiteX1091" fmla="*/ 62293 w 8877359"/>
              <a:gd name="connsiteY1091" fmla="*/ 4042303 h 4893730"/>
              <a:gd name="connsiteX1092" fmla="*/ 65750 w 8877359"/>
              <a:gd name="connsiteY1092" fmla="*/ 4041955 h 4893730"/>
              <a:gd name="connsiteX1093" fmla="*/ 62976 w 8877359"/>
              <a:gd name="connsiteY1093" fmla="*/ 4050893 h 4893730"/>
              <a:gd name="connsiteX1094" fmla="*/ 61973 w 8877359"/>
              <a:gd name="connsiteY1094" fmla="*/ 4060835 h 4893730"/>
              <a:gd name="connsiteX1095" fmla="*/ 111305 w 8877359"/>
              <a:gd name="connsiteY1095" fmla="*/ 4110167 h 4893730"/>
              <a:gd name="connsiteX1096" fmla="*/ 138887 w 8877359"/>
              <a:gd name="connsiteY1096" fmla="*/ 4101742 h 4893730"/>
              <a:gd name="connsiteX1097" fmla="*/ 142081 w 8877359"/>
              <a:gd name="connsiteY1097" fmla="*/ 4099107 h 4893730"/>
              <a:gd name="connsiteX1098" fmla="*/ 144061 w 8877359"/>
              <a:gd name="connsiteY1098" fmla="*/ 4105486 h 4893730"/>
              <a:gd name="connsiteX1099" fmla="*/ 189516 w 8877359"/>
              <a:gd name="connsiteY1099" fmla="*/ 4135616 h 4893730"/>
              <a:gd name="connsiteX1100" fmla="*/ 8697248 w 8877359"/>
              <a:gd name="connsiteY1100" fmla="*/ 4135617 h 4893730"/>
              <a:gd name="connsiteX1101" fmla="*/ 8742703 w 8877359"/>
              <a:gd name="connsiteY1101" fmla="*/ 4105487 h 4893730"/>
              <a:gd name="connsiteX1102" fmla="*/ 8744879 w 8877359"/>
              <a:gd name="connsiteY1102" fmla="*/ 4098475 h 4893730"/>
              <a:gd name="connsiteX1103" fmla="*/ 8748840 w 8877359"/>
              <a:gd name="connsiteY1103" fmla="*/ 4101743 h 4893730"/>
              <a:gd name="connsiteX1104" fmla="*/ 8776421 w 8877359"/>
              <a:gd name="connsiteY1104" fmla="*/ 4110168 h 4893730"/>
              <a:gd name="connsiteX1105" fmla="*/ 8825753 w 8877359"/>
              <a:gd name="connsiteY1105" fmla="*/ 4060836 h 4893730"/>
              <a:gd name="connsiteX1106" fmla="*/ 8824751 w 8877359"/>
              <a:gd name="connsiteY1106" fmla="*/ 4050894 h 4893730"/>
              <a:gd name="connsiteX1107" fmla="*/ 8821976 w 8877359"/>
              <a:gd name="connsiteY1107" fmla="*/ 4041956 h 4893730"/>
              <a:gd name="connsiteX1108" fmla="*/ 8825434 w 8877359"/>
              <a:gd name="connsiteY1108" fmla="*/ 4042305 h 4893730"/>
              <a:gd name="connsiteX1109" fmla="*/ 8874765 w 8877359"/>
              <a:gd name="connsiteY1109" fmla="*/ 3992973 h 4893730"/>
              <a:gd name="connsiteX1110" fmla="*/ 8860317 w 8877359"/>
              <a:gd name="connsiteY1110" fmla="*/ 3958090 h 4893730"/>
              <a:gd name="connsiteX1111" fmla="*/ 8853473 w 8877359"/>
              <a:gd name="connsiteY1111" fmla="*/ 3952443 h 4893730"/>
              <a:gd name="connsiteX1112" fmla="*/ 8860317 w 8877359"/>
              <a:gd name="connsiteY1112" fmla="*/ 3946796 h 4893730"/>
              <a:gd name="connsiteX1113" fmla="*/ 8874765 w 8877359"/>
              <a:gd name="connsiteY1113" fmla="*/ 3911913 h 4893730"/>
              <a:gd name="connsiteX1114" fmla="*/ 8825434 w 8877359"/>
              <a:gd name="connsiteY1114" fmla="*/ 3862581 h 4893730"/>
              <a:gd name="connsiteX1115" fmla="*/ 8821976 w 8877359"/>
              <a:gd name="connsiteY1115" fmla="*/ 3862929 h 4893730"/>
              <a:gd name="connsiteX1116" fmla="*/ 8824751 w 8877359"/>
              <a:gd name="connsiteY1116" fmla="*/ 3853991 h 4893730"/>
              <a:gd name="connsiteX1117" fmla="*/ 8825753 w 8877359"/>
              <a:gd name="connsiteY1117" fmla="*/ 3844049 h 4893730"/>
              <a:gd name="connsiteX1118" fmla="*/ 8776421 w 8877359"/>
              <a:gd name="connsiteY1118" fmla="*/ 3794717 h 4893730"/>
              <a:gd name="connsiteX1119" fmla="*/ 8748840 w 8877359"/>
              <a:gd name="connsiteY1119" fmla="*/ 3803142 h 4893730"/>
              <a:gd name="connsiteX1120" fmla="*/ 8744879 w 8877359"/>
              <a:gd name="connsiteY1120" fmla="*/ 3806410 h 4893730"/>
              <a:gd name="connsiteX1121" fmla="*/ 8742703 w 8877359"/>
              <a:gd name="connsiteY1121" fmla="*/ 3799398 h 4893730"/>
              <a:gd name="connsiteX1122" fmla="*/ 8697248 w 8877359"/>
              <a:gd name="connsiteY1122" fmla="*/ 3769268 h 4893730"/>
              <a:gd name="connsiteX1123" fmla="*/ 8651793 w 8877359"/>
              <a:gd name="connsiteY1123" fmla="*/ 3799398 h 4893730"/>
              <a:gd name="connsiteX1124" fmla="*/ 8649812 w 8877359"/>
              <a:gd name="connsiteY1124" fmla="*/ 3805778 h 4893730"/>
              <a:gd name="connsiteX1125" fmla="*/ 8646618 w 8877359"/>
              <a:gd name="connsiteY1125" fmla="*/ 3803142 h 4893730"/>
              <a:gd name="connsiteX1126" fmla="*/ 8619037 w 8877359"/>
              <a:gd name="connsiteY1126" fmla="*/ 3794717 h 4893730"/>
              <a:gd name="connsiteX1127" fmla="*/ 8569705 w 8877359"/>
              <a:gd name="connsiteY1127" fmla="*/ 3844049 h 4893730"/>
              <a:gd name="connsiteX1128" fmla="*/ 8571923 w 8877359"/>
              <a:gd name="connsiteY1128" fmla="*/ 3858719 h 4893730"/>
              <a:gd name="connsiteX1129" fmla="*/ 8573970 w 8877359"/>
              <a:gd name="connsiteY1129" fmla="*/ 3862978 h 4893730"/>
              <a:gd name="connsiteX1130" fmla="*/ 8570024 w 8877359"/>
              <a:gd name="connsiteY1130" fmla="*/ 3862581 h 4893730"/>
              <a:gd name="connsiteX1131" fmla="*/ 8520693 w 8877359"/>
              <a:gd name="connsiteY1131" fmla="*/ 3911913 h 4893730"/>
              <a:gd name="connsiteX1132" fmla="*/ 8535141 w 8877359"/>
              <a:gd name="connsiteY1132" fmla="*/ 3946796 h 4893730"/>
              <a:gd name="connsiteX1133" fmla="*/ 8541985 w 8877359"/>
              <a:gd name="connsiteY1133" fmla="*/ 3952442 h 4893730"/>
              <a:gd name="connsiteX1134" fmla="*/ 8535141 w 8877359"/>
              <a:gd name="connsiteY1134" fmla="*/ 3958089 h 4893730"/>
              <a:gd name="connsiteX1135" fmla="*/ 8520693 w 8877359"/>
              <a:gd name="connsiteY1135" fmla="*/ 3992972 h 4893730"/>
              <a:gd name="connsiteX1136" fmla="*/ 8570024 w 8877359"/>
              <a:gd name="connsiteY1136" fmla="*/ 4042304 h 4893730"/>
              <a:gd name="connsiteX1137" fmla="*/ 8573482 w 8877359"/>
              <a:gd name="connsiteY1137" fmla="*/ 4041956 h 4893730"/>
              <a:gd name="connsiteX1138" fmla="*/ 8570707 w 8877359"/>
              <a:gd name="connsiteY1138" fmla="*/ 4050894 h 4893730"/>
              <a:gd name="connsiteX1139" fmla="*/ 8569705 w 8877359"/>
              <a:gd name="connsiteY1139" fmla="*/ 4060836 h 4893730"/>
              <a:gd name="connsiteX1140" fmla="*/ 8619037 w 8877359"/>
              <a:gd name="connsiteY1140" fmla="*/ 4110168 h 4893730"/>
              <a:gd name="connsiteX1141" fmla="*/ 8646618 w 8877359"/>
              <a:gd name="connsiteY1141" fmla="*/ 4101743 h 4893730"/>
              <a:gd name="connsiteX1142" fmla="*/ 8649812 w 8877359"/>
              <a:gd name="connsiteY1142" fmla="*/ 4099108 h 4893730"/>
              <a:gd name="connsiteX1143" fmla="*/ 8651793 w 8877359"/>
              <a:gd name="connsiteY1143" fmla="*/ 4105487 h 4893730"/>
              <a:gd name="connsiteX1144" fmla="*/ 8697248 w 8877359"/>
              <a:gd name="connsiteY1144" fmla="*/ 4135617 h 4893730"/>
              <a:gd name="connsiteX1145" fmla="*/ 193984 w 8877359"/>
              <a:gd name="connsiteY1145" fmla="*/ 4366159 h 4893730"/>
              <a:gd name="connsiteX1146" fmla="*/ 233060 w 8877359"/>
              <a:gd name="connsiteY1146" fmla="*/ 4327083 h 4893730"/>
              <a:gd name="connsiteX1147" fmla="*/ 193984 w 8877359"/>
              <a:gd name="connsiteY1147" fmla="*/ 4288007 h 4893730"/>
              <a:gd name="connsiteX1148" fmla="*/ 154908 w 8877359"/>
              <a:gd name="connsiteY1148" fmla="*/ 4327083 h 4893730"/>
              <a:gd name="connsiteX1149" fmla="*/ 193984 w 8877359"/>
              <a:gd name="connsiteY1149" fmla="*/ 4366159 h 4893730"/>
              <a:gd name="connsiteX1150" fmla="*/ 8701715 w 8877359"/>
              <a:gd name="connsiteY1150" fmla="*/ 4366159 h 4893730"/>
              <a:gd name="connsiteX1151" fmla="*/ 8740791 w 8877359"/>
              <a:gd name="connsiteY1151" fmla="*/ 4327083 h 4893730"/>
              <a:gd name="connsiteX1152" fmla="*/ 8701715 w 8877359"/>
              <a:gd name="connsiteY1152" fmla="*/ 4288007 h 4893730"/>
              <a:gd name="connsiteX1153" fmla="*/ 8662639 w 8877359"/>
              <a:gd name="connsiteY1153" fmla="*/ 4327083 h 4893730"/>
              <a:gd name="connsiteX1154" fmla="*/ 8701715 w 8877359"/>
              <a:gd name="connsiteY1154" fmla="*/ 4366159 h 4893730"/>
              <a:gd name="connsiteX1155" fmla="*/ 8339566 w 8877359"/>
              <a:gd name="connsiteY1155" fmla="*/ 4759756 h 4893730"/>
              <a:gd name="connsiteX1156" fmla="*/ 8378642 w 8877359"/>
              <a:gd name="connsiteY1156" fmla="*/ 4720680 h 4893730"/>
              <a:gd name="connsiteX1157" fmla="*/ 8339566 w 8877359"/>
              <a:gd name="connsiteY1157" fmla="*/ 4681604 h 4893730"/>
              <a:gd name="connsiteX1158" fmla="*/ 8300490 w 8877359"/>
              <a:gd name="connsiteY1158" fmla="*/ 4720680 h 4893730"/>
              <a:gd name="connsiteX1159" fmla="*/ 8339566 w 8877359"/>
              <a:gd name="connsiteY1159" fmla="*/ 4759756 h 4893730"/>
              <a:gd name="connsiteX1160" fmla="*/ 7630314 w 8877359"/>
              <a:gd name="connsiteY1160" fmla="*/ 4759756 h 4893730"/>
              <a:gd name="connsiteX1161" fmla="*/ 7669390 w 8877359"/>
              <a:gd name="connsiteY1161" fmla="*/ 4720680 h 4893730"/>
              <a:gd name="connsiteX1162" fmla="*/ 7630314 w 8877359"/>
              <a:gd name="connsiteY1162" fmla="*/ 4681604 h 4893730"/>
              <a:gd name="connsiteX1163" fmla="*/ 7591238 w 8877359"/>
              <a:gd name="connsiteY1163" fmla="*/ 4720680 h 4893730"/>
              <a:gd name="connsiteX1164" fmla="*/ 7630314 w 8877359"/>
              <a:gd name="connsiteY1164" fmla="*/ 4759756 h 4893730"/>
              <a:gd name="connsiteX1165" fmla="*/ 6921062 w 8877359"/>
              <a:gd name="connsiteY1165" fmla="*/ 4759756 h 4893730"/>
              <a:gd name="connsiteX1166" fmla="*/ 6960138 w 8877359"/>
              <a:gd name="connsiteY1166" fmla="*/ 4720680 h 4893730"/>
              <a:gd name="connsiteX1167" fmla="*/ 6921062 w 8877359"/>
              <a:gd name="connsiteY1167" fmla="*/ 4681604 h 4893730"/>
              <a:gd name="connsiteX1168" fmla="*/ 6881986 w 8877359"/>
              <a:gd name="connsiteY1168" fmla="*/ 4720680 h 4893730"/>
              <a:gd name="connsiteX1169" fmla="*/ 6921062 w 8877359"/>
              <a:gd name="connsiteY1169" fmla="*/ 4759756 h 4893730"/>
              <a:gd name="connsiteX1170" fmla="*/ 6211810 w 8877359"/>
              <a:gd name="connsiteY1170" fmla="*/ 4759756 h 4893730"/>
              <a:gd name="connsiteX1171" fmla="*/ 6250886 w 8877359"/>
              <a:gd name="connsiteY1171" fmla="*/ 4720680 h 4893730"/>
              <a:gd name="connsiteX1172" fmla="*/ 6211810 w 8877359"/>
              <a:gd name="connsiteY1172" fmla="*/ 4681604 h 4893730"/>
              <a:gd name="connsiteX1173" fmla="*/ 6172734 w 8877359"/>
              <a:gd name="connsiteY1173" fmla="*/ 4720680 h 4893730"/>
              <a:gd name="connsiteX1174" fmla="*/ 6211810 w 8877359"/>
              <a:gd name="connsiteY1174" fmla="*/ 4759756 h 4893730"/>
              <a:gd name="connsiteX1175" fmla="*/ 5502558 w 8877359"/>
              <a:gd name="connsiteY1175" fmla="*/ 4759756 h 4893730"/>
              <a:gd name="connsiteX1176" fmla="*/ 5541634 w 8877359"/>
              <a:gd name="connsiteY1176" fmla="*/ 4720680 h 4893730"/>
              <a:gd name="connsiteX1177" fmla="*/ 5502558 w 8877359"/>
              <a:gd name="connsiteY1177" fmla="*/ 4681604 h 4893730"/>
              <a:gd name="connsiteX1178" fmla="*/ 5463482 w 8877359"/>
              <a:gd name="connsiteY1178" fmla="*/ 4720680 h 4893730"/>
              <a:gd name="connsiteX1179" fmla="*/ 5502558 w 8877359"/>
              <a:gd name="connsiteY1179" fmla="*/ 4759756 h 4893730"/>
              <a:gd name="connsiteX1180" fmla="*/ 4793306 w 8877359"/>
              <a:gd name="connsiteY1180" fmla="*/ 4759756 h 4893730"/>
              <a:gd name="connsiteX1181" fmla="*/ 4832382 w 8877359"/>
              <a:gd name="connsiteY1181" fmla="*/ 4720680 h 4893730"/>
              <a:gd name="connsiteX1182" fmla="*/ 4793306 w 8877359"/>
              <a:gd name="connsiteY1182" fmla="*/ 4681604 h 4893730"/>
              <a:gd name="connsiteX1183" fmla="*/ 4754230 w 8877359"/>
              <a:gd name="connsiteY1183" fmla="*/ 4720680 h 4893730"/>
              <a:gd name="connsiteX1184" fmla="*/ 4793306 w 8877359"/>
              <a:gd name="connsiteY1184" fmla="*/ 4759756 h 4893730"/>
              <a:gd name="connsiteX1185" fmla="*/ 4084054 w 8877359"/>
              <a:gd name="connsiteY1185" fmla="*/ 4759756 h 4893730"/>
              <a:gd name="connsiteX1186" fmla="*/ 4123130 w 8877359"/>
              <a:gd name="connsiteY1186" fmla="*/ 4720680 h 4893730"/>
              <a:gd name="connsiteX1187" fmla="*/ 4084054 w 8877359"/>
              <a:gd name="connsiteY1187" fmla="*/ 4681604 h 4893730"/>
              <a:gd name="connsiteX1188" fmla="*/ 4044986 w 8877359"/>
              <a:gd name="connsiteY1188" fmla="*/ 4720680 h 4893730"/>
              <a:gd name="connsiteX1189" fmla="*/ 4084054 w 8877359"/>
              <a:gd name="connsiteY1189" fmla="*/ 4759756 h 4893730"/>
              <a:gd name="connsiteX1190" fmla="*/ 3374809 w 8877359"/>
              <a:gd name="connsiteY1190" fmla="*/ 4759756 h 4893730"/>
              <a:gd name="connsiteX1191" fmla="*/ 3413885 w 8877359"/>
              <a:gd name="connsiteY1191" fmla="*/ 4720680 h 4893730"/>
              <a:gd name="connsiteX1192" fmla="*/ 3374809 w 8877359"/>
              <a:gd name="connsiteY1192" fmla="*/ 4681604 h 4893730"/>
              <a:gd name="connsiteX1193" fmla="*/ 3335733 w 8877359"/>
              <a:gd name="connsiteY1193" fmla="*/ 4720680 h 4893730"/>
              <a:gd name="connsiteX1194" fmla="*/ 3374809 w 8877359"/>
              <a:gd name="connsiteY1194" fmla="*/ 4759756 h 4893730"/>
              <a:gd name="connsiteX1195" fmla="*/ 2665558 w 8877359"/>
              <a:gd name="connsiteY1195" fmla="*/ 4759756 h 4893730"/>
              <a:gd name="connsiteX1196" fmla="*/ 2704634 w 8877359"/>
              <a:gd name="connsiteY1196" fmla="*/ 4720680 h 4893730"/>
              <a:gd name="connsiteX1197" fmla="*/ 2665558 w 8877359"/>
              <a:gd name="connsiteY1197" fmla="*/ 4681604 h 4893730"/>
              <a:gd name="connsiteX1198" fmla="*/ 2626481 w 8877359"/>
              <a:gd name="connsiteY1198" fmla="*/ 4720680 h 4893730"/>
              <a:gd name="connsiteX1199" fmla="*/ 2665558 w 8877359"/>
              <a:gd name="connsiteY1199" fmla="*/ 4759756 h 4893730"/>
              <a:gd name="connsiteX1200" fmla="*/ 1956307 w 8877359"/>
              <a:gd name="connsiteY1200" fmla="*/ 4759756 h 4893730"/>
              <a:gd name="connsiteX1201" fmla="*/ 1995382 w 8877359"/>
              <a:gd name="connsiteY1201" fmla="*/ 4720680 h 4893730"/>
              <a:gd name="connsiteX1202" fmla="*/ 1956307 w 8877359"/>
              <a:gd name="connsiteY1202" fmla="*/ 4681604 h 4893730"/>
              <a:gd name="connsiteX1203" fmla="*/ 1917231 w 8877359"/>
              <a:gd name="connsiteY1203" fmla="*/ 4720680 h 4893730"/>
              <a:gd name="connsiteX1204" fmla="*/ 1956307 w 8877359"/>
              <a:gd name="connsiteY1204" fmla="*/ 4759756 h 4893730"/>
              <a:gd name="connsiteX1205" fmla="*/ 1247054 w 8877359"/>
              <a:gd name="connsiteY1205" fmla="*/ 4759756 h 4893730"/>
              <a:gd name="connsiteX1206" fmla="*/ 1286131 w 8877359"/>
              <a:gd name="connsiteY1206" fmla="*/ 4720680 h 4893730"/>
              <a:gd name="connsiteX1207" fmla="*/ 1247054 w 8877359"/>
              <a:gd name="connsiteY1207" fmla="*/ 4681604 h 4893730"/>
              <a:gd name="connsiteX1208" fmla="*/ 1207978 w 8877359"/>
              <a:gd name="connsiteY1208" fmla="*/ 4720680 h 4893730"/>
              <a:gd name="connsiteX1209" fmla="*/ 1247054 w 8877359"/>
              <a:gd name="connsiteY1209" fmla="*/ 4759756 h 4893730"/>
              <a:gd name="connsiteX1210" fmla="*/ 537801 w 8877359"/>
              <a:gd name="connsiteY1210" fmla="*/ 4759756 h 4893730"/>
              <a:gd name="connsiteX1211" fmla="*/ 576878 w 8877359"/>
              <a:gd name="connsiteY1211" fmla="*/ 4720680 h 4893730"/>
              <a:gd name="connsiteX1212" fmla="*/ 537801 w 8877359"/>
              <a:gd name="connsiteY1212" fmla="*/ 4681604 h 4893730"/>
              <a:gd name="connsiteX1213" fmla="*/ 498725 w 8877359"/>
              <a:gd name="connsiteY1213" fmla="*/ 4720680 h 4893730"/>
              <a:gd name="connsiteX1214" fmla="*/ 537801 w 8877359"/>
              <a:gd name="connsiteY1214" fmla="*/ 4759756 h 4893730"/>
              <a:gd name="connsiteX1215" fmla="*/ 8653655 w 8877359"/>
              <a:gd name="connsiteY1215" fmla="*/ 4893730 h 4893730"/>
              <a:gd name="connsiteX1216" fmla="*/ 8688538 w 8877359"/>
              <a:gd name="connsiteY1216" fmla="*/ 4879281 h 4893730"/>
              <a:gd name="connsiteX1217" fmla="*/ 8694185 w 8877359"/>
              <a:gd name="connsiteY1217" fmla="*/ 4872437 h 4893730"/>
              <a:gd name="connsiteX1218" fmla="*/ 8699832 w 8877359"/>
              <a:gd name="connsiteY1218" fmla="*/ 4879281 h 4893730"/>
              <a:gd name="connsiteX1219" fmla="*/ 8734715 w 8877359"/>
              <a:gd name="connsiteY1219" fmla="*/ 4893730 h 4893730"/>
              <a:gd name="connsiteX1220" fmla="*/ 8784046 w 8877359"/>
              <a:gd name="connsiteY1220" fmla="*/ 4844398 h 4893730"/>
              <a:gd name="connsiteX1221" fmla="*/ 8783698 w 8877359"/>
              <a:gd name="connsiteY1221" fmla="*/ 4840941 h 4893730"/>
              <a:gd name="connsiteX1222" fmla="*/ 8792636 w 8877359"/>
              <a:gd name="connsiteY1222" fmla="*/ 4843715 h 4893730"/>
              <a:gd name="connsiteX1223" fmla="*/ 8802578 w 8877359"/>
              <a:gd name="connsiteY1223" fmla="*/ 4844717 h 4893730"/>
              <a:gd name="connsiteX1224" fmla="*/ 8851910 w 8877359"/>
              <a:gd name="connsiteY1224" fmla="*/ 4795386 h 4893730"/>
              <a:gd name="connsiteX1225" fmla="*/ 8843485 w 8877359"/>
              <a:gd name="connsiteY1225" fmla="*/ 4767804 h 4893730"/>
              <a:gd name="connsiteX1226" fmla="*/ 8840217 w 8877359"/>
              <a:gd name="connsiteY1226" fmla="*/ 4763844 h 4893730"/>
              <a:gd name="connsiteX1227" fmla="*/ 8847229 w 8877359"/>
              <a:gd name="connsiteY1227" fmla="*/ 4761667 h 4893730"/>
              <a:gd name="connsiteX1228" fmla="*/ 8877359 w 8877359"/>
              <a:gd name="connsiteY1228" fmla="*/ 4716212 h 4893730"/>
              <a:gd name="connsiteX1229" fmla="*/ 8847229 w 8877359"/>
              <a:gd name="connsiteY1229" fmla="*/ 4670757 h 4893730"/>
              <a:gd name="connsiteX1230" fmla="*/ 8840850 w 8877359"/>
              <a:gd name="connsiteY1230" fmla="*/ 4668777 h 4893730"/>
              <a:gd name="connsiteX1231" fmla="*/ 8843485 w 8877359"/>
              <a:gd name="connsiteY1231" fmla="*/ 4665583 h 4893730"/>
              <a:gd name="connsiteX1232" fmla="*/ 8851910 w 8877359"/>
              <a:gd name="connsiteY1232" fmla="*/ 4638001 h 4893730"/>
              <a:gd name="connsiteX1233" fmla="*/ 8802578 w 8877359"/>
              <a:gd name="connsiteY1233" fmla="*/ 4588669 h 4893730"/>
              <a:gd name="connsiteX1234" fmla="*/ 8787908 w 8877359"/>
              <a:gd name="connsiteY1234" fmla="*/ 4590887 h 4893730"/>
              <a:gd name="connsiteX1235" fmla="*/ 8783649 w 8877359"/>
              <a:gd name="connsiteY1235" fmla="*/ 4592935 h 4893730"/>
              <a:gd name="connsiteX1236" fmla="*/ 8784047 w 8877359"/>
              <a:gd name="connsiteY1236" fmla="*/ 4588989 h 4893730"/>
              <a:gd name="connsiteX1237" fmla="*/ 8734715 w 8877359"/>
              <a:gd name="connsiteY1237" fmla="*/ 4539657 h 4893730"/>
              <a:gd name="connsiteX1238" fmla="*/ 8699832 w 8877359"/>
              <a:gd name="connsiteY1238" fmla="*/ 4554106 h 4893730"/>
              <a:gd name="connsiteX1239" fmla="*/ 8694185 w 8877359"/>
              <a:gd name="connsiteY1239" fmla="*/ 4560950 h 4893730"/>
              <a:gd name="connsiteX1240" fmla="*/ 8688538 w 8877359"/>
              <a:gd name="connsiteY1240" fmla="*/ 4554106 h 4893730"/>
              <a:gd name="connsiteX1241" fmla="*/ 8653655 w 8877359"/>
              <a:gd name="connsiteY1241" fmla="*/ 4539657 h 4893730"/>
              <a:gd name="connsiteX1242" fmla="*/ 8604324 w 8877359"/>
              <a:gd name="connsiteY1242" fmla="*/ 4588989 h 4893730"/>
              <a:gd name="connsiteX1243" fmla="*/ 8604672 w 8877359"/>
              <a:gd name="connsiteY1243" fmla="*/ 4592446 h 4893730"/>
              <a:gd name="connsiteX1244" fmla="*/ 8595734 w 8877359"/>
              <a:gd name="connsiteY1244" fmla="*/ 4589671 h 4893730"/>
              <a:gd name="connsiteX1245" fmla="*/ 8585792 w 8877359"/>
              <a:gd name="connsiteY1245" fmla="*/ 4588669 h 4893730"/>
              <a:gd name="connsiteX1246" fmla="*/ 8536460 w 8877359"/>
              <a:gd name="connsiteY1246" fmla="*/ 4638001 h 4893730"/>
              <a:gd name="connsiteX1247" fmla="*/ 8544885 w 8877359"/>
              <a:gd name="connsiteY1247" fmla="*/ 4665583 h 4893730"/>
              <a:gd name="connsiteX1248" fmla="*/ 8547520 w 8877359"/>
              <a:gd name="connsiteY1248" fmla="*/ 4668777 h 4893730"/>
              <a:gd name="connsiteX1249" fmla="*/ 8541141 w 8877359"/>
              <a:gd name="connsiteY1249" fmla="*/ 4670757 h 4893730"/>
              <a:gd name="connsiteX1250" fmla="*/ 8511011 w 8877359"/>
              <a:gd name="connsiteY1250" fmla="*/ 4716212 h 4893730"/>
              <a:gd name="connsiteX1251" fmla="*/ 8541141 w 8877359"/>
              <a:gd name="connsiteY1251" fmla="*/ 4761667 h 4893730"/>
              <a:gd name="connsiteX1252" fmla="*/ 8548153 w 8877359"/>
              <a:gd name="connsiteY1252" fmla="*/ 4763844 h 4893730"/>
              <a:gd name="connsiteX1253" fmla="*/ 8544885 w 8877359"/>
              <a:gd name="connsiteY1253" fmla="*/ 4767804 h 4893730"/>
              <a:gd name="connsiteX1254" fmla="*/ 8536460 w 8877359"/>
              <a:gd name="connsiteY1254" fmla="*/ 4795386 h 4893730"/>
              <a:gd name="connsiteX1255" fmla="*/ 8585792 w 8877359"/>
              <a:gd name="connsiteY1255" fmla="*/ 4844717 h 4893730"/>
              <a:gd name="connsiteX1256" fmla="*/ 8595734 w 8877359"/>
              <a:gd name="connsiteY1256" fmla="*/ 4843715 h 4893730"/>
              <a:gd name="connsiteX1257" fmla="*/ 8604672 w 8877359"/>
              <a:gd name="connsiteY1257" fmla="*/ 4840941 h 4893730"/>
              <a:gd name="connsiteX1258" fmla="*/ 8604323 w 8877359"/>
              <a:gd name="connsiteY1258" fmla="*/ 4844398 h 4893730"/>
              <a:gd name="connsiteX1259" fmla="*/ 8653655 w 8877359"/>
              <a:gd name="connsiteY1259" fmla="*/ 4893730 h 4893730"/>
              <a:gd name="connsiteX1260" fmla="*/ 7944411 w 8877359"/>
              <a:gd name="connsiteY1260" fmla="*/ 4893730 h 4893730"/>
              <a:gd name="connsiteX1261" fmla="*/ 7979293 w 8877359"/>
              <a:gd name="connsiteY1261" fmla="*/ 4879281 h 4893730"/>
              <a:gd name="connsiteX1262" fmla="*/ 7984940 w 8877359"/>
              <a:gd name="connsiteY1262" fmla="*/ 4872437 h 4893730"/>
              <a:gd name="connsiteX1263" fmla="*/ 7990587 w 8877359"/>
              <a:gd name="connsiteY1263" fmla="*/ 4879281 h 4893730"/>
              <a:gd name="connsiteX1264" fmla="*/ 8025470 w 8877359"/>
              <a:gd name="connsiteY1264" fmla="*/ 4893730 h 4893730"/>
              <a:gd name="connsiteX1265" fmla="*/ 8074802 w 8877359"/>
              <a:gd name="connsiteY1265" fmla="*/ 4844398 h 4893730"/>
              <a:gd name="connsiteX1266" fmla="*/ 8074453 w 8877359"/>
              <a:gd name="connsiteY1266" fmla="*/ 4840941 h 4893730"/>
              <a:gd name="connsiteX1267" fmla="*/ 8083391 w 8877359"/>
              <a:gd name="connsiteY1267" fmla="*/ 4843715 h 4893730"/>
              <a:gd name="connsiteX1268" fmla="*/ 8093333 w 8877359"/>
              <a:gd name="connsiteY1268" fmla="*/ 4844717 h 4893730"/>
              <a:gd name="connsiteX1269" fmla="*/ 8142665 w 8877359"/>
              <a:gd name="connsiteY1269" fmla="*/ 4795386 h 4893730"/>
              <a:gd name="connsiteX1270" fmla="*/ 8134240 w 8877359"/>
              <a:gd name="connsiteY1270" fmla="*/ 4767804 h 4893730"/>
              <a:gd name="connsiteX1271" fmla="*/ 8130973 w 8877359"/>
              <a:gd name="connsiteY1271" fmla="*/ 4763844 h 4893730"/>
              <a:gd name="connsiteX1272" fmla="*/ 8137985 w 8877359"/>
              <a:gd name="connsiteY1272" fmla="*/ 4761667 h 4893730"/>
              <a:gd name="connsiteX1273" fmla="*/ 8168114 w 8877359"/>
              <a:gd name="connsiteY1273" fmla="*/ 4716212 h 4893730"/>
              <a:gd name="connsiteX1274" fmla="*/ 8137985 w 8877359"/>
              <a:gd name="connsiteY1274" fmla="*/ 4670757 h 4893730"/>
              <a:gd name="connsiteX1275" fmla="*/ 8131605 w 8877359"/>
              <a:gd name="connsiteY1275" fmla="*/ 4668777 h 4893730"/>
              <a:gd name="connsiteX1276" fmla="*/ 8134240 w 8877359"/>
              <a:gd name="connsiteY1276" fmla="*/ 4665583 h 4893730"/>
              <a:gd name="connsiteX1277" fmla="*/ 8142665 w 8877359"/>
              <a:gd name="connsiteY1277" fmla="*/ 4638001 h 4893730"/>
              <a:gd name="connsiteX1278" fmla="*/ 8093333 w 8877359"/>
              <a:gd name="connsiteY1278" fmla="*/ 4588669 h 4893730"/>
              <a:gd name="connsiteX1279" fmla="*/ 8078664 w 8877359"/>
              <a:gd name="connsiteY1279" fmla="*/ 4590887 h 4893730"/>
              <a:gd name="connsiteX1280" fmla="*/ 8074404 w 8877359"/>
              <a:gd name="connsiteY1280" fmla="*/ 4592935 h 4893730"/>
              <a:gd name="connsiteX1281" fmla="*/ 8074802 w 8877359"/>
              <a:gd name="connsiteY1281" fmla="*/ 4588989 h 4893730"/>
              <a:gd name="connsiteX1282" fmla="*/ 8025470 w 8877359"/>
              <a:gd name="connsiteY1282" fmla="*/ 4539657 h 4893730"/>
              <a:gd name="connsiteX1283" fmla="*/ 7990587 w 8877359"/>
              <a:gd name="connsiteY1283" fmla="*/ 4554106 h 4893730"/>
              <a:gd name="connsiteX1284" fmla="*/ 7984940 w 8877359"/>
              <a:gd name="connsiteY1284" fmla="*/ 4560950 h 4893730"/>
              <a:gd name="connsiteX1285" fmla="*/ 7979294 w 8877359"/>
              <a:gd name="connsiteY1285" fmla="*/ 4554106 h 4893730"/>
              <a:gd name="connsiteX1286" fmla="*/ 7944411 w 8877359"/>
              <a:gd name="connsiteY1286" fmla="*/ 4539657 h 4893730"/>
              <a:gd name="connsiteX1287" fmla="*/ 7895079 w 8877359"/>
              <a:gd name="connsiteY1287" fmla="*/ 4588989 h 4893730"/>
              <a:gd name="connsiteX1288" fmla="*/ 7895427 w 8877359"/>
              <a:gd name="connsiteY1288" fmla="*/ 4592446 h 4893730"/>
              <a:gd name="connsiteX1289" fmla="*/ 7886489 w 8877359"/>
              <a:gd name="connsiteY1289" fmla="*/ 4589671 h 4893730"/>
              <a:gd name="connsiteX1290" fmla="*/ 7876547 w 8877359"/>
              <a:gd name="connsiteY1290" fmla="*/ 4588669 h 4893730"/>
              <a:gd name="connsiteX1291" fmla="*/ 7827215 w 8877359"/>
              <a:gd name="connsiteY1291" fmla="*/ 4638001 h 4893730"/>
              <a:gd name="connsiteX1292" fmla="*/ 7835640 w 8877359"/>
              <a:gd name="connsiteY1292" fmla="*/ 4665583 h 4893730"/>
              <a:gd name="connsiteX1293" fmla="*/ 7838276 w 8877359"/>
              <a:gd name="connsiteY1293" fmla="*/ 4668777 h 4893730"/>
              <a:gd name="connsiteX1294" fmla="*/ 7831896 w 8877359"/>
              <a:gd name="connsiteY1294" fmla="*/ 4670757 h 4893730"/>
              <a:gd name="connsiteX1295" fmla="*/ 7801766 w 8877359"/>
              <a:gd name="connsiteY1295" fmla="*/ 4716212 h 4893730"/>
              <a:gd name="connsiteX1296" fmla="*/ 7831896 w 8877359"/>
              <a:gd name="connsiteY1296" fmla="*/ 4761667 h 4893730"/>
              <a:gd name="connsiteX1297" fmla="*/ 7838908 w 8877359"/>
              <a:gd name="connsiteY1297" fmla="*/ 4763844 h 4893730"/>
              <a:gd name="connsiteX1298" fmla="*/ 7835640 w 8877359"/>
              <a:gd name="connsiteY1298" fmla="*/ 4767804 h 4893730"/>
              <a:gd name="connsiteX1299" fmla="*/ 7827215 w 8877359"/>
              <a:gd name="connsiteY1299" fmla="*/ 4795386 h 4893730"/>
              <a:gd name="connsiteX1300" fmla="*/ 7876547 w 8877359"/>
              <a:gd name="connsiteY1300" fmla="*/ 4844717 h 4893730"/>
              <a:gd name="connsiteX1301" fmla="*/ 7886489 w 8877359"/>
              <a:gd name="connsiteY1301" fmla="*/ 4843715 h 4893730"/>
              <a:gd name="connsiteX1302" fmla="*/ 7895427 w 8877359"/>
              <a:gd name="connsiteY1302" fmla="*/ 4840941 h 4893730"/>
              <a:gd name="connsiteX1303" fmla="*/ 7895079 w 8877359"/>
              <a:gd name="connsiteY1303" fmla="*/ 4844398 h 4893730"/>
              <a:gd name="connsiteX1304" fmla="*/ 7944411 w 8877359"/>
              <a:gd name="connsiteY1304" fmla="*/ 4893730 h 4893730"/>
              <a:gd name="connsiteX1305" fmla="*/ 7235159 w 8877359"/>
              <a:gd name="connsiteY1305" fmla="*/ 4893730 h 4893730"/>
              <a:gd name="connsiteX1306" fmla="*/ 7270041 w 8877359"/>
              <a:gd name="connsiteY1306" fmla="*/ 4879281 h 4893730"/>
              <a:gd name="connsiteX1307" fmla="*/ 7275688 w 8877359"/>
              <a:gd name="connsiteY1307" fmla="*/ 4872437 h 4893730"/>
              <a:gd name="connsiteX1308" fmla="*/ 7281335 w 8877359"/>
              <a:gd name="connsiteY1308" fmla="*/ 4879281 h 4893730"/>
              <a:gd name="connsiteX1309" fmla="*/ 7316218 w 8877359"/>
              <a:gd name="connsiteY1309" fmla="*/ 4893730 h 4893730"/>
              <a:gd name="connsiteX1310" fmla="*/ 7365550 w 8877359"/>
              <a:gd name="connsiteY1310" fmla="*/ 4844398 h 4893730"/>
              <a:gd name="connsiteX1311" fmla="*/ 7365201 w 8877359"/>
              <a:gd name="connsiteY1311" fmla="*/ 4840941 h 4893730"/>
              <a:gd name="connsiteX1312" fmla="*/ 7374139 w 8877359"/>
              <a:gd name="connsiteY1312" fmla="*/ 4843715 h 4893730"/>
              <a:gd name="connsiteX1313" fmla="*/ 7384081 w 8877359"/>
              <a:gd name="connsiteY1313" fmla="*/ 4844717 h 4893730"/>
              <a:gd name="connsiteX1314" fmla="*/ 7433413 w 8877359"/>
              <a:gd name="connsiteY1314" fmla="*/ 4795386 h 4893730"/>
              <a:gd name="connsiteX1315" fmla="*/ 7424988 w 8877359"/>
              <a:gd name="connsiteY1315" fmla="*/ 4767804 h 4893730"/>
              <a:gd name="connsiteX1316" fmla="*/ 7421721 w 8877359"/>
              <a:gd name="connsiteY1316" fmla="*/ 4763844 h 4893730"/>
              <a:gd name="connsiteX1317" fmla="*/ 7428733 w 8877359"/>
              <a:gd name="connsiteY1317" fmla="*/ 4761667 h 4893730"/>
              <a:gd name="connsiteX1318" fmla="*/ 7458862 w 8877359"/>
              <a:gd name="connsiteY1318" fmla="*/ 4716212 h 4893730"/>
              <a:gd name="connsiteX1319" fmla="*/ 7428733 w 8877359"/>
              <a:gd name="connsiteY1319" fmla="*/ 4670757 h 4893730"/>
              <a:gd name="connsiteX1320" fmla="*/ 7422353 w 8877359"/>
              <a:gd name="connsiteY1320" fmla="*/ 4668777 h 4893730"/>
              <a:gd name="connsiteX1321" fmla="*/ 7424988 w 8877359"/>
              <a:gd name="connsiteY1321" fmla="*/ 4665583 h 4893730"/>
              <a:gd name="connsiteX1322" fmla="*/ 7433413 w 8877359"/>
              <a:gd name="connsiteY1322" fmla="*/ 4638001 h 4893730"/>
              <a:gd name="connsiteX1323" fmla="*/ 7384081 w 8877359"/>
              <a:gd name="connsiteY1323" fmla="*/ 4588669 h 4893730"/>
              <a:gd name="connsiteX1324" fmla="*/ 7369412 w 8877359"/>
              <a:gd name="connsiteY1324" fmla="*/ 4590887 h 4893730"/>
              <a:gd name="connsiteX1325" fmla="*/ 7365152 w 8877359"/>
              <a:gd name="connsiteY1325" fmla="*/ 4592935 h 4893730"/>
              <a:gd name="connsiteX1326" fmla="*/ 7365550 w 8877359"/>
              <a:gd name="connsiteY1326" fmla="*/ 4588989 h 4893730"/>
              <a:gd name="connsiteX1327" fmla="*/ 7316218 w 8877359"/>
              <a:gd name="connsiteY1327" fmla="*/ 4539657 h 4893730"/>
              <a:gd name="connsiteX1328" fmla="*/ 7281335 w 8877359"/>
              <a:gd name="connsiteY1328" fmla="*/ 4554106 h 4893730"/>
              <a:gd name="connsiteX1329" fmla="*/ 7275688 w 8877359"/>
              <a:gd name="connsiteY1329" fmla="*/ 4560950 h 4893730"/>
              <a:gd name="connsiteX1330" fmla="*/ 7270042 w 8877359"/>
              <a:gd name="connsiteY1330" fmla="*/ 4554106 h 4893730"/>
              <a:gd name="connsiteX1331" fmla="*/ 7235159 w 8877359"/>
              <a:gd name="connsiteY1331" fmla="*/ 4539657 h 4893730"/>
              <a:gd name="connsiteX1332" fmla="*/ 7185827 w 8877359"/>
              <a:gd name="connsiteY1332" fmla="*/ 4588989 h 4893730"/>
              <a:gd name="connsiteX1333" fmla="*/ 7186175 w 8877359"/>
              <a:gd name="connsiteY1333" fmla="*/ 4592446 h 4893730"/>
              <a:gd name="connsiteX1334" fmla="*/ 7177237 w 8877359"/>
              <a:gd name="connsiteY1334" fmla="*/ 4589671 h 4893730"/>
              <a:gd name="connsiteX1335" fmla="*/ 7167295 w 8877359"/>
              <a:gd name="connsiteY1335" fmla="*/ 4588669 h 4893730"/>
              <a:gd name="connsiteX1336" fmla="*/ 7117963 w 8877359"/>
              <a:gd name="connsiteY1336" fmla="*/ 4638001 h 4893730"/>
              <a:gd name="connsiteX1337" fmla="*/ 7126388 w 8877359"/>
              <a:gd name="connsiteY1337" fmla="*/ 4665583 h 4893730"/>
              <a:gd name="connsiteX1338" fmla="*/ 7129024 w 8877359"/>
              <a:gd name="connsiteY1338" fmla="*/ 4668777 h 4893730"/>
              <a:gd name="connsiteX1339" fmla="*/ 7122644 w 8877359"/>
              <a:gd name="connsiteY1339" fmla="*/ 4670757 h 4893730"/>
              <a:gd name="connsiteX1340" fmla="*/ 7092514 w 8877359"/>
              <a:gd name="connsiteY1340" fmla="*/ 4716212 h 4893730"/>
              <a:gd name="connsiteX1341" fmla="*/ 7122644 w 8877359"/>
              <a:gd name="connsiteY1341" fmla="*/ 4761667 h 4893730"/>
              <a:gd name="connsiteX1342" fmla="*/ 7129656 w 8877359"/>
              <a:gd name="connsiteY1342" fmla="*/ 4763844 h 4893730"/>
              <a:gd name="connsiteX1343" fmla="*/ 7126388 w 8877359"/>
              <a:gd name="connsiteY1343" fmla="*/ 4767804 h 4893730"/>
              <a:gd name="connsiteX1344" fmla="*/ 7117963 w 8877359"/>
              <a:gd name="connsiteY1344" fmla="*/ 4795386 h 4893730"/>
              <a:gd name="connsiteX1345" fmla="*/ 7167295 w 8877359"/>
              <a:gd name="connsiteY1345" fmla="*/ 4844717 h 4893730"/>
              <a:gd name="connsiteX1346" fmla="*/ 7177237 w 8877359"/>
              <a:gd name="connsiteY1346" fmla="*/ 4843715 h 4893730"/>
              <a:gd name="connsiteX1347" fmla="*/ 7186175 w 8877359"/>
              <a:gd name="connsiteY1347" fmla="*/ 4840941 h 4893730"/>
              <a:gd name="connsiteX1348" fmla="*/ 7185827 w 8877359"/>
              <a:gd name="connsiteY1348" fmla="*/ 4844398 h 4893730"/>
              <a:gd name="connsiteX1349" fmla="*/ 7235159 w 8877359"/>
              <a:gd name="connsiteY1349" fmla="*/ 4893730 h 4893730"/>
              <a:gd name="connsiteX1350" fmla="*/ 6525907 w 8877359"/>
              <a:gd name="connsiteY1350" fmla="*/ 4893730 h 4893730"/>
              <a:gd name="connsiteX1351" fmla="*/ 6560789 w 8877359"/>
              <a:gd name="connsiteY1351" fmla="*/ 4879281 h 4893730"/>
              <a:gd name="connsiteX1352" fmla="*/ 6566436 w 8877359"/>
              <a:gd name="connsiteY1352" fmla="*/ 4872437 h 4893730"/>
              <a:gd name="connsiteX1353" fmla="*/ 6572083 w 8877359"/>
              <a:gd name="connsiteY1353" fmla="*/ 4879281 h 4893730"/>
              <a:gd name="connsiteX1354" fmla="*/ 6606966 w 8877359"/>
              <a:gd name="connsiteY1354" fmla="*/ 4893730 h 4893730"/>
              <a:gd name="connsiteX1355" fmla="*/ 6656298 w 8877359"/>
              <a:gd name="connsiteY1355" fmla="*/ 4844398 h 4893730"/>
              <a:gd name="connsiteX1356" fmla="*/ 6655949 w 8877359"/>
              <a:gd name="connsiteY1356" fmla="*/ 4840941 h 4893730"/>
              <a:gd name="connsiteX1357" fmla="*/ 6664887 w 8877359"/>
              <a:gd name="connsiteY1357" fmla="*/ 4843715 h 4893730"/>
              <a:gd name="connsiteX1358" fmla="*/ 6674829 w 8877359"/>
              <a:gd name="connsiteY1358" fmla="*/ 4844717 h 4893730"/>
              <a:gd name="connsiteX1359" fmla="*/ 6724161 w 8877359"/>
              <a:gd name="connsiteY1359" fmla="*/ 4795386 h 4893730"/>
              <a:gd name="connsiteX1360" fmla="*/ 6715736 w 8877359"/>
              <a:gd name="connsiteY1360" fmla="*/ 4767804 h 4893730"/>
              <a:gd name="connsiteX1361" fmla="*/ 6712469 w 8877359"/>
              <a:gd name="connsiteY1361" fmla="*/ 4763844 h 4893730"/>
              <a:gd name="connsiteX1362" fmla="*/ 6719481 w 8877359"/>
              <a:gd name="connsiteY1362" fmla="*/ 4761667 h 4893730"/>
              <a:gd name="connsiteX1363" fmla="*/ 6749610 w 8877359"/>
              <a:gd name="connsiteY1363" fmla="*/ 4716212 h 4893730"/>
              <a:gd name="connsiteX1364" fmla="*/ 6719481 w 8877359"/>
              <a:gd name="connsiteY1364" fmla="*/ 4670757 h 4893730"/>
              <a:gd name="connsiteX1365" fmla="*/ 6713101 w 8877359"/>
              <a:gd name="connsiteY1365" fmla="*/ 4668777 h 4893730"/>
              <a:gd name="connsiteX1366" fmla="*/ 6715736 w 8877359"/>
              <a:gd name="connsiteY1366" fmla="*/ 4665583 h 4893730"/>
              <a:gd name="connsiteX1367" fmla="*/ 6724161 w 8877359"/>
              <a:gd name="connsiteY1367" fmla="*/ 4638001 h 4893730"/>
              <a:gd name="connsiteX1368" fmla="*/ 6674829 w 8877359"/>
              <a:gd name="connsiteY1368" fmla="*/ 4588669 h 4893730"/>
              <a:gd name="connsiteX1369" fmla="*/ 6660160 w 8877359"/>
              <a:gd name="connsiteY1369" fmla="*/ 4590887 h 4893730"/>
              <a:gd name="connsiteX1370" fmla="*/ 6655900 w 8877359"/>
              <a:gd name="connsiteY1370" fmla="*/ 4592935 h 4893730"/>
              <a:gd name="connsiteX1371" fmla="*/ 6656298 w 8877359"/>
              <a:gd name="connsiteY1371" fmla="*/ 4588989 h 4893730"/>
              <a:gd name="connsiteX1372" fmla="*/ 6606966 w 8877359"/>
              <a:gd name="connsiteY1372" fmla="*/ 4539657 h 4893730"/>
              <a:gd name="connsiteX1373" fmla="*/ 6572083 w 8877359"/>
              <a:gd name="connsiteY1373" fmla="*/ 4554106 h 4893730"/>
              <a:gd name="connsiteX1374" fmla="*/ 6566436 w 8877359"/>
              <a:gd name="connsiteY1374" fmla="*/ 4560950 h 4893730"/>
              <a:gd name="connsiteX1375" fmla="*/ 6560790 w 8877359"/>
              <a:gd name="connsiteY1375" fmla="*/ 4554106 h 4893730"/>
              <a:gd name="connsiteX1376" fmla="*/ 6525907 w 8877359"/>
              <a:gd name="connsiteY1376" fmla="*/ 4539657 h 4893730"/>
              <a:gd name="connsiteX1377" fmla="*/ 6476575 w 8877359"/>
              <a:gd name="connsiteY1377" fmla="*/ 4588989 h 4893730"/>
              <a:gd name="connsiteX1378" fmla="*/ 6476923 w 8877359"/>
              <a:gd name="connsiteY1378" fmla="*/ 4592446 h 4893730"/>
              <a:gd name="connsiteX1379" fmla="*/ 6467985 w 8877359"/>
              <a:gd name="connsiteY1379" fmla="*/ 4589671 h 4893730"/>
              <a:gd name="connsiteX1380" fmla="*/ 6458043 w 8877359"/>
              <a:gd name="connsiteY1380" fmla="*/ 4588669 h 4893730"/>
              <a:gd name="connsiteX1381" fmla="*/ 6408711 w 8877359"/>
              <a:gd name="connsiteY1381" fmla="*/ 4638001 h 4893730"/>
              <a:gd name="connsiteX1382" fmla="*/ 6417136 w 8877359"/>
              <a:gd name="connsiteY1382" fmla="*/ 4665583 h 4893730"/>
              <a:gd name="connsiteX1383" fmla="*/ 6419772 w 8877359"/>
              <a:gd name="connsiteY1383" fmla="*/ 4668777 h 4893730"/>
              <a:gd name="connsiteX1384" fmla="*/ 6413392 w 8877359"/>
              <a:gd name="connsiteY1384" fmla="*/ 4670757 h 4893730"/>
              <a:gd name="connsiteX1385" fmla="*/ 6383262 w 8877359"/>
              <a:gd name="connsiteY1385" fmla="*/ 4716212 h 4893730"/>
              <a:gd name="connsiteX1386" fmla="*/ 6413392 w 8877359"/>
              <a:gd name="connsiteY1386" fmla="*/ 4761667 h 4893730"/>
              <a:gd name="connsiteX1387" fmla="*/ 6420404 w 8877359"/>
              <a:gd name="connsiteY1387" fmla="*/ 4763844 h 4893730"/>
              <a:gd name="connsiteX1388" fmla="*/ 6417136 w 8877359"/>
              <a:gd name="connsiteY1388" fmla="*/ 4767804 h 4893730"/>
              <a:gd name="connsiteX1389" fmla="*/ 6408711 w 8877359"/>
              <a:gd name="connsiteY1389" fmla="*/ 4795386 h 4893730"/>
              <a:gd name="connsiteX1390" fmla="*/ 6458043 w 8877359"/>
              <a:gd name="connsiteY1390" fmla="*/ 4844717 h 4893730"/>
              <a:gd name="connsiteX1391" fmla="*/ 6467985 w 8877359"/>
              <a:gd name="connsiteY1391" fmla="*/ 4843715 h 4893730"/>
              <a:gd name="connsiteX1392" fmla="*/ 6476923 w 8877359"/>
              <a:gd name="connsiteY1392" fmla="*/ 4840941 h 4893730"/>
              <a:gd name="connsiteX1393" fmla="*/ 6476575 w 8877359"/>
              <a:gd name="connsiteY1393" fmla="*/ 4844398 h 4893730"/>
              <a:gd name="connsiteX1394" fmla="*/ 6525907 w 8877359"/>
              <a:gd name="connsiteY1394" fmla="*/ 4893730 h 4893730"/>
              <a:gd name="connsiteX1395" fmla="*/ 5816655 w 8877359"/>
              <a:gd name="connsiteY1395" fmla="*/ 4893730 h 4893730"/>
              <a:gd name="connsiteX1396" fmla="*/ 5851537 w 8877359"/>
              <a:gd name="connsiteY1396" fmla="*/ 4879281 h 4893730"/>
              <a:gd name="connsiteX1397" fmla="*/ 5857184 w 8877359"/>
              <a:gd name="connsiteY1397" fmla="*/ 4872437 h 4893730"/>
              <a:gd name="connsiteX1398" fmla="*/ 5862831 w 8877359"/>
              <a:gd name="connsiteY1398" fmla="*/ 4879281 h 4893730"/>
              <a:gd name="connsiteX1399" fmla="*/ 5897714 w 8877359"/>
              <a:gd name="connsiteY1399" fmla="*/ 4893730 h 4893730"/>
              <a:gd name="connsiteX1400" fmla="*/ 5947046 w 8877359"/>
              <a:gd name="connsiteY1400" fmla="*/ 4844398 h 4893730"/>
              <a:gd name="connsiteX1401" fmla="*/ 5946697 w 8877359"/>
              <a:gd name="connsiteY1401" fmla="*/ 4840941 h 4893730"/>
              <a:gd name="connsiteX1402" fmla="*/ 5955635 w 8877359"/>
              <a:gd name="connsiteY1402" fmla="*/ 4843715 h 4893730"/>
              <a:gd name="connsiteX1403" fmla="*/ 5965577 w 8877359"/>
              <a:gd name="connsiteY1403" fmla="*/ 4844717 h 4893730"/>
              <a:gd name="connsiteX1404" fmla="*/ 6014909 w 8877359"/>
              <a:gd name="connsiteY1404" fmla="*/ 4795386 h 4893730"/>
              <a:gd name="connsiteX1405" fmla="*/ 6006484 w 8877359"/>
              <a:gd name="connsiteY1405" fmla="*/ 4767804 h 4893730"/>
              <a:gd name="connsiteX1406" fmla="*/ 6003217 w 8877359"/>
              <a:gd name="connsiteY1406" fmla="*/ 4763844 h 4893730"/>
              <a:gd name="connsiteX1407" fmla="*/ 6010229 w 8877359"/>
              <a:gd name="connsiteY1407" fmla="*/ 4761667 h 4893730"/>
              <a:gd name="connsiteX1408" fmla="*/ 6040358 w 8877359"/>
              <a:gd name="connsiteY1408" fmla="*/ 4716212 h 4893730"/>
              <a:gd name="connsiteX1409" fmla="*/ 6010229 w 8877359"/>
              <a:gd name="connsiteY1409" fmla="*/ 4670757 h 4893730"/>
              <a:gd name="connsiteX1410" fmla="*/ 6003849 w 8877359"/>
              <a:gd name="connsiteY1410" fmla="*/ 4668777 h 4893730"/>
              <a:gd name="connsiteX1411" fmla="*/ 6006484 w 8877359"/>
              <a:gd name="connsiteY1411" fmla="*/ 4665583 h 4893730"/>
              <a:gd name="connsiteX1412" fmla="*/ 6014909 w 8877359"/>
              <a:gd name="connsiteY1412" fmla="*/ 4638001 h 4893730"/>
              <a:gd name="connsiteX1413" fmla="*/ 5965577 w 8877359"/>
              <a:gd name="connsiteY1413" fmla="*/ 4588669 h 4893730"/>
              <a:gd name="connsiteX1414" fmla="*/ 5950908 w 8877359"/>
              <a:gd name="connsiteY1414" fmla="*/ 4590887 h 4893730"/>
              <a:gd name="connsiteX1415" fmla="*/ 5946648 w 8877359"/>
              <a:gd name="connsiteY1415" fmla="*/ 4592935 h 4893730"/>
              <a:gd name="connsiteX1416" fmla="*/ 5947046 w 8877359"/>
              <a:gd name="connsiteY1416" fmla="*/ 4588989 h 4893730"/>
              <a:gd name="connsiteX1417" fmla="*/ 5897714 w 8877359"/>
              <a:gd name="connsiteY1417" fmla="*/ 4539657 h 4893730"/>
              <a:gd name="connsiteX1418" fmla="*/ 5862831 w 8877359"/>
              <a:gd name="connsiteY1418" fmla="*/ 4554106 h 4893730"/>
              <a:gd name="connsiteX1419" fmla="*/ 5857184 w 8877359"/>
              <a:gd name="connsiteY1419" fmla="*/ 4560950 h 4893730"/>
              <a:gd name="connsiteX1420" fmla="*/ 5851538 w 8877359"/>
              <a:gd name="connsiteY1420" fmla="*/ 4554106 h 4893730"/>
              <a:gd name="connsiteX1421" fmla="*/ 5816655 w 8877359"/>
              <a:gd name="connsiteY1421" fmla="*/ 4539657 h 4893730"/>
              <a:gd name="connsiteX1422" fmla="*/ 5767323 w 8877359"/>
              <a:gd name="connsiteY1422" fmla="*/ 4588989 h 4893730"/>
              <a:gd name="connsiteX1423" fmla="*/ 5767671 w 8877359"/>
              <a:gd name="connsiteY1423" fmla="*/ 4592446 h 4893730"/>
              <a:gd name="connsiteX1424" fmla="*/ 5758733 w 8877359"/>
              <a:gd name="connsiteY1424" fmla="*/ 4589671 h 4893730"/>
              <a:gd name="connsiteX1425" fmla="*/ 5748791 w 8877359"/>
              <a:gd name="connsiteY1425" fmla="*/ 4588669 h 4893730"/>
              <a:gd name="connsiteX1426" fmla="*/ 5699459 w 8877359"/>
              <a:gd name="connsiteY1426" fmla="*/ 4638001 h 4893730"/>
              <a:gd name="connsiteX1427" fmla="*/ 5707884 w 8877359"/>
              <a:gd name="connsiteY1427" fmla="*/ 4665583 h 4893730"/>
              <a:gd name="connsiteX1428" fmla="*/ 5710520 w 8877359"/>
              <a:gd name="connsiteY1428" fmla="*/ 4668777 h 4893730"/>
              <a:gd name="connsiteX1429" fmla="*/ 5704140 w 8877359"/>
              <a:gd name="connsiteY1429" fmla="*/ 4670757 h 4893730"/>
              <a:gd name="connsiteX1430" fmla="*/ 5674010 w 8877359"/>
              <a:gd name="connsiteY1430" fmla="*/ 4716212 h 4893730"/>
              <a:gd name="connsiteX1431" fmla="*/ 5704140 w 8877359"/>
              <a:gd name="connsiteY1431" fmla="*/ 4761667 h 4893730"/>
              <a:gd name="connsiteX1432" fmla="*/ 5711152 w 8877359"/>
              <a:gd name="connsiteY1432" fmla="*/ 4763844 h 4893730"/>
              <a:gd name="connsiteX1433" fmla="*/ 5707884 w 8877359"/>
              <a:gd name="connsiteY1433" fmla="*/ 4767804 h 4893730"/>
              <a:gd name="connsiteX1434" fmla="*/ 5699459 w 8877359"/>
              <a:gd name="connsiteY1434" fmla="*/ 4795386 h 4893730"/>
              <a:gd name="connsiteX1435" fmla="*/ 5748791 w 8877359"/>
              <a:gd name="connsiteY1435" fmla="*/ 4844717 h 4893730"/>
              <a:gd name="connsiteX1436" fmla="*/ 5758733 w 8877359"/>
              <a:gd name="connsiteY1436" fmla="*/ 4843715 h 4893730"/>
              <a:gd name="connsiteX1437" fmla="*/ 5767671 w 8877359"/>
              <a:gd name="connsiteY1437" fmla="*/ 4840941 h 4893730"/>
              <a:gd name="connsiteX1438" fmla="*/ 5767323 w 8877359"/>
              <a:gd name="connsiteY1438" fmla="*/ 4844398 h 4893730"/>
              <a:gd name="connsiteX1439" fmla="*/ 5816655 w 8877359"/>
              <a:gd name="connsiteY1439" fmla="*/ 4893730 h 4893730"/>
              <a:gd name="connsiteX1440" fmla="*/ 5107403 w 8877359"/>
              <a:gd name="connsiteY1440" fmla="*/ 4893730 h 4893730"/>
              <a:gd name="connsiteX1441" fmla="*/ 5142285 w 8877359"/>
              <a:gd name="connsiteY1441" fmla="*/ 4879281 h 4893730"/>
              <a:gd name="connsiteX1442" fmla="*/ 5147932 w 8877359"/>
              <a:gd name="connsiteY1442" fmla="*/ 4872437 h 4893730"/>
              <a:gd name="connsiteX1443" fmla="*/ 5153579 w 8877359"/>
              <a:gd name="connsiteY1443" fmla="*/ 4879281 h 4893730"/>
              <a:gd name="connsiteX1444" fmla="*/ 5188462 w 8877359"/>
              <a:gd name="connsiteY1444" fmla="*/ 4893730 h 4893730"/>
              <a:gd name="connsiteX1445" fmla="*/ 5237794 w 8877359"/>
              <a:gd name="connsiteY1445" fmla="*/ 4844398 h 4893730"/>
              <a:gd name="connsiteX1446" fmla="*/ 5237445 w 8877359"/>
              <a:gd name="connsiteY1446" fmla="*/ 4840941 h 4893730"/>
              <a:gd name="connsiteX1447" fmla="*/ 5246383 w 8877359"/>
              <a:gd name="connsiteY1447" fmla="*/ 4843715 h 4893730"/>
              <a:gd name="connsiteX1448" fmla="*/ 5256325 w 8877359"/>
              <a:gd name="connsiteY1448" fmla="*/ 4844717 h 4893730"/>
              <a:gd name="connsiteX1449" fmla="*/ 5305657 w 8877359"/>
              <a:gd name="connsiteY1449" fmla="*/ 4795386 h 4893730"/>
              <a:gd name="connsiteX1450" fmla="*/ 5297232 w 8877359"/>
              <a:gd name="connsiteY1450" fmla="*/ 4767804 h 4893730"/>
              <a:gd name="connsiteX1451" fmla="*/ 5293965 w 8877359"/>
              <a:gd name="connsiteY1451" fmla="*/ 4763844 h 4893730"/>
              <a:gd name="connsiteX1452" fmla="*/ 5300977 w 8877359"/>
              <a:gd name="connsiteY1452" fmla="*/ 4761667 h 4893730"/>
              <a:gd name="connsiteX1453" fmla="*/ 5331106 w 8877359"/>
              <a:gd name="connsiteY1453" fmla="*/ 4716212 h 4893730"/>
              <a:gd name="connsiteX1454" fmla="*/ 5300977 w 8877359"/>
              <a:gd name="connsiteY1454" fmla="*/ 4670757 h 4893730"/>
              <a:gd name="connsiteX1455" fmla="*/ 5294597 w 8877359"/>
              <a:gd name="connsiteY1455" fmla="*/ 4668777 h 4893730"/>
              <a:gd name="connsiteX1456" fmla="*/ 5297232 w 8877359"/>
              <a:gd name="connsiteY1456" fmla="*/ 4665583 h 4893730"/>
              <a:gd name="connsiteX1457" fmla="*/ 5305657 w 8877359"/>
              <a:gd name="connsiteY1457" fmla="*/ 4638001 h 4893730"/>
              <a:gd name="connsiteX1458" fmla="*/ 5256325 w 8877359"/>
              <a:gd name="connsiteY1458" fmla="*/ 4588669 h 4893730"/>
              <a:gd name="connsiteX1459" fmla="*/ 5241656 w 8877359"/>
              <a:gd name="connsiteY1459" fmla="*/ 4590887 h 4893730"/>
              <a:gd name="connsiteX1460" fmla="*/ 5237396 w 8877359"/>
              <a:gd name="connsiteY1460" fmla="*/ 4592935 h 4893730"/>
              <a:gd name="connsiteX1461" fmla="*/ 5237794 w 8877359"/>
              <a:gd name="connsiteY1461" fmla="*/ 4588989 h 4893730"/>
              <a:gd name="connsiteX1462" fmla="*/ 5188462 w 8877359"/>
              <a:gd name="connsiteY1462" fmla="*/ 4539657 h 4893730"/>
              <a:gd name="connsiteX1463" fmla="*/ 5153579 w 8877359"/>
              <a:gd name="connsiteY1463" fmla="*/ 4554106 h 4893730"/>
              <a:gd name="connsiteX1464" fmla="*/ 5147932 w 8877359"/>
              <a:gd name="connsiteY1464" fmla="*/ 4560950 h 4893730"/>
              <a:gd name="connsiteX1465" fmla="*/ 5142286 w 8877359"/>
              <a:gd name="connsiteY1465" fmla="*/ 4554106 h 4893730"/>
              <a:gd name="connsiteX1466" fmla="*/ 5107403 w 8877359"/>
              <a:gd name="connsiteY1466" fmla="*/ 4539657 h 4893730"/>
              <a:gd name="connsiteX1467" fmla="*/ 5058071 w 8877359"/>
              <a:gd name="connsiteY1467" fmla="*/ 4588989 h 4893730"/>
              <a:gd name="connsiteX1468" fmla="*/ 5058419 w 8877359"/>
              <a:gd name="connsiteY1468" fmla="*/ 4592446 h 4893730"/>
              <a:gd name="connsiteX1469" fmla="*/ 5049481 w 8877359"/>
              <a:gd name="connsiteY1469" fmla="*/ 4589671 h 4893730"/>
              <a:gd name="connsiteX1470" fmla="*/ 5039539 w 8877359"/>
              <a:gd name="connsiteY1470" fmla="*/ 4588669 h 4893730"/>
              <a:gd name="connsiteX1471" fmla="*/ 4990207 w 8877359"/>
              <a:gd name="connsiteY1471" fmla="*/ 4638001 h 4893730"/>
              <a:gd name="connsiteX1472" fmla="*/ 4998632 w 8877359"/>
              <a:gd name="connsiteY1472" fmla="*/ 4665583 h 4893730"/>
              <a:gd name="connsiteX1473" fmla="*/ 5001268 w 8877359"/>
              <a:gd name="connsiteY1473" fmla="*/ 4668777 h 4893730"/>
              <a:gd name="connsiteX1474" fmla="*/ 4994888 w 8877359"/>
              <a:gd name="connsiteY1474" fmla="*/ 4670757 h 4893730"/>
              <a:gd name="connsiteX1475" fmla="*/ 4964758 w 8877359"/>
              <a:gd name="connsiteY1475" fmla="*/ 4716212 h 4893730"/>
              <a:gd name="connsiteX1476" fmla="*/ 4994888 w 8877359"/>
              <a:gd name="connsiteY1476" fmla="*/ 4761667 h 4893730"/>
              <a:gd name="connsiteX1477" fmla="*/ 5001900 w 8877359"/>
              <a:gd name="connsiteY1477" fmla="*/ 4763844 h 4893730"/>
              <a:gd name="connsiteX1478" fmla="*/ 4998632 w 8877359"/>
              <a:gd name="connsiteY1478" fmla="*/ 4767804 h 4893730"/>
              <a:gd name="connsiteX1479" fmla="*/ 4990207 w 8877359"/>
              <a:gd name="connsiteY1479" fmla="*/ 4795386 h 4893730"/>
              <a:gd name="connsiteX1480" fmla="*/ 5039539 w 8877359"/>
              <a:gd name="connsiteY1480" fmla="*/ 4844717 h 4893730"/>
              <a:gd name="connsiteX1481" fmla="*/ 5049481 w 8877359"/>
              <a:gd name="connsiteY1481" fmla="*/ 4843715 h 4893730"/>
              <a:gd name="connsiteX1482" fmla="*/ 5058419 w 8877359"/>
              <a:gd name="connsiteY1482" fmla="*/ 4840941 h 4893730"/>
              <a:gd name="connsiteX1483" fmla="*/ 5058071 w 8877359"/>
              <a:gd name="connsiteY1483" fmla="*/ 4844398 h 4893730"/>
              <a:gd name="connsiteX1484" fmla="*/ 5107403 w 8877359"/>
              <a:gd name="connsiteY1484" fmla="*/ 4893730 h 4893730"/>
              <a:gd name="connsiteX1485" fmla="*/ 4398151 w 8877359"/>
              <a:gd name="connsiteY1485" fmla="*/ 4893730 h 4893730"/>
              <a:gd name="connsiteX1486" fmla="*/ 4433033 w 8877359"/>
              <a:gd name="connsiteY1486" fmla="*/ 4879281 h 4893730"/>
              <a:gd name="connsiteX1487" fmla="*/ 4438680 w 8877359"/>
              <a:gd name="connsiteY1487" fmla="*/ 4872437 h 4893730"/>
              <a:gd name="connsiteX1488" fmla="*/ 4444327 w 8877359"/>
              <a:gd name="connsiteY1488" fmla="*/ 4879281 h 4893730"/>
              <a:gd name="connsiteX1489" fmla="*/ 4479210 w 8877359"/>
              <a:gd name="connsiteY1489" fmla="*/ 4893730 h 4893730"/>
              <a:gd name="connsiteX1490" fmla="*/ 4528542 w 8877359"/>
              <a:gd name="connsiteY1490" fmla="*/ 4844398 h 4893730"/>
              <a:gd name="connsiteX1491" fmla="*/ 4528193 w 8877359"/>
              <a:gd name="connsiteY1491" fmla="*/ 4840941 h 4893730"/>
              <a:gd name="connsiteX1492" fmla="*/ 4537131 w 8877359"/>
              <a:gd name="connsiteY1492" fmla="*/ 4843715 h 4893730"/>
              <a:gd name="connsiteX1493" fmla="*/ 4547073 w 8877359"/>
              <a:gd name="connsiteY1493" fmla="*/ 4844717 h 4893730"/>
              <a:gd name="connsiteX1494" fmla="*/ 4596405 w 8877359"/>
              <a:gd name="connsiteY1494" fmla="*/ 4795386 h 4893730"/>
              <a:gd name="connsiteX1495" fmla="*/ 4587980 w 8877359"/>
              <a:gd name="connsiteY1495" fmla="*/ 4767804 h 4893730"/>
              <a:gd name="connsiteX1496" fmla="*/ 4584713 w 8877359"/>
              <a:gd name="connsiteY1496" fmla="*/ 4763844 h 4893730"/>
              <a:gd name="connsiteX1497" fmla="*/ 4591725 w 8877359"/>
              <a:gd name="connsiteY1497" fmla="*/ 4761667 h 4893730"/>
              <a:gd name="connsiteX1498" fmla="*/ 4621854 w 8877359"/>
              <a:gd name="connsiteY1498" fmla="*/ 4716212 h 4893730"/>
              <a:gd name="connsiteX1499" fmla="*/ 4591725 w 8877359"/>
              <a:gd name="connsiteY1499" fmla="*/ 4670757 h 4893730"/>
              <a:gd name="connsiteX1500" fmla="*/ 4585345 w 8877359"/>
              <a:gd name="connsiteY1500" fmla="*/ 4668777 h 4893730"/>
              <a:gd name="connsiteX1501" fmla="*/ 4587980 w 8877359"/>
              <a:gd name="connsiteY1501" fmla="*/ 4665583 h 4893730"/>
              <a:gd name="connsiteX1502" fmla="*/ 4596405 w 8877359"/>
              <a:gd name="connsiteY1502" fmla="*/ 4638001 h 4893730"/>
              <a:gd name="connsiteX1503" fmla="*/ 4547073 w 8877359"/>
              <a:gd name="connsiteY1503" fmla="*/ 4588669 h 4893730"/>
              <a:gd name="connsiteX1504" fmla="*/ 4532404 w 8877359"/>
              <a:gd name="connsiteY1504" fmla="*/ 4590887 h 4893730"/>
              <a:gd name="connsiteX1505" fmla="*/ 4528144 w 8877359"/>
              <a:gd name="connsiteY1505" fmla="*/ 4592935 h 4893730"/>
              <a:gd name="connsiteX1506" fmla="*/ 4528542 w 8877359"/>
              <a:gd name="connsiteY1506" fmla="*/ 4588989 h 4893730"/>
              <a:gd name="connsiteX1507" fmla="*/ 4479210 w 8877359"/>
              <a:gd name="connsiteY1507" fmla="*/ 4539657 h 4893730"/>
              <a:gd name="connsiteX1508" fmla="*/ 4444327 w 8877359"/>
              <a:gd name="connsiteY1508" fmla="*/ 4554106 h 4893730"/>
              <a:gd name="connsiteX1509" fmla="*/ 4438680 w 8877359"/>
              <a:gd name="connsiteY1509" fmla="*/ 4560950 h 4893730"/>
              <a:gd name="connsiteX1510" fmla="*/ 4433034 w 8877359"/>
              <a:gd name="connsiteY1510" fmla="*/ 4554106 h 4893730"/>
              <a:gd name="connsiteX1511" fmla="*/ 4398151 w 8877359"/>
              <a:gd name="connsiteY1511" fmla="*/ 4539657 h 4893730"/>
              <a:gd name="connsiteX1512" fmla="*/ 4348819 w 8877359"/>
              <a:gd name="connsiteY1512" fmla="*/ 4588989 h 4893730"/>
              <a:gd name="connsiteX1513" fmla="*/ 4349167 w 8877359"/>
              <a:gd name="connsiteY1513" fmla="*/ 4592446 h 4893730"/>
              <a:gd name="connsiteX1514" fmla="*/ 4340229 w 8877359"/>
              <a:gd name="connsiteY1514" fmla="*/ 4589671 h 4893730"/>
              <a:gd name="connsiteX1515" fmla="*/ 4330287 w 8877359"/>
              <a:gd name="connsiteY1515" fmla="*/ 4588669 h 4893730"/>
              <a:gd name="connsiteX1516" fmla="*/ 4280955 w 8877359"/>
              <a:gd name="connsiteY1516" fmla="*/ 4638001 h 4893730"/>
              <a:gd name="connsiteX1517" fmla="*/ 4289380 w 8877359"/>
              <a:gd name="connsiteY1517" fmla="*/ 4665583 h 4893730"/>
              <a:gd name="connsiteX1518" fmla="*/ 4292016 w 8877359"/>
              <a:gd name="connsiteY1518" fmla="*/ 4668777 h 4893730"/>
              <a:gd name="connsiteX1519" fmla="*/ 4285636 w 8877359"/>
              <a:gd name="connsiteY1519" fmla="*/ 4670757 h 4893730"/>
              <a:gd name="connsiteX1520" fmla="*/ 4255506 w 8877359"/>
              <a:gd name="connsiteY1520" fmla="*/ 4716212 h 4893730"/>
              <a:gd name="connsiteX1521" fmla="*/ 4285636 w 8877359"/>
              <a:gd name="connsiteY1521" fmla="*/ 4761667 h 4893730"/>
              <a:gd name="connsiteX1522" fmla="*/ 4292648 w 8877359"/>
              <a:gd name="connsiteY1522" fmla="*/ 4763844 h 4893730"/>
              <a:gd name="connsiteX1523" fmla="*/ 4289380 w 8877359"/>
              <a:gd name="connsiteY1523" fmla="*/ 4767804 h 4893730"/>
              <a:gd name="connsiteX1524" fmla="*/ 4280955 w 8877359"/>
              <a:gd name="connsiteY1524" fmla="*/ 4795386 h 4893730"/>
              <a:gd name="connsiteX1525" fmla="*/ 4330287 w 8877359"/>
              <a:gd name="connsiteY1525" fmla="*/ 4844717 h 4893730"/>
              <a:gd name="connsiteX1526" fmla="*/ 4340229 w 8877359"/>
              <a:gd name="connsiteY1526" fmla="*/ 4843715 h 4893730"/>
              <a:gd name="connsiteX1527" fmla="*/ 4349167 w 8877359"/>
              <a:gd name="connsiteY1527" fmla="*/ 4840941 h 4893730"/>
              <a:gd name="connsiteX1528" fmla="*/ 4348819 w 8877359"/>
              <a:gd name="connsiteY1528" fmla="*/ 4844398 h 4893730"/>
              <a:gd name="connsiteX1529" fmla="*/ 4398151 w 8877359"/>
              <a:gd name="connsiteY1529" fmla="*/ 4893730 h 4893730"/>
              <a:gd name="connsiteX1530" fmla="*/ 3688906 w 8877359"/>
              <a:gd name="connsiteY1530" fmla="*/ 4893730 h 4893730"/>
              <a:gd name="connsiteX1531" fmla="*/ 3723789 w 8877359"/>
              <a:gd name="connsiteY1531" fmla="*/ 4879281 h 4893730"/>
              <a:gd name="connsiteX1532" fmla="*/ 3729435 w 8877359"/>
              <a:gd name="connsiteY1532" fmla="*/ 4872437 h 4893730"/>
              <a:gd name="connsiteX1533" fmla="*/ 3735082 w 8877359"/>
              <a:gd name="connsiteY1533" fmla="*/ 4879281 h 4893730"/>
              <a:gd name="connsiteX1534" fmla="*/ 3769966 w 8877359"/>
              <a:gd name="connsiteY1534" fmla="*/ 4893730 h 4893730"/>
              <a:gd name="connsiteX1535" fmla="*/ 3819297 w 8877359"/>
              <a:gd name="connsiteY1535" fmla="*/ 4844398 h 4893730"/>
              <a:gd name="connsiteX1536" fmla="*/ 3818949 w 8877359"/>
              <a:gd name="connsiteY1536" fmla="*/ 4840941 h 4893730"/>
              <a:gd name="connsiteX1537" fmla="*/ 3827887 w 8877359"/>
              <a:gd name="connsiteY1537" fmla="*/ 4843715 h 4893730"/>
              <a:gd name="connsiteX1538" fmla="*/ 3837829 w 8877359"/>
              <a:gd name="connsiteY1538" fmla="*/ 4844717 h 4893730"/>
              <a:gd name="connsiteX1539" fmla="*/ 3887161 w 8877359"/>
              <a:gd name="connsiteY1539" fmla="*/ 4795386 h 4893730"/>
              <a:gd name="connsiteX1540" fmla="*/ 3878736 w 8877359"/>
              <a:gd name="connsiteY1540" fmla="*/ 4767804 h 4893730"/>
              <a:gd name="connsiteX1541" fmla="*/ 3875469 w 8877359"/>
              <a:gd name="connsiteY1541" fmla="*/ 4763844 h 4893730"/>
              <a:gd name="connsiteX1542" fmla="*/ 3882480 w 8877359"/>
              <a:gd name="connsiteY1542" fmla="*/ 4761667 h 4893730"/>
              <a:gd name="connsiteX1543" fmla="*/ 3912610 w 8877359"/>
              <a:gd name="connsiteY1543" fmla="*/ 4716212 h 4893730"/>
              <a:gd name="connsiteX1544" fmla="*/ 3882480 w 8877359"/>
              <a:gd name="connsiteY1544" fmla="*/ 4670757 h 4893730"/>
              <a:gd name="connsiteX1545" fmla="*/ 3876100 w 8877359"/>
              <a:gd name="connsiteY1545" fmla="*/ 4668777 h 4893730"/>
              <a:gd name="connsiteX1546" fmla="*/ 3878736 w 8877359"/>
              <a:gd name="connsiteY1546" fmla="*/ 4665583 h 4893730"/>
              <a:gd name="connsiteX1547" fmla="*/ 3887161 w 8877359"/>
              <a:gd name="connsiteY1547" fmla="*/ 4638001 h 4893730"/>
              <a:gd name="connsiteX1548" fmla="*/ 3837829 w 8877359"/>
              <a:gd name="connsiteY1548" fmla="*/ 4588669 h 4893730"/>
              <a:gd name="connsiteX1549" fmla="*/ 3823160 w 8877359"/>
              <a:gd name="connsiteY1549" fmla="*/ 4590887 h 4893730"/>
              <a:gd name="connsiteX1550" fmla="*/ 3818900 w 8877359"/>
              <a:gd name="connsiteY1550" fmla="*/ 4592935 h 4893730"/>
              <a:gd name="connsiteX1551" fmla="*/ 3819297 w 8877359"/>
              <a:gd name="connsiteY1551" fmla="*/ 4588989 h 4893730"/>
              <a:gd name="connsiteX1552" fmla="*/ 3769966 w 8877359"/>
              <a:gd name="connsiteY1552" fmla="*/ 4539657 h 4893730"/>
              <a:gd name="connsiteX1553" fmla="*/ 3735082 w 8877359"/>
              <a:gd name="connsiteY1553" fmla="*/ 4554106 h 4893730"/>
              <a:gd name="connsiteX1554" fmla="*/ 3729437 w 8877359"/>
              <a:gd name="connsiteY1554" fmla="*/ 4560950 h 4893730"/>
              <a:gd name="connsiteX1555" fmla="*/ 3723789 w 8877359"/>
              <a:gd name="connsiteY1555" fmla="*/ 4554106 h 4893730"/>
              <a:gd name="connsiteX1556" fmla="*/ 3688906 w 8877359"/>
              <a:gd name="connsiteY1556" fmla="*/ 4539657 h 4893730"/>
              <a:gd name="connsiteX1557" fmla="*/ 3639575 w 8877359"/>
              <a:gd name="connsiteY1557" fmla="*/ 4588989 h 4893730"/>
              <a:gd name="connsiteX1558" fmla="*/ 3639922 w 8877359"/>
              <a:gd name="connsiteY1558" fmla="*/ 4592446 h 4893730"/>
              <a:gd name="connsiteX1559" fmla="*/ 3630985 w 8877359"/>
              <a:gd name="connsiteY1559" fmla="*/ 4589671 h 4893730"/>
              <a:gd name="connsiteX1560" fmla="*/ 3621044 w 8877359"/>
              <a:gd name="connsiteY1560" fmla="*/ 4588669 h 4893730"/>
              <a:gd name="connsiteX1561" fmla="*/ 3571711 w 8877359"/>
              <a:gd name="connsiteY1561" fmla="*/ 4638001 h 4893730"/>
              <a:gd name="connsiteX1562" fmla="*/ 3580137 w 8877359"/>
              <a:gd name="connsiteY1562" fmla="*/ 4665583 h 4893730"/>
              <a:gd name="connsiteX1563" fmla="*/ 3582772 w 8877359"/>
              <a:gd name="connsiteY1563" fmla="*/ 4668777 h 4893730"/>
              <a:gd name="connsiteX1564" fmla="*/ 3576392 w 8877359"/>
              <a:gd name="connsiteY1564" fmla="*/ 4670757 h 4893730"/>
              <a:gd name="connsiteX1565" fmla="*/ 3546263 w 8877359"/>
              <a:gd name="connsiteY1565" fmla="*/ 4716212 h 4893730"/>
              <a:gd name="connsiteX1566" fmla="*/ 3576392 w 8877359"/>
              <a:gd name="connsiteY1566" fmla="*/ 4761667 h 4893730"/>
              <a:gd name="connsiteX1567" fmla="*/ 3583404 w 8877359"/>
              <a:gd name="connsiteY1567" fmla="*/ 4763844 h 4893730"/>
              <a:gd name="connsiteX1568" fmla="*/ 3580137 w 8877359"/>
              <a:gd name="connsiteY1568" fmla="*/ 4767804 h 4893730"/>
              <a:gd name="connsiteX1569" fmla="*/ 3571711 w 8877359"/>
              <a:gd name="connsiteY1569" fmla="*/ 4795386 h 4893730"/>
              <a:gd name="connsiteX1570" fmla="*/ 3621044 w 8877359"/>
              <a:gd name="connsiteY1570" fmla="*/ 4844717 h 4893730"/>
              <a:gd name="connsiteX1571" fmla="*/ 3630986 w 8877359"/>
              <a:gd name="connsiteY1571" fmla="*/ 4843715 h 4893730"/>
              <a:gd name="connsiteX1572" fmla="*/ 3639922 w 8877359"/>
              <a:gd name="connsiteY1572" fmla="*/ 4840941 h 4893730"/>
              <a:gd name="connsiteX1573" fmla="*/ 3639575 w 8877359"/>
              <a:gd name="connsiteY1573" fmla="*/ 4844398 h 4893730"/>
              <a:gd name="connsiteX1574" fmla="*/ 3688906 w 8877359"/>
              <a:gd name="connsiteY1574" fmla="*/ 4893730 h 4893730"/>
              <a:gd name="connsiteX1575" fmla="*/ 2979655 w 8877359"/>
              <a:gd name="connsiteY1575" fmla="*/ 4893730 h 4893730"/>
              <a:gd name="connsiteX1576" fmla="*/ 3014537 w 8877359"/>
              <a:gd name="connsiteY1576" fmla="*/ 4879281 h 4893730"/>
              <a:gd name="connsiteX1577" fmla="*/ 3020184 w 8877359"/>
              <a:gd name="connsiteY1577" fmla="*/ 4872437 h 4893730"/>
              <a:gd name="connsiteX1578" fmla="*/ 3025830 w 8877359"/>
              <a:gd name="connsiteY1578" fmla="*/ 4879281 h 4893730"/>
              <a:gd name="connsiteX1579" fmla="*/ 3060713 w 8877359"/>
              <a:gd name="connsiteY1579" fmla="*/ 4893730 h 4893730"/>
              <a:gd name="connsiteX1580" fmla="*/ 3110044 w 8877359"/>
              <a:gd name="connsiteY1580" fmla="*/ 4844398 h 4893730"/>
              <a:gd name="connsiteX1581" fmla="*/ 3109696 w 8877359"/>
              <a:gd name="connsiteY1581" fmla="*/ 4840941 h 4893730"/>
              <a:gd name="connsiteX1582" fmla="*/ 3118635 w 8877359"/>
              <a:gd name="connsiteY1582" fmla="*/ 4843715 h 4893730"/>
              <a:gd name="connsiteX1583" fmla="*/ 3128576 w 8877359"/>
              <a:gd name="connsiteY1583" fmla="*/ 4844717 h 4893730"/>
              <a:gd name="connsiteX1584" fmla="*/ 3177909 w 8877359"/>
              <a:gd name="connsiteY1584" fmla="*/ 4795386 h 4893730"/>
              <a:gd name="connsiteX1585" fmla="*/ 3169483 w 8877359"/>
              <a:gd name="connsiteY1585" fmla="*/ 4767804 h 4893730"/>
              <a:gd name="connsiteX1586" fmla="*/ 3166215 w 8877359"/>
              <a:gd name="connsiteY1586" fmla="*/ 4763844 h 4893730"/>
              <a:gd name="connsiteX1587" fmla="*/ 3173228 w 8877359"/>
              <a:gd name="connsiteY1587" fmla="*/ 4761667 h 4893730"/>
              <a:gd name="connsiteX1588" fmla="*/ 3203355 w 8877359"/>
              <a:gd name="connsiteY1588" fmla="*/ 4716212 h 4893730"/>
              <a:gd name="connsiteX1589" fmla="*/ 3173228 w 8877359"/>
              <a:gd name="connsiteY1589" fmla="*/ 4670757 h 4893730"/>
              <a:gd name="connsiteX1590" fmla="*/ 3166849 w 8877359"/>
              <a:gd name="connsiteY1590" fmla="*/ 4668777 h 4893730"/>
              <a:gd name="connsiteX1591" fmla="*/ 3169483 w 8877359"/>
              <a:gd name="connsiteY1591" fmla="*/ 4665583 h 4893730"/>
              <a:gd name="connsiteX1592" fmla="*/ 3177909 w 8877359"/>
              <a:gd name="connsiteY1592" fmla="*/ 4638001 h 4893730"/>
              <a:gd name="connsiteX1593" fmla="*/ 3128576 w 8877359"/>
              <a:gd name="connsiteY1593" fmla="*/ 4588669 h 4893730"/>
              <a:gd name="connsiteX1594" fmla="*/ 3113908 w 8877359"/>
              <a:gd name="connsiteY1594" fmla="*/ 4590887 h 4893730"/>
              <a:gd name="connsiteX1595" fmla="*/ 3109647 w 8877359"/>
              <a:gd name="connsiteY1595" fmla="*/ 4592935 h 4893730"/>
              <a:gd name="connsiteX1596" fmla="*/ 3110044 w 8877359"/>
              <a:gd name="connsiteY1596" fmla="*/ 4588989 h 4893730"/>
              <a:gd name="connsiteX1597" fmla="*/ 3060713 w 8877359"/>
              <a:gd name="connsiteY1597" fmla="*/ 4539657 h 4893730"/>
              <a:gd name="connsiteX1598" fmla="*/ 3025830 w 8877359"/>
              <a:gd name="connsiteY1598" fmla="*/ 4554106 h 4893730"/>
              <a:gd name="connsiteX1599" fmla="*/ 3020184 w 8877359"/>
              <a:gd name="connsiteY1599" fmla="*/ 4560950 h 4893730"/>
              <a:gd name="connsiteX1600" fmla="*/ 3014537 w 8877359"/>
              <a:gd name="connsiteY1600" fmla="*/ 4554106 h 4893730"/>
              <a:gd name="connsiteX1601" fmla="*/ 2979655 w 8877359"/>
              <a:gd name="connsiteY1601" fmla="*/ 4539657 h 4893730"/>
              <a:gd name="connsiteX1602" fmla="*/ 2930324 w 8877359"/>
              <a:gd name="connsiteY1602" fmla="*/ 4588989 h 4893730"/>
              <a:gd name="connsiteX1603" fmla="*/ 2930672 w 8877359"/>
              <a:gd name="connsiteY1603" fmla="*/ 4592446 h 4893730"/>
              <a:gd name="connsiteX1604" fmla="*/ 2921734 w 8877359"/>
              <a:gd name="connsiteY1604" fmla="*/ 4589671 h 4893730"/>
              <a:gd name="connsiteX1605" fmla="*/ 2911792 w 8877359"/>
              <a:gd name="connsiteY1605" fmla="*/ 4588669 h 4893730"/>
              <a:gd name="connsiteX1606" fmla="*/ 2862460 w 8877359"/>
              <a:gd name="connsiteY1606" fmla="*/ 4638001 h 4893730"/>
              <a:gd name="connsiteX1607" fmla="*/ 2870885 w 8877359"/>
              <a:gd name="connsiteY1607" fmla="*/ 4665583 h 4893730"/>
              <a:gd name="connsiteX1608" fmla="*/ 2873521 w 8877359"/>
              <a:gd name="connsiteY1608" fmla="*/ 4668777 h 4893730"/>
              <a:gd name="connsiteX1609" fmla="*/ 2867140 w 8877359"/>
              <a:gd name="connsiteY1609" fmla="*/ 4670757 h 4893730"/>
              <a:gd name="connsiteX1610" fmla="*/ 2837012 w 8877359"/>
              <a:gd name="connsiteY1610" fmla="*/ 4716212 h 4893730"/>
              <a:gd name="connsiteX1611" fmla="*/ 2867140 w 8877359"/>
              <a:gd name="connsiteY1611" fmla="*/ 4761667 h 4893730"/>
              <a:gd name="connsiteX1612" fmla="*/ 2874154 w 8877359"/>
              <a:gd name="connsiteY1612" fmla="*/ 4763844 h 4893730"/>
              <a:gd name="connsiteX1613" fmla="*/ 2870885 w 8877359"/>
              <a:gd name="connsiteY1613" fmla="*/ 4767804 h 4893730"/>
              <a:gd name="connsiteX1614" fmla="*/ 2862460 w 8877359"/>
              <a:gd name="connsiteY1614" fmla="*/ 4795386 h 4893730"/>
              <a:gd name="connsiteX1615" fmla="*/ 2911792 w 8877359"/>
              <a:gd name="connsiteY1615" fmla="*/ 4844717 h 4893730"/>
              <a:gd name="connsiteX1616" fmla="*/ 2921734 w 8877359"/>
              <a:gd name="connsiteY1616" fmla="*/ 4843715 h 4893730"/>
              <a:gd name="connsiteX1617" fmla="*/ 2930672 w 8877359"/>
              <a:gd name="connsiteY1617" fmla="*/ 4840941 h 4893730"/>
              <a:gd name="connsiteX1618" fmla="*/ 2930324 w 8877359"/>
              <a:gd name="connsiteY1618" fmla="*/ 4844398 h 4893730"/>
              <a:gd name="connsiteX1619" fmla="*/ 2979655 w 8877359"/>
              <a:gd name="connsiteY1619" fmla="*/ 4893730 h 4893730"/>
              <a:gd name="connsiteX1620" fmla="*/ 2270403 w 8877359"/>
              <a:gd name="connsiteY1620" fmla="*/ 4893730 h 4893730"/>
              <a:gd name="connsiteX1621" fmla="*/ 2305285 w 8877359"/>
              <a:gd name="connsiteY1621" fmla="*/ 4879281 h 4893730"/>
              <a:gd name="connsiteX1622" fmla="*/ 2310932 w 8877359"/>
              <a:gd name="connsiteY1622" fmla="*/ 4872437 h 4893730"/>
              <a:gd name="connsiteX1623" fmla="*/ 2316578 w 8877359"/>
              <a:gd name="connsiteY1623" fmla="*/ 4879281 h 4893730"/>
              <a:gd name="connsiteX1624" fmla="*/ 2351461 w 8877359"/>
              <a:gd name="connsiteY1624" fmla="*/ 4893730 h 4893730"/>
              <a:gd name="connsiteX1625" fmla="*/ 2400794 w 8877359"/>
              <a:gd name="connsiteY1625" fmla="*/ 4844398 h 4893730"/>
              <a:gd name="connsiteX1626" fmla="*/ 2400445 w 8877359"/>
              <a:gd name="connsiteY1626" fmla="*/ 4840941 h 4893730"/>
              <a:gd name="connsiteX1627" fmla="*/ 2409382 w 8877359"/>
              <a:gd name="connsiteY1627" fmla="*/ 4843715 h 4893730"/>
              <a:gd name="connsiteX1628" fmla="*/ 2419325 w 8877359"/>
              <a:gd name="connsiteY1628" fmla="*/ 4844717 h 4893730"/>
              <a:gd name="connsiteX1629" fmla="*/ 2468657 w 8877359"/>
              <a:gd name="connsiteY1629" fmla="*/ 4795386 h 4893730"/>
              <a:gd name="connsiteX1630" fmla="*/ 2460232 w 8877359"/>
              <a:gd name="connsiteY1630" fmla="*/ 4767804 h 4893730"/>
              <a:gd name="connsiteX1631" fmla="*/ 2456965 w 8877359"/>
              <a:gd name="connsiteY1631" fmla="*/ 4763844 h 4893730"/>
              <a:gd name="connsiteX1632" fmla="*/ 2463977 w 8877359"/>
              <a:gd name="connsiteY1632" fmla="*/ 4761667 h 4893730"/>
              <a:gd name="connsiteX1633" fmla="*/ 2494106 w 8877359"/>
              <a:gd name="connsiteY1633" fmla="*/ 4716212 h 4893730"/>
              <a:gd name="connsiteX1634" fmla="*/ 2463977 w 8877359"/>
              <a:gd name="connsiteY1634" fmla="*/ 4670757 h 4893730"/>
              <a:gd name="connsiteX1635" fmla="*/ 2457596 w 8877359"/>
              <a:gd name="connsiteY1635" fmla="*/ 4668777 h 4893730"/>
              <a:gd name="connsiteX1636" fmla="*/ 2460232 w 8877359"/>
              <a:gd name="connsiteY1636" fmla="*/ 4665583 h 4893730"/>
              <a:gd name="connsiteX1637" fmla="*/ 2468657 w 8877359"/>
              <a:gd name="connsiteY1637" fmla="*/ 4638001 h 4893730"/>
              <a:gd name="connsiteX1638" fmla="*/ 2419325 w 8877359"/>
              <a:gd name="connsiteY1638" fmla="*/ 4588669 h 4893730"/>
              <a:gd name="connsiteX1639" fmla="*/ 2404655 w 8877359"/>
              <a:gd name="connsiteY1639" fmla="*/ 4590887 h 4893730"/>
              <a:gd name="connsiteX1640" fmla="*/ 2400396 w 8877359"/>
              <a:gd name="connsiteY1640" fmla="*/ 4592935 h 4893730"/>
              <a:gd name="connsiteX1641" fmla="*/ 2400794 w 8877359"/>
              <a:gd name="connsiteY1641" fmla="*/ 4588989 h 4893730"/>
              <a:gd name="connsiteX1642" fmla="*/ 2351461 w 8877359"/>
              <a:gd name="connsiteY1642" fmla="*/ 4539657 h 4893730"/>
              <a:gd name="connsiteX1643" fmla="*/ 2316578 w 8877359"/>
              <a:gd name="connsiteY1643" fmla="*/ 4554106 h 4893730"/>
              <a:gd name="connsiteX1644" fmla="*/ 2310933 w 8877359"/>
              <a:gd name="connsiteY1644" fmla="*/ 4560950 h 4893730"/>
              <a:gd name="connsiteX1645" fmla="*/ 2305285 w 8877359"/>
              <a:gd name="connsiteY1645" fmla="*/ 4554106 h 4893730"/>
              <a:gd name="connsiteX1646" fmla="*/ 2270403 w 8877359"/>
              <a:gd name="connsiteY1646" fmla="*/ 4539657 h 4893730"/>
              <a:gd name="connsiteX1647" fmla="*/ 2221070 w 8877359"/>
              <a:gd name="connsiteY1647" fmla="*/ 4588989 h 4893730"/>
              <a:gd name="connsiteX1648" fmla="*/ 2221420 w 8877359"/>
              <a:gd name="connsiteY1648" fmla="*/ 4592446 h 4893730"/>
              <a:gd name="connsiteX1649" fmla="*/ 2212481 w 8877359"/>
              <a:gd name="connsiteY1649" fmla="*/ 4589671 h 4893730"/>
              <a:gd name="connsiteX1650" fmla="*/ 2202539 w 8877359"/>
              <a:gd name="connsiteY1650" fmla="*/ 4588669 h 4893730"/>
              <a:gd name="connsiteX1651" fmla="*/ 2153208 w 8877359"/>
              <a:gd name="connsiteY1651" fmla="*/ 4638001 h 4893730"/>
              <a:gd name="connsiteX1652" fmla="*/ 2161632 w 8877359"/>
              <a:gd name="connsiteY1652" fmla="*/ 4665583 h 4893730"/>
              <a:gd name="connsiteX1653" fmla="*/ 2164267 w 8877359"/>
              <a:gd name="connsiteY1653" fmla="*/ 4668777 h 4893730"/>
              <a:gd name="connsiteX1654" fmla="*/ 2157888 w 8877359"/>
              <a:gd name="connsiteY1654" fmla="*/ 4670757 h 4893730"/>
              <a:gd name="connsiteX1655" fmla="*/ 2127759 w 8877359"/>
              <a:gd name="connsiteY1655" fmla="*/ 4716212 h 4893730"/>
              <a:gd name="connsiteX1656" fmla="*/ 2157888 w 8877359"/>
              <a:gd name="connsiteY1656" fmla="*/ 4761667 h 4893730"/>
              <a:gd name="connsiteX1657" fmla="*/ 2164900 w 8877359"/>
              <a:gd name="connsiteY1657" fmla="*/ 4763844 h 4893730"/>
              <a:gd name="connsiteX1658" fmla="*/ 2161632 w 8877359"/>
              <a:gd name="connsiteY1658" fmla="*/ 4767804 h 4893730"/>
              <a:gd name="connsiteX1659" fmla="*/ 2153208 w 8877359"/>
              <a:gd name="connsiteY1659" fmla="*/ 4795386 h 4893730"/>
              <a:gd name="connsiteX1660" fmla="*/ 2202539 w 8877359"/>
              <a:gd name="connsiteY1660" fmla="*/ 4844717 h 4893730"/>
              <a:gd name="connsiteX1661" fmla="*/ 2212481 w 8877359"/>
              <a:gd name="connsiteY1661" fmla="*/ 4843715 h 4893730"/>
              <a:gd name="connsiteX1662" fmla="*/ 2221419 w 8877359"/>
              <a:gd name="connsiteY1662" fmla="*/ 4840941 h 4893730"/>
              <a:gd name="connsiteX1663" fmla="*/ 2221070 w 8877359"/>
              <a:gd name="connsiteY1663" fmla="*/ 4844398 h 4893730"/>
              <a:gd name="connsiteX1664" fmla="*/ 2270403 w 8877359"/>
              <a:gd name="connsiteY1664" fmla="*/ 4893730 h 4893730"/>
              <a:gd name="connsiteX1665" fmla="*/ 1561150 w 8877359"/>
              <a:gd name="connsiteY1665" fmla="*/ 4893730 h 4893730"/>
              <a:gd name="connsiteX1666" fmla="*/ 1596033 w 8877359"/>
              <a:gd name="connsiteY1666" fmla="*/ 4879281 h 4893730"/>
              <a:gd name="connsiteX1667" fmla="*/ 1601680 w 8877359"/>
              <a:gd name="connsiteY1667" fmla="*/ 4872437 h 4893730"/>
              <a:gd name="connsiteX1668" fmla="*/ 1607327 w 8877359"/>
              <a:gd name="connsiteY1668" fmla="*/ 4879281 h 4893730"/>
              <a:gd name="connsiteX1669" fmla="*/ 1642209 w 8877359"/>
              <a:gd name="connsiteY1669" fmla="*/ 4893730 h 4893730"/>
              <a:gd name="connsiteX1670" fmla="*/ 1691542 w 8877359"/>
              <a:gd name="connsiteY1670" fmla="*/ 4844398 h 4893730"/>
              <a:gd name="connsiteX1671" fmla="*/ 1691193 w 8877359"/>
              <a:gd name="connsiteY1671" fmla="*/ 4840941 h 4893730"/>
              <a:gd name="connsiteX1672" fmla="*/ 1700131 w 8877359"/>
              <a:gd name="connsiteY1672" fmla="*/ 4843715 h 4893730"/>
              <a:gd name="connsiteX1673" fmla="*/ 1710073 w 8877359"/>
              <a:gd name="connsiteY1673" fmla="*/ 4844717 h 4893730"/>
              <a:gd name="connsiteX1674" fmla="*/ 1759405 w 8877359"/>
              <a:gd name="connsiteY1674" fmla="*/ 4795386 h 4893730"/>
              <a:gd name="connsiteX1675" fmla="*/ 1750980 w 8877359"/>
              <a:gd name="connsiteY1675" fmla="*/ 4767804 h 4893730"/>
              <a:gd name="connsiteX1676" fmla="*/ 1747712 w 8877359"/>
              <a:gd name="connsiteY1676" fmla="*/ 4763844 h 4893730"/>
              <a:gd name="connsiteX1677" fmla="*/ 1754724 w 8877359"/>
              <a:gd name="connsiteY1677" fmla="*/ 4761667 h 4893730"/>
              <a:gd name="connsiteX1678" fmla="*/ 1784854 w 8877359"/>
              <a:gd name="connsiteY1678" fmla="*/ 4716212 h 4893730"/>
              <a:gd name="connsiteX1679" fmla="*/ 1754724 w 8877359"/>
              <a:gd name="connsiteY1679" fmla="*/ 4670757 h 4893730"/>
              <a:gd name="connsiteX1680" fmla="*/ 1748345 w 8877359"/>
              <a:gd name="connsiteY1680" fmla="*/ 4668777 h 4893730"/>
              <a:gd name="connsiteX1681" fmla="*/ 1750980 w 8877359"/>
              <a:gd name="connsiteY1681" fmla="*/ 4665583 h 4893730"/>
              <a:gd name="connsiteX1682" fmla="*/ 1759405 w 8877359"/>
              <a:gd name="connsiteY1682" fmla="*/ 4638001 h 4893730"/>
              <a:gd name="connsiteX1683" fmla="*/ 1710073 w 8877359"/>
              <a:gd name="connsiteY1683" fmla="*/ 4588669 h 4893730"/>
              <a:gd name="connsiteX1684" fmla="*/ 1695403 w 8877359"/>
              <a:gd name="connsiteY1684" fmla="*/ 4590887 h 4893730"/>
              <a:gd name="connsiteX1685" fmla="*/ 1691144 w 8877359"/>
              <a:gd name="connsiteY1685" fmla="*/ 4592935 h 4893730"/>
              <a:gd name="connsiteX1686" fmla="*/ 1691542 w 8877359"/>
              <a:gd name="connsiteY1686" fmla="*/ 4588989 h 4893730"/>
              <a:gd name="connsiteX1687" fmla="*/ 1642209 w 8877359"/>
              <a:gd name="connsiteY1687" fmla="*/ 4539657 h 4893730"/>
              <a:gd name="connsiteX1688" fmla="*/ 1607327 w 8877359"/>
              <a:gd name="connsiteY1688" fmla="*/ 4554106 h 4893730"/>
              <a:gd name="connsiteX1689" fmla="*/ 1601680 w 8877359"/>
              <a:gd name="connsiteY1689" fmla="*/ 4560950 h 4893730"/>
              <a:gd name="connsiteX1690" fmla="*/ 1596034 w 8877359"/>
              <a:gd name="connsiteY1690" fmla="*/ 4554106 h 4893730"/>
              <a:gd name="connsiteX1691" fmla="*/ 1561151 w 8877359"/>
              <a:gd name="connsiteY1691" fmla="*/ 4539657 h 4893730"/>
              <a:gd name="connsiteX1692" fmla="*/ 1511819 w 8877359"/>
              <a:gd name="connsiteY1692" fmla="*/ 4588989 h 4893730"/>
              <a:gd name="connsiteX1693" fmla="*/ 1512167 w 8877359"/>
              <a:gd name="connsiteY1693" fmla="*/ 4592446 h 4893730"/>
              <a:gd name="connsiteX1694" fmla="*/ 1503230 w 8877359"/>
              <a:gd name="connsiteY1694" fmla="*/ 4589671 h 4893730"/>
              <a:gd name="connsiteX1695" fmla="*/ 1493287 w 8877359"/>
              <a:gd name="connsiteY1695" fmla="*/ 4588669 h 4893730"/>
              <a:gd name="connsiteX1696" fmla="*/ 1443955 w 8877359"/>
              <a:gd name="connsiteY1696" fmla="*/ 4638001 h 4893730"/>
              <a:gd name="connsiteX1697" fmla="*/ 1452380 w 8877359"/>
              <a:gd name="connsiteY1697" fmla="*/ 4665583 h 4893730"/>
              <a:gd name="connsiteX1698" fmla="*/ 1455015 w 8877359"/>
              <a:gd name="connsiteY1698" fmla="*/ 4668777 h 4893730"/>
              <a:gd name="connsiteX1699" fmla="*/ 1448636 w 8877359"/>
              <a:gd name="connsiteY1699" fmla="*/ 4670757 h 4893730"/>
              <a:gd name="connsiteX1700" fmla="*/ 1418506 w 8877359"/>
              <a:gd name="connsiteY1700" fmla="*/ 4716212 h 4893730"/>
              <a:gd name="connsiteX1701" fmla="*/ 1448636 w 8877359"/>
              <a:gd name="connsiteY1701" fmla="*/ 4761667 h 4893730"/>
              <a:gd name="connsiteX1702" fmla="*/ 1455648 w 8877359"/>
              <a:gd name="connsiteY1702" fmla="*/ 4763844 h 4893730"/>
              <a:gd name="connsiteX1703" fmla="*/ 1452380 w 8877359"/>
              <a:gd name="connsiteY1703" fmla="*/ 4767804 h 4893730"/>
              <a:gd name="connsiteX1704" fmla="*/ 1443955 w 8877359"/>
              <a:gd name="connsiteY1704" fmla="*/ 4795386 h 4893730"/>
              <a:gd name="connsiteX1705" fmla="*/ 1493287 w 8877359"/>
              <a:gd name="connsiteY1705" fmla="*/ 4844717 h 4893730"/>
              <a:gd name="connsiteX1706" fmla="*/ 1503230 w 8877359"/>
              <a:gd name="connsiteY1706" fmla="*/ 4843715 h 4893730"/>
              <a:gd name="connsiteX1707" fmla="*/ 1512167 w 8877359"/>
              <a:gd name="connsiteY1707" fmla="*/ 4840941 h 4893730"/>
              <a:gd name="connsiteX1708" fmla="*/ 1511818 w 8877359"/>
              <a:gd name="connsiteY1708" fmla="*/ 4844398 h 4893730"/>
              <a:gd name="connsiteX1709" fmla="*/ 1561150 w 8877359"/>
              <a:gd name="connsiteY1709" fmla="*/ 4893730 h 4893730"/>
              <a:gd name="connsiteX1710" fmla="*/ 851898 w 8877359"/>
              <a:gd name="connsiteY1710" fmla="*/ 4893730 h 4893730"/>
              <a:gd name="connsiteX1711" fmla="*/ 886780 w 8877359"/>
              <a:gd name="connsiteY1711" fmla="*/ 4879281 h 4893730"/>
              <a:gd name="connsiteX1712" fmla="*/ 892427 w 8877359"/>
              <a:gd name="connsiteY1712" fmla="*/ 4872437 h 4893730"/>
              <a:gd name="connsiteX1713" fmla="*/ 898074 w 8877359"/>
              <a:gd name="connsiteY1713" fmla="*/ 4879281 h 4893730"/>
              <a:gd name="connsiteX1714" fmla="*/ 932958 w 8877359"/>
              <a:gd name="connsiteY1714" fmla="*/ 4893730 h 4893730"/>
              <a:gd name="connsiteX1715" fmla="*/ 982290 w 8877359"/>
              <a:gd name="connsiteY1715" fmla="*/ 4844398 h 4893730"/>
              <a:gd name="connsiteX1716" fmla="*/ 981941 w 8877359"/>
              <a:gd name="connsiteY1716" fmla="*/ 4840941 h 4893730"/>
              <a:gd name="connsiteX1717" fmla="*/ 990880 w 8877359"/>
              <a:gd name="connsiteY1717" fmla="*/ 4843715 h 4893730"/>
              <a:gd name="connsiteX1718" fmla="*/ 1000822 w 8877359"/>
              <a:gd name="connsiteY1718" fmla="*/ 4844717 h 4893730"/>
              <a:gd name="connsiteX1719" fmla="*/ 1050154 w 8877359"/>
              <a:gd name="connsiteY1719" fmla="*/ 4795386 h 4893730"/>
              <a:gd name="connsiteX1720" fmla="*/ 1041729 w 8877359"/>
              <a:gd name="connsiteY1720" fmla="*/ 4767804 h 4893730"/>
              <a:gd name="connsiteX1721" fmla="*/ 1038461 w 8877359"/>
              <a:gd name="connsiteY1721" fmla="*/ 4763844 h 4893730"/>
              <a:gd name="connsiteX1722" fmla="*/ 1045473 w 8877359"/>
              <a:gd name="connsiteY1722" fmla="*/ 4761667 h 4893730"/>
              <a:gd name="connsiteX1723" fmla="*/ 1075602 w 8877359"/>
              <a:gd name="connsiteY1723" fmla="*/ 4716212 h 4893730"/>
              <a:gd name="connsiteX1724" fmla="*/ 1045473 w 8877359"/>
              <a:gd name="connsiteY1724" fmla="*/ 4670757 h 4893730"/>
              <a:gd name="connsiteX1725" fmla="*/ 1039092 w 8877359"/>
              <a:gd name="connsiteY1725" fmla="*/ 4668777 h 4893730"/>
              <a:gd name="connsiteX1726" fmla="*/ 1041729 w 8877359"/>
              <a:gd name="connsiteY1726" fmla="*/ 4665583 h 4893730"/>
              <a:gd name="connsiteX1727" fmla="*/ 1050154 w 8877359"/>
              <a:gd name="connsiteY1727" fmla="*/ 4638001 h 4893730"/>
              <a:gd name="connsiteX1728" fmla="*/ 1000822 w 8877359"/>
              <a:gd name="connsiteY1728" fmla="*/ 4588669 h 4893730"/>
              <a:gd name="connsiteX1729" fmla="*/ 986151 w 8877359"/>
              <a:gd name="connsiteY1729" fmla="*/ 4590887 h 4893730"/>
              <a:gd name="connsiteX1730" fmla="*/ 981892 w 8877359"/>
              <a:gd name="connsiteY1730" fmla="*/ 4592935 h 4893730"/>
              <a:gd name="connsiteX1731" fmla="*/ 982290 w 8877359"/>
              <a:gd name="connsiteY1731" fmla="*/ 4588989 h 4893730"/>
              <a:gd name="connsiteX1732" fmla="*/ 932959 w 8877359"/>
              <a:gd name="connsiteY1732" fmla="*/ 4539657 h 4893730"/>
              <a:gd name="connsiteX1733" fmla="*/ 898074 w 8877359"/>
              <a:gd name="connsiteY1733" fmla="*/ 4554106 h 4893730"/>
              <a:gd name="connsiteX1734" fmla="*/ 892427 w 8877359"/>
              <a:gd name="connsiteY1734" fmla="*/ 4560950 h 4893730"/>
              <a:gd name="connsiteX1735" fmla="*/ 886781 w 8877359"/>
              <a:gd name="connsiteY1735" fmla="*/ 4554106 h 4893730"/>
              <a:gd name="connsiteX1736" fmla="*/ 851898 w 8877359"/>
              <a:gd name="connsiteY1736" fmla="*/ 4539657 h 4893730"/>
              <a:gd name="connsiteX1737" fmla="*/ 802566 w 8877359"/>
              <a:gd name="connsiteY1737" fmla="*/ 4588989 h 4893730"/>
              <a:gd name="connsiteX1738" fmla="*/ 802914 w 8877359"/>
              <a:gd name="connsiteY1738" fmla="*/ 4592446 h 4893730"/>
              <a:gd name="connsiteX1739" fmla="*/ 793976 w 8877359"/>
              <a:gd name="connsiteY1739" fmla="*/ 4589671 h 4893730"/>
              <a:gd name="connsiteX1740" fmla="*/ 784034 w 8877359"/>
              <a:gd name="connsiteY1740" fmla="*/ 4588669 h 4893730"/>
              <a:gd name="connsiteX1741" fmla="*/ 734702 w 8877359"/>
              <a:gd name="connsiteY1741" fmla="*/ 4638001 h 4893730"/>
              <a:gd name="connsiteX1742" fmla="*/ 743127 w 8877359"/>
              <a:gd name="connsiteY1742" fmla="*/ 4665583 h 4893730"/>
              <a:gd name="connsiteX1743" fmla="*/ 745763 w 8877359"/>
              <a:gd name="connsiteY1743" fmla="*/ 4668777 h 4893730"/>
              <a:gd name="connsiteX1744" fmla="*/ 739383 w 8877359"/>
              <a:gd name="connsiteY1744" fmla="*/ 4670757 h 4893730"/>
              <a:gd name="connsiteX1745" fmla="*/ 709253 w 8877359"/>
              <a:gd name="connsiteY1745" fmla="*/ 4716212 h 4893730"/>
              <a:gd name="connsiteX1746" fmla="*/ 739383 w 8877359"/>
              <a:gd name="connsiteY1746" fmla="*/ 4761667 h 4893730"/>
              <a:gd name="connsiteX1747" fmla="*/ 746395 w 8877359"/>
              <a:gd name="connsiteY1747" fmla="*/ 4763844 h 4893730"/>
              <a:gd name="connsiteX1748" fmla="*/ 743127 w 8877359"/>
              <a:gd name="connsiteY1748" fmla="*/ 4767804 h 4893730"/>
              <a:gd name="connsiteX1749" fmla="*/ 734702 w 8877359"/>
              <a:gd name="connsiteY1749" fmla="*/ 4795386 h 4893730"/>
              <a:gd name="connsiteX1750" fmla="*/ 784034 w 8877359"/>
              <a:gd name="connsiteY1750" fmla="*/ 4844717 h 4893730"/>
              <a:gd name="connsiteX1751" fmla="*/ 793976 w 8877359"/>
              <a:gd name="connsiteY1751" fmla="*/ 4843715 h 4893730"/>
              <a:gd name="connsiteX1752" fmla="*/ 802914 w 8877359"/>
              <a:gd name="connsiteY1752" fmla="*/ 4840941 h 4893730"/>
              <a:gd name="connsiteX1753" fmla="*/ 802566 w 8877359"/>
              <a:gd name="connsiteY1753" fmla="*/ 4844398 h 4893730"/>
              <a:gd name="connsiteX1754" fmla="*/ 851898 w 8877359"/>
              <a:gd name="connsiteY1754" fmla="*/ 4893730 h 4893730"/>
              <a:gd name="connsiteX1755" fmla="*/ 142646 w 8877359"/>
              <a:gd name="connsiteY1755" fmla="*/ 4893730 h 4893730"/>
              <a:gd name="connsiteX1756" fmla="*/ 177529 w 8877359"/>
              <a:gd name="connsiteY1756" fmla="*/ 4879281 h 4893730"/>
              <a:gd name="connsiteX1757" fmla="*/ 183175 w 8877359"/>
              <a:gd name="connsiteY1757" fmla="*/ 4872437 h 4893730"/>
              <a:gd name="connsiteX1758" fmla="*/ 188822 w 8877359"/>
              <a:gd name="connsiteY1758" fmla="*/ 4879281 h 4893730"/>
              <a:gd name="connsiteX1759" fmla="*/ 223705 w 8877359"/>
              <a:gd name="connsiteY1759" fmla="*/ 4893730 h 4893730"/>
              <a:gd name="connsiteX1760" fmla="*/ 273037 w 8877359"/>
              <a:gd name="connsiteY1760" fmla="*/ 4844398 h 4893730"/>
              <a:gd name="connsiteX1761" fmla="*/ 272688 w 8877359"/>
              <a:gd name="connsiteY1761" fmla="*/ 4840941 h 4893730"/>
              <a:gd name="connsiteX1762" fmla="*/ 281627 w 8877359"/>
              <a:gd name="connsiteY1762" fmla="*/ 4843715 h 4893730"/>
              <a:gd name="connsiteX1763" fmla="*/ 291569 w 8877359"/>
              <a:gd name="connsiteY1763" fmla="*/ 4844717 h 4893730"/>
              <a:gd name="connsiteX1764" fmla="*/ 340901 w 8877359"/>
              <a:gd name="connsiteY1764" fmla="*/ 4795386 h 4893730"/>
              <a:gd name="connsiteX1765" fmla="*/ 332476 w 8877359"/>
              <a:gd name="connsiteY1765" fmla="*/ 4767804 h 4893730"/>
              <a:gd name="connsiteX1766" fmla="*/ 329208 w 8877359"/>
              <a:gd name="connsiteY1766" fmla="*/ 4763844 h 4893730"/>
              <a:gd name="connsiteX1767" fmla="*/ 336220 w 8877359"/>
              <a:gd name="connsiteY1767" fmla="*/ 4761667 h 4893730"/>
              <a:gd name="connsiteX1768" fmla="*/ 366349 w 8877359"/>
              <a:gd name="connsiteY1768" fmla="*/ 4716212 h 4893730"/>
              <a:gd name="connsiteX1769" fmla="*/ 336220 w 8877359"/>
              <a:gd name="connsiteY1769" fmla="*/ 4670757 h 4893730"/>
              <a:gd name="connsiteX1770" fmla="*/ 329840 w 8877359"/>
              <a:gd name="connsiteY1770" fmla="*/ 4668777 h 4893730"/>
              <a:gd name="connsiteX1771" fmla="*/ 332476 w 8877359"/>
              <a:gd name="connsiteY1771" fmla="*/ 4665583 h 4893730"/>
              <a:gd name="connsiteX1772" fmla="*/ 340901 w 8877359"/>
              <a:gd name="connsiteY1772" fmla="*/ 4638001 h 4893730"/>
              <a:gd name="connsiteX1773" fmla="*/ 291569 w 8877359"/>
              <a:gd name="connsiteY1773" fmla="*/ 4588669 h 4893730"/>
              <a:gd name="connsiteX1774" fmla="*/ 276899 w 8877359"/>
              <a:gd name="connsiteY1774" fmla="*/ 4590887 h 4893730"/>
              <a:gd name="connsiteX1775" fmla="*/ 272640 w 8877359"/>
              <a:gd name="connsiteY1775" fmla="*/ 4592935 h 4893730"/>
              <a:gd name="connsiteX1776" fmla="*/ 273037 w 8877359"/>
              <a:gd name="connsiteY1776" fmla="*/ 4588989 h 4893730"/>
              <a:gd name="connsiteX1777" fmla="*/ 223705 w 8877359"/>
              <a:gd name="connsiteY1777" fmla="*/ 4539657 h 4893730"/>
              <a:gd name="connsiteX1778" fmla="*/ 188823 w 8877359"/>
              <a:gd name="connsiteY1778" fmla="*/ 4554106 h 4893730"/>
              <a:gd name="connsiteX1779" fmla="*/ 183176 w 8877359"/>
              <a:gd name="connsiteY1779" fmla="*/ 4560950 h 4893730"/>
              <a:gd name="connsiteX1780" fmla="*/ 177529 w 8877359"/>
              <a:gd name="connsiteY1780" fmla="*/ 4554106 h 4893730"/>
              <a:gd name="connsiteX1781" fmla="*/ 142646 w 8877359"/>
              <a:gd name="connsiteY1781" fmla="*/ 4539657 h 4893730"/>
              <a:gd name="connsiteX1782" fmla="*/ 93314 w 8877359"/>
              <a:gd name="connsiteY1782" fmla="*/ 4588989 h 4893730"/>
              <a:gd name="connsiteX1783" fmla="*/ 93663 w 8877359"/>
              <a:gd name="connsiteY1783" fmla="*/ 4592446 h 4893730"/>
              <a:gd name="connsiteX1784" fmla="*/ 84725 w 8877359"/>
              <a:gd name="connsiteY1784" fmla="*/ 4589671 h 4893730"/>
              <a:gd name="connsiteX1785" fmla="*/ 74783 w 8877359"/>
              <a:gd name="connsiteY1785" fmla="*/ 4588669 h 4893730"/>
              <a:gd name="connsiteX1786" fmla="*/ 25451 w 8877359"/>
              <a:gd name="connsiteY1786" fmla="*/ 4638001 h 4893730"/>
              <a:gd name="connsiteX1787" fmla="*/ 33876 w 8877359"/>
              <a:gd name="connsiteY1787" fmla="*/ 4665583 h 4893730"/>
              <a:gd name="connsiteX1788" fmla="*/ 36511 w 8877359"/>
              <a:gd name="connsiteY1788" fmla="*/ 4668777 h 4893730"/>
              <a:gd name="connsiteX1789" fmla="*/ 30131 w 8877359"/>
              <a:gd name="connsiteY1789" fmla="*/ 4670757 h 4893730"/>
              <a:gd name="connsiteX1790" fmla="*/ 2 w 8877359"/>
              <a:gd name="connsiteY1790" fmla="*/ 4716212 h 4893730"/>
              <a:gd name="connsiteX1791" fmla="*/ 30131 w 8877359"/>
              <a:gd name="connsiteY1791" fmla="*/ 4761667 h 4893730"/>
              <a:gd name="connsiteX1792" fmla="*/ 37144 w 8877359"/>
              <a:gd name="connsiteY1792" fmla="*/ 4763844 h 4893730"/>
              <a:gd name="connsiteX1793" fmla="*/ 33876 w 8877359"/>
              <a:gd name="connsiteY1793" fmla="*/ 4767804 h 4893730"/>
              <a:gd name="connsiteX1794" fmla="*/ 25451 w 8877359"/>
              <a:gd name="connsiteY1794" fmla="*/ 4795386 h 4893730"/>
              <a:gd name="connsiteX1795" fmla="*/ 74783 w 8877359"/>
              <a:gd name="connsiteY1795" fmla="*/ 4844717 h 4893730"/>
              <a:gd name="connsiteX1796" fmla="*/ 84725 w 8877359"/>
              <a:gd name="connsiteY1796" fmla="*/ 4843715 h 4893730"/>
              <a:gd name="connsiteX1797" fmla="*/ 93663 w 8877359"/>
              <a:gd name="connsiteY1797" fmla="*/ 4840941 h 4893730"/>
              <a:gd name="connsiteX1798" fmla="*/ 93314 w 8877359"/>
              <a:gd name="connsiteY1798" fmla="*/ 4844398 h 4893730"/>
              <a:gd name="connsiteX1799" fmla="*/ 142646 w 8877359"/>
              <a:gd name="connsiteY1799" fmla="*/ 4893730 h 4893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</a:cxnLst>
            <a:rect l="l" t="t" r="r" b="b"/>
            <a:pathLst>
              <a:path w="8877359" h="4893730">
                <a:moveTo>
                  <a:pt x="8339566" y="220099"/>
                </a:moveTo>
                <a:cubicBezTo>
                  <a:pt x="8361147" y="220099"/>
                  <a:pt x="8378642" y="202604"/>
                  <a:pt x="8378642" y="181023"/>
                </a:cubicBezTo>
                <a:cubicBezTo>
                  <a:pt x="8378642" y="159442"/>
                  <a:pt x="8361147" y="141947"/>
                  <a:pt x="8339566" y="141947"/>
                </a:cubicBezTo>
                <a:cubicBezTo>
                  <a:pt x="8317985" y="141947"/>
                  <a:pt x="8300490" y="159442"/>
                  <a:pt x="8300490" y="181023"/>
                </a:cubicBezTo>
                <a:cubicBezTo>
                  <a:pt x="8300490" y="202604"/>
                  <a:pt x="8317985" y="220099"/>
                  <a:pt x="8339566" y="220099"/>
                </a:cubicBezTo>
                <a:close/>
                <a:moveTo>
                  <a:pt x="7630314" y="220099"/>
                </a:moveTo>
                <a:cubicBezTo>
                  <a:pt x="7651895" y="220099"/>
                  <a:pt x="7669390" y="202604"/>
                  <a:pt x="7669390" y="181023"/>
                </a:cubicBezTo>
                <a:cubicBezTo>
                  <a:pt x="7669390" y="159442"/>
                  <a:pt x="7651895" y="141947"/>
                  <a:pt x="7630314" y="141947"/>
                </a:cubicBezTo>
                <a:cubicBezTo>
                  <a:pt x="7608733" y="141947"/>
                  <a:pt x="7591238" y="159442"/>
                  <a:pt x="7591238" y="181023"/>
                </a:cubicBezTo>
                <a:cubicBezTo>
                  <a:pt x="7591238" y="202604"/>
                  <a:pt x="7608733" y="220099"/>
                  <a:pt x="7630314" y="220099"/>
                </a:cubicBezTo>
                <a:close/>
                <a:moveTo>
                  <a:pt x="6921062" y="220099"/>
                </a:moveTo>
                <a:cubicBezTo>
                  <a:pt x="6942643" y="220099"/>
                  <a:pt x="6960138" y="202604"/>
                  <a:pt x="6960138" y="181023"/>
                </a:cubicBezTo>
                <a:cubicBezTo>
                  <a:pt x="6960138" y="159442"/>
                  <a:pt x="6942643" y="141947"/>
                  <a:pt x="6921062" y="141947"/>
                </a:cubicBezTo>
                <a:cubicBezTo>
                  <a:pt x="6899481" y="141947"/>
                  <a:pt x="6881986" y="159442"/>
                  <a:pt x="6881986" y="181023"/>
                </a:cubicBezTo>
                <a:cubicBezTo>
                  <a:pt x="6881986" y="202604"/>
                  <a:pt x="6899481" y="220099"/>
                  <a:pt x="6921062" y="220099"/>
                </a:cubicBezTo>
                <a:close/>
                <a:moveTo>
                  <a:pt x="6211810" y="220099"/>
                </a:moveTo>
                <a:cubicBezTo>
                  <a:pt x="6233391" y="220099"/>
                  <a:pt x="6250886" y="202604"/>
                  <a:pt x="6250886" y="181023"/>
                </a:cubicBezTo>
                <a:cubicBezTo>
                  <a:pt x="6250886" y="159442"/>
                  <a:pt x="6233391" y="141947"/>
                  <a:pt x="6211810" y="141947"/>
                </a:cubicBezTo>
                <a:cubicBezTo>
                  <a:pt x="6190229" y="141947"/>
                  <a:pt x="6172734" y="159442"/>
                  <a:pt x="6172734" y="181023"/>
                </a:cubicBezTo>
                <a:cubicBezTo>
                  <a:pt x="6172734" y="202604"/>
                  <a:pt x="6190229" y="220099"/>
                  <a:pt x="6211810" y="220099"/>
                </a:cubicBezTo>
                <a:close/>
                <a:moveTo>
                  <a:pt x="5502558" y="220099"/>
                </a:moveTo>
                <a:cubicBezTo>
                  <a:pt x="5524139" y="220099"/>
                  <a:pt x="5541634" y="202604"/>
                  <a:pt x="5541634" y="181023"/>
                </a:cubicBezTo>
                <a:cubicBezTo>
                  <a:pt x="5541634" y="159442"/>
                  <a:pt x="5524139" y="141947"/>
                  <a:pt x="5502558" y="141947"/>
                </a:cubicBezTo>
                <a:cubicBezTo>
                  <a:pt x="5480977" y="141947"/>
                  <a:pt x="5463482" y="159442"/>
                  <a:pt x="5463482" y="181023"/>
                </a:cubicBezTo>
                <a:cubicBezTo>
                  <a:pt x="5463482" y="202604"/>
                  <a:pt x="5480977" y="220099"/>
                  <a:pt x="5502558" y="220099"/>
                </a:cubicBezTo>
                <a:close/>
                <a:moveTo>
                  <a:pt x="4793306" y="220099"/>
                </a:moveTo>
                <a:cubicBezTo>
                  <a:pt x="4814887" y="220099"/>
                  <a:pt x="4832382" y="202604"/>
                  <a:pt x="4832382" y="181023"/>
                </a:cubicBezTo>
                <a:cubicBezTo>
                  <a:pt x="4832382" y="159442"/>
                  <a:pt x="4814887" y="141947"/>
                  <a:pt x="4793306" y="141947"/>
                </a:cubicBezTo>
                <a:cubicBezTo>
                  <a:pt x="4771725" y="141947"/>
                  <a:pt x="4754230" y="159442"/>
                  <a:pt x="4754230" y="181023"/>
                </a:cubicBezTo>
                <a:cubicBezTo>
                  <a:pt x="4754230" y="202604"/>
                  <a:pt x="4771725" y="220099"/>
                  <a:pt x="4793306" y="220099"/>
                </a:cubicBezTo>
                <a:close/>
                <a:moveTo>
                  <a:pt x="4084054" y="220099"/>
                </a:moveTo>
                <a:cubicBezTo>
                  <a:pt x="4105635" y="220099"/>
                  <a:pt x="4123130" y="202604"/>
                  <a:pt x="4123130" y="181023"/>
                </a:cubicBezTo>
                <a:cubicBezTo>
                  <a:pt x="4123130" y="159442"/>
                  <a:pt x="4105635" y="141947"/>
                  <a:pt x="4084054" y="141947"/>
                </a:cubicBezTo>
                <a:cubicBezTo>
                  <a:pt x="4062473" y="141947"/>
                  <a:pt x="4044984" y="159442"/>
                  <a:pt x="4044984" y="181023"/>
                </a:cubicBezTo>
                <a:cubicBezTo>
                  <a:pt x="4044984" y="202604"/>
                  <a:pt x="4062473" y="220099"/>
                  <a:pt x="4084054" y="220099"/>
                </a:cubicBezTo>
                <a:close/>
                <a:moveTo>
                  <a:pt x="3374807" y="220099"/>
                </a:moveTo>
                <a:cubicBezTo>
                  <a:pt x="3396389" y="220099"/>
                  <a:pt x="3413884" y="202604"/>
                  <a:pt x="3413884" y="181023"/>
                </a:cubicBezTo>
                <a:cubicBezTo>
                  <a:pt x="3413884" y="159442"/>
                  <a:pt x="3396389" y="141947"/>
                  <a:pt x="3374807" y="141947"/>
                </a:cubicBezTo>
                <a:cubicBezTo>
                  <a:pt x="3353226" y="141947"/>
                  <a:pt x="3335731" y="159442"/>
                  <a:pt x="3335731" y="181023"/>
                </a:cubicBezTo>
                <a:cubicBezTo>
                  <a:pt x="3335731" y="202604"/>
                  <a:pt x="3353226" y="220099"/>
                  <a:pt x="3374807" y="220099"/>
                </a:cubicBezTo>
                <a:close/>
                <a:moveTo>
                  <a:pt x="2665556" y="220099"/>
                </a:moveTo>
                <a:cubicBezTo>
                  <a:pt x="2687137" y="220099"/>
                  <a:pt x="2704632" y="202604"/>
                  <a:pt x="2704632" y="181023"/>
                </a:cubicBezTo>
                <a:cubicBezTo>
                  <a:pt x="2704632" y="159442"/>
                  <a:pt x="2687137" y="141947"/>
                  <a:pt x="2665556" y="141947"/>
                </a:cubicBezTo>
                <a:cubicBezTo>
                  <a:pt x="2643975" y="141947"/>
                  <a:pt x="2626479" y="159442"/>
                  <a:pt x="2626479" y="181023"/>
                </a:cubicBezTo>
                <a:cubicBezTo>
                  <a:pt x="2626479" y="202604"/>
                  <a:pt x="2643975" y="220099"/>
                  <a:pt x="2665556" y="220099"/>
                </a:cubicBezTo>
                <a:close/>
                <a:moveTo>
                  <a:pt x="1956304" y="220099"/>
                </a:moveTo>
                <a:cubicBezTo>
                  <a:pt x="1977886" y="220099"/>
                  <a:pt x="1995381" y="202604"/>
                  <a:pt x="1995381" y="181023"/>
                </a:cubicBezTo>
                <a:cubicBezTo>
                  <a:pt x="1995381" y="159442"/>
                  <a:pt x="1977886" y="141947"/>
                  <a:pt x="1956304" y="141947"/>
                </a:cubicBezTo>
                <a:cubicBezTo>
                  <a:pt x="1934723" y="141947"/>
                  <a:pt x="1917228" y="159442"/>
                  <a:pt x="1917228" y="181023"/>
                </a:cubicBezTo>
                <a:cubicBezTo>
                  <a:pt x="1917228" y="202604"/>
                  <a:pt x="1934723" y="220099"/>
                  <a:pt x="1956304" y="220099"/>
                </a:cubicBezTo>
                <a:close/>
                <a:moveTo>
                  <a:pt x="1247052" y="220099"/>
                </a:moveTo>
                <a:cubicBezTo>
                  <a:pt x="1268634" y="220099"/>
                  <a:pt x="1286129" y="202604"/>
                  <a:pt x="1286129" y="181023"/>
                </a:cubicBezTo>
                <a:cubicBezTo>
                  <a:pt x="1286129" y="159442"/>
                  <a:pt x="1268634" y="141947"/>
                  <a:pt x="1247052" y="141947"/>
                </a:cubicBezTo>
                <a:cubicBezTo>
                  <a:pt x="1225471" y="141947"/>
                  <a:pt x="1207977" y="159442"/>
                  <a:pt x="1207977" y="181023"/>
                </a:cubicBezTo>
                <a:cubicBezTo>
                  <a:pt x="1207977" y="202604"/>
                  <a:pt x="1225471" y="220099"/>
                  <a:pt x="1247052" y="220099"/>
                </a:cubicBezTo>
                <a:close/>
                <a:moveTo>
                  <a:pt x="537800" y="220099"/>
                </a:moveTo>
                <a:cubicBezTo>
                  <a:pt x="559381" y="220099"/>
                  <a:pt x="576876" y="202604"/>
                  <a:pt x="576876" y="181023"/>
                </a:cubicBezTo>
                <a:cubicBezTo>
                  <a:pt x="576876" y="159442"/>
                  <a:pt x="559381" y="141947"/>
                  <a:pt x="537800" y="141947"/>
                </a:cubicBezTo>
                <a:cubicBezTo>
                  <a:pt x="516219" y="141947"/>
                  <a:pt x="498724" y="159442"/>
                  <a:pt x="498724" y="181023"/>
                </a:cubicBezTo>
                <a:cubicBezTo>
                  <a:pt x="498724" y="202604"/>
                  <a:pt x="516219" y="220099"/>
                  <a:pt x="537800" y="220099"/>
                </a:cubicBezTo>
                <a:close/>
                <a:moveTo>
                  <a:pt x="8653655" y="354073"/>
                </a:moveTo>
                <a:cubicBezTo>
                  <a:pt x="8667278" y="354073"/>
                  <a:pt x="8679611" y="348551"/>
                  <a:pt x="8688538" y="339624"/>
                </a:cubicBezTo>
                <a:lnTo>
                  <a:pt x="8694185" y="332780"/>
                </a:lnTo>
                <a:lnTo>
                  <a:pt x="8699832" y="339624"/>
                </a:lnTo>
                <a:cubicBezTo>
                  <a:pt x="8708759" y="348551"/>
                  <a:pt x="8721092" y="354073"/>
                  <a:pt x="8734715" y="354073"/>
                </a:cubicBezTo>
                <a:cubicBezTo>
                  <a:pt x="8761960" y="354073"/>
                  <a:pt x="8784046" y="331986"/>
                  <a:pt x="8784046" y="304741"/>
                </a:cubicBezTo>
                <a:lnTo>
                  <a:pt x="8783698" y="301284"/>
                </a:lnTo>
                <a:lnTo>
                  <a:pt x="8792636" y="304058"/>
                </a:lnTo>
                <a:cubicBezTo>
                  <a:pt x="8795848" y="304715"/>
                  <a:pt x="8799173" y="305060"/>
                  <a:pt x="8802578" y="305060"/>
                </a:cubicBezTo>
                <a:cubicBezTo>
                  <a:pt x="8829823" y="305060"/>
                  <a:pt x="8851910" y="282974"/>
                  <a:pt x="8851910" y="255729"/>
                </a:cubicBezTo>
                <a:cubicBezTo>
                  <a:pt x="8851910" y="245512"/>
                  <a:pt x="8848804" y="236020"/>
                  <a:pt x="8843485" y="228147"/>
                </a:cubicBezTo>
                <a:lnTo>
                  <a:pt x="8840217" y="224187"/>
                </a:lnTo>
                <a:lnTo>
                  <a:pt x="8847229" y="222010"/>
                </a:lnTo>
                <a:cubicBezTo>
                  <a:pt x="8864935" y="214521"/>
                  <a:pt x="8877359" y="196989"/>
                  <a:pt x="8877359" y="176555"/>
                </a:cubicBezTo>
                <a:cubicBezTo>
                  <a:pt x="8877359" y="156121"/>
                  <a:pt x="8864935" y="138589"/>
                  <a:pt x="8847229" y="131100"/>
                </a:cubicBezTo>
                <a:lnTo>
                  <a:pt x="8840850" y="129120"/>
                </a:lnTo>
                <a:lnTo>
                  <a:pt x="8843485" y="125926"/>
                </a:lnTo>
                <a:cubicBezTo>
                  <a:pt x="8848804" y="118052"/>
                  <a:pt x="8851910" y="108561"/>
                  <a:pt x="8851910" y="98344"/>
                </a:cubicBezTo>
                <a:cubicBezTo>
                  <a:pt x="8851910" y="71099"/>
                  <a:pt x="8829823" y="49012"/>
                  <a:pt x="8802578" y="49012"/>
                </a:cubicBezTo>
                <a:cubicBezTo>
                  <a:pt x="8797470" y="49012"/>
                  <a:pt x="8792543" y="49789"/>
                  <a:pt x="8787908" y="51230"/>
                </a:cubicBezTo>
                <a:lnTo>
                  <a:pt x="8783649" y="53278"/>
                </a:lnTo>
                <a:lnTo>
                  <a:pt x="8784047" y="49331"/>
                </a:lnTo>
                <a:cubicBezTo>
                  <a:pt x="8784047" y="22086"/>
                  <a:pt x="8761960" y="0"/>
                  <a:pt x="8734715" y="0"/>
                </a:cubicBezTo>
                <a:cubicBezTo>
                  <a:pt x="8721092" y="0"/>
                  <a:pt x="8708759" y="5521"/>
                  <a:pt x="8699832" y="14449"/>
                </a:cubicBezTo>
                <a:lnTo>
                  <a:pt x="8694185" y="21293"/>
                </a:lnTo>
                <a:lnTo>
                  <a:pt x="8688538" y="14449"/>
                </a:lnTo>
                <a:cubicBezTo>
                  <a:pt x="8679611" y="5521"/>
                  <a:pt x="8667278" y="0"/>
                  <a:pt x="8653655" y="0"/>
                </a:cubicBezTo>
                <a:cubicBezTo>
                  <a:pt x="8626410" y="0"/>
                  <a:pt x="8604324" y="22086"/>
                  <a:pt x="8604324" y="49331"/>
                </a:cubicBezTo>
                <a:lnTo>
                  <a:pt x="8604672" y="52789"/>
                </a:lnTo>
                <a:lnTo>
                  <a:pt x="8595734" y="50014"/>
                </a:lnTo>
                <a:cubicBezTo>
                  <a:pt x="8592523" y="49357"/>
                  <a:pt x="8589198" y="49012"/>
                  <a:pt x="8585792" y="49012"/>
                </a:cubicBezTo>
                <a:cubicBezTo>
                  <a:pt x="8558547" y="49012"/>
                  <a:pt x="8536460" y="71099"/>
                  <a:pt x="8536460" y="98344"/>
                </a:cubicBezTo>
                <a:cubicBezTo>
                  <a:pt x="8536460" y="108561"/>
                  <a:pt x="8539566" y="118052"/>
                  <a:pt x="8544885" y="125926"/>
                </a:cubicBezTo>
                <a:lnTo>
                  <a:pt x="8547520" y="129120"/>
                </a:lnTo>
                <a:lnTo>
                  <a:pt x="8541141" y="131100"/>
                </a:lnTo>
                <a:cubicBezTo>
                  <a:pt x="8523435" y="138589"/>
                  <a:pt x="8511011" y="156121"/>
                  <a:pt x="8511011" y="176555"/>
                </a:cubicBezTo>
                <a:cubicBezTo>
                  <a:pt x="8511011" y="196989"/>
                  <a:pt x="8523435" y="214521"/>
                  <a:pt x="8541141" y="222010"/>
                </a:cubicBezTo>
                <a:lnTo>
                  <a:pt x="8548153" y="224187"/>
                </a:lnTo>
                <a:lnTo>
                  <a:pt x="8544885" y="228147"/>
                </a:lnTo>
                <a:cubicBezTo>
                  <a:pt x="8539566" y="236020"/>
                  <a:pt x="8536460" y="245512"/>
                  <a:pt x="8536460" y="255729"/>
                </a:cubicBezTo>
                <a:cubicBezTo>
                  <a:pt x="8536460" y="282974"/>
                  <a:pt x="8558547" y="305060"/>
                  <a:pt x="8585792" y="305060"/>
                </a:cubicBezTo>
                <a:cubicBezTo>
                  <a:pt x="8589198" y="305060"/>
                  <a:pt x="8592523" y="304715"/>
                  <a:pt x="8595734" y="304058"/>
                </a:cubicBezTo>
                <a:lnTo>
                  <a:pt x="8604672" y="301284"/>
                </a:lnTo>
                <a:lnTo>
                  <a:pt x="8604323" y="304741"/>
                </a:lnTo>
                <a:cubicBezTo>
                  <a:pt x="8604323" y="331986"/>
                  <a:pt x="8626410" y="354073"/>
                  <a:pt x="8653655" y="354073"/>
                </a:cubicBezTo>
                <a:close/>
                <a:moveTo>
                  <a:pt x="7944411" y="354073"/>
                </a:moveTo>
                <a:cubicBezTo>
                  <a:pt x="7958033" y="354073"/>
                  <a:pt x="7970366" y="348551"/>
                  <a:pt x="7979293" y="339624"/>
                </a:cubicBezTo>
                <a:lnTo>
                  <a:pt x="7984940" y="332780"/>
                </a:lnTo>
                <a:lnTo>
                  <a:pt x="7990587" y="339624"/>
                </a:lnTo>
                <a:cubicBezTo>
                  <a:pt x="7999514" y="348551"/>
                  <a:pt x="8011847" y="354073"/>
                  <a:pt x="8025470" y="354073"/>
                </a:cubicBezTo>
                <a:cubicBezTo>
                  <a:pt x="8052715" y="354073"/>
                  <a:pt x="8074802" y="331986"/>
                  <a:pt x="8074802" y="304741"/>
                </a:cubicBezTo>
                <a:lnTo>
                  <a:pt x="8074453" y="301284"/>
                </a:lnTo>
                <a:lnTo>
                  <a:pt x="8083391" y="304058"/>
                </a:lnTo>
                <a:cubicBezTo>
                  <a:pt x="8086603" y="304715"/>
                  <a:pt x="8089928" y="305060"/>
                  <a:pt x="8093333" y="305060"/>
                </a:cubicBezTo>
                <a:cubicBezTo>
                  <a:pt x="8120579" y="305060"/>
                  <a:pt x="8142665" y="282974"/>
                  <a:pt x="8142665" y="255729"/>
                </a:cubicBezTo>
                <a:cubicBezTo>
                  <a:pt x="8142665" y="245512"/>
                  <a:pt x="8139559" y="236020"/>
                  <a:pt x="8134240" y="228147"/>
                </a:cubicBezTo>
                <a:lnTo>
                  <a:pt x="8130973" y="224187"/>
                </a:lnTo>
                <a:lnTo>
                  <a:pt x="8137985" y="222010"/>
                </a:lnTo>
                <a:cubicBezTo>
                  <a:pt x="8155691" y="214521"/>
                  <a:pt x="8168114" y="196989"/>
                  <a:pt x="8168114" y="176555"/>
                </a:cubicBezTo>
                <a:cubicBezTo>
                  <a:pt x="8168114" y="156121"/>
                  <a:pt x="8155691" y="138589"/>
                  <a:pt x="8137985" y="131100"/>
                </a:cubicBezTo>
                <a:lnTo>
                  <a:pt x="8131605" y="129120"/>
                </a:lnTo>
                <a:lnTo>
                  <a:pt x="8134240" y="125926"/>
                </a:lnTo>
                <a:cubicBezTo>
                  <a:pt x="8139559" y="118052"/>
                  <a:pt x="8142665" y="108561"/>
                  <a:pt x="8142665" y="98344"/>
                </a:cubicBezTo>
                <a:cubicBezTo>
                  <a:pt x="8142665" y="71099"/>
                  <a:pt x="8120579" y="49012"/>
                  <a:pt x="8093333" y="49012"/>
                </a:cubicBezTo>
                <a:cubicBezTo>
                  <a:pt x="8088225" y="49012"/>
                  <a:pt x="8083298" y="49789"/>
                  <a:pt x="8078664" y="51230"/>
                </a:cubicBezTo>
                <a:lnTo>
                  <a:pt x="8074404" y="53278"/>
                </a:lnTo>
                <a:lnTo>
                  <a:pt x="8074802" y="49331"/>
                </a:lnTo>
                <a:cubicBezTo>
                  <a:pt x="8074802" y="22086"/>
                  <a:pt x="8052715" y="0"/>
                  <a:pt x="8025470" y="0"/>
                </a:cubicBezTo>
                <a:cubicBezTo>
                  <a:pt x="8011847" y="0"/>
                  <a:pt x="7999515" y="5521"/>
                  <a:pt x="7990587" y="14449"/>
                </a:cubicBezTo>
                <a:lnTo>
                  <a:pt x="7984940" y="21293"/>
                </a:lnTo>
                <a:lnTo>
                  <a:pt x="7979294" y="14449"/>
                </a:lnTo>
                <a:cubicBezTo>
                  <a:pt x="7970366" y="5521"/>
                  <a:pt x="7958033" y="0"/>
                  <a:pt x="7944411" y="0"/>
                </a:cubicBezTo>
                <a:cubicBezTo>
                  <a:pt x="7917165" y="0"/>
                  <a:pt x="7895079" y="22086"/>
                  <a:pt x="7895079" y="49331"/>
                </a:cubicBezTo>
                <a:lnTo>
                  <a:pt x="7895427" y="52789"/>
                </a:lnTo>
                <a:lnTo>
                  <a:pt x="7886489" y="50014"/>
                </a:lnTo>
                <a:cubicBezTo>
                  <a:pt x="7883278" y="49357"/>
                  <a:pt x="7879953" y="49012"/>
                  <a:pt x="7876547" y="49012"/>
                </a:cubicBezTo>
                <a:cubicBezTo>
                  <a:pt x="7849302" y="49012"/>
                  <a:pt x="7827215" y="71099"/>
                  <a:pt x="7827215" y="98344"/>
                </a:cubicBezTo>
                <a:cubicBezTo>
                  <a:pt x="7827215" y="108561"/>
                  <a:pt x="7830321" y="118052"/>
                  <a:pt x="7835640" y="125926"/>
                </a:cubicBezTo>
                <a:lnTo>
                  <a:pt x="7838276" y="129120"/>
                </a:lnTo>
                <a:lnTo>
                  <a:pt x="7831896" y="131100"/>
                </a:lnTo>
                <a:cubicBezTo>
                  <a:pt x="7814190" y="138589"/>
                  <a:pt x="7801766" y="156121"/>
                  <a:pt x="7801766" y="176555"/>
                </a:cubicBezTo>
                <a:cubicBezTo>
                  <a:pt x="7801766" y="196989"/>
                  <a:pt x="7814190" y="214521"/>
                  <a:pt x="7831896" y="222010"/>
                </a:cubicBezTo>
                <a:lnTo>
                  <a:pt x="7838908" y="224187"/>
                </a:lnTo>
                <a:lnTo>
                  <a:pt x="7835640" y="228147"/>
                </a:lnTo>
                <a:cubicBezTo>
                  <a:pt x="7830321" y="236020"/>
                  <a:pt x="7827215" y="245512"/>
                  <a:pt x="7827215" y="255729"/>
                </a:cubicBezTo>
                <a:cubicBezTo>
                  <a:pt x="7827215" y="282974"/>
                  <a:pt x="7849302" y="305060"/>
                  <a:pt x="7876547" y="305060"/>
                </a:cubicBezTo>
                <a:cubicBezTo>
                  <a:pt x="7879953" y="305060"/>
                  <a:pt x="7883278" y="304715"/>
                  <a:pt x="7886489" y="304058"/>
                </a:cubicBezTo>
                <a:lnTo>
                  <a:pt x="7895427" y="301284"/>
                </a:lnTo>
                <a:lnTo>
                  <a:pt x="7895079" y="304741"/>
                </a:lnTo>
                <a:cubicBezTo>
                  <a:pt x="7895079" y="331986"/>
                  <a:pt x="7917165" y="354073"/>
                  <a:pt x="7944411" y="354073"/>
                </a:cubicBezTo>
                <a:close/>
                <a:moveTo>
                  <a:pt x="7235159" y="354073"/>
                </a:moveTo>
                <a:cubicBezTo>
                  <a:pt x="7248781" y="354073"/>
                  <a:pt x="7261114" y="348551"/>
                  <a:pt x="7270041" y="339624"/>
                </a:cubicBezTo>
                <a:lnTo>
                  <a:pt x="7275688" y="332780"/>
                </a:lnTo>
                <a:lnTo>
                  <a:pt x="7281335" y="339624"/>
                </a:lnTo>
                <a:cubicBezTo>
                  <a:pt x="7290262" y="348551"/>
                  <a:pt x="7302595" y="354073"/>
                  <a:pt x="7316218" y="354073"/>
                </a:cubicBezTo>
                <a:cubicBezTo>
                  <a:pt x="7343463" y="354073"/>
                  <a:pt x="7365550" y="331986"/>
                  <a:pt x="7365550" y="304741"/>
                </a:cubicBezTo>
                <a:lnTo>
                  <a:pt x="7365201" y="301284"/>
                </a:lnTo>
                <a:lnTo>
                  <a:pt x="7374139" y="304058"/>
                </a:lnTo>
                <a:cubicBezTo>
                  <a:pt x="7377351" y="304715"/>
                  <a:pt x="7380676" y="305060"/>
                  <a:pt x="7384081" y="305060"/>
                </a:cubicBezTo>
                <a:cubicBezTo>
                  <a:pt x="7411327" y="305060"/>
                  <a:pt x="7433413" y="282974"/>
                  <a:pt x="7433413" y="255729"/>
                </a:cubicBezTo>
                <a:cubicBezTo>
                  <a:pt x="7433413" y="245512"/>
                  <a:pt x="7430307" y="236020"/>
                  <a:pt x="7424988" y="228147"/>
                </a:cubicBezTo>
                <a:lnTo>
                  <a:pt x="7421721" y="224187"/>
                </a:lnTo>
                <a:lnTo>
                  <a:pt x="7428733" y="222010"/>
                </a:lnTo>
                <a:cubicBezTo>
                  <a:pt x="7446439" y="214521"/>
                  <a:pt x="7458862" y="196989"/>
                  <a:pt x="7458862" y="176555"/>
                </a:cubicBezTo>
                <a:cubicBezTo>
                  <a:pt x="7458862" y="156121"/>
                  <a:pt x="7446439" y="138589"/>
                  <a:pt x="7428733" y="131100"/>
                </a:cubicBezTo>
                <a:lnTo>
                  <a:pt x="7422353" y="129120"/>
                </a:lnTo>
                <a:lnTo>
                  <a:pt x="7424988" y="125926"/>
                </a:lnTo>
                <a:cubicBezTo>
                  <a:pt x="7430307" y="118052"/>
                  <a:pt x="7433413" y="108561"/>
                  <a:pt x="7433413" y="98344"/>
                </a:cubicBezTo>
                <a:cubicBezTo>
                  <a:pt x="7433413" y="71099"/>
                  <a:pt x="7411327" y="49012"/>
                  <a:pt x="7384081" y="49012"/>
                </a:cubicBezTo>
                <a:cubicBezTo>
                  <a:pt x="7378973" y="49012"/>
                  <a:pt x="7374046" y="49789"/>
                  <a:pt x="7369412" y="51230"/>
                </a:cubicBezTo>
                <a:lnTo>
                  <a:pt x="7365152" y="53278"/>
                </a:lnTo>
                <a:lnTo>
                  <a:pt x="7365550" y="49331"/>
                </a:lnTo>
                <a:cubicBezTo>
                  <a:pt x="7365550" y="22086"/>
                  <a:pt x="7343463" y="0"/>
                  <a:pt x="7316218" y="0"/>
                </a:cubicBezTo>
                <a:cubicBezTo>
                  <a:pt x="7302595" y="0"/>
                  <a:pt x="7290263" y="5521"/>
                  <a:pt x="7281335" y="14449"/>
                </a:cubicBezTo>
                <a:lnTo>
                  <a:pt x="7275688" y="21293"/>
                </a:lnTo>
                <a:lnTo>
                  <a:pt x="7270042" y="14449"/>
                </a:lnTo>
                <a:cubicBezTo>
                  <a:pt x="7261114" y="5521"/>
                  <a:pt x="7248781" y="0"/>
                  <a:pt x="7235159" y="0"/>
                </a:cubicBezTo>
                <a:cubicBezTo>
                  <a:pt x="7207913" y="0"/>
                  <a:pt x="7185827" y="22086"/>
                  <a:pt x="7185827" y="49331"/>
                </a:cubicBezTo>
                <a:lnTo>
                  <a:pt x="7186175" y="52789"/>
                </a:lnTo>
                <a:lnTo>
                  <a:pt x="7177237" y="50014"/>
                </a:lnTo>
                <a:cubicBezTo>
                  <a:pt x="7174026" y="49357"/>
                  <a:pt x="7170701" y="49012"/>
                  <a:pt x="7167295" y="49012"/>
                </a:cubicBezTo>
                <a:cubicBezTo>
                  <a:pt x="7140050" y="49012"/>
                  <a:pt x="7117963" y="71099"/>
                  <a:pt x="7117963" y="98344"/>
                </a:cubicBezTo>
                <a:cubicBezTo>
                  <a:pt x="7117963" y="108561"/>
                  <a:pt x="7121069" y="118052"/>
                  <a:pt x="7126388" y="125926"/>
                </a:cubicBezTo>
                <a:lnTo>
                  <a:pt x="7129024" y="129120"/>
                </a:lnTo>
                <a:lnTo>
                  <a:pt x="7122644" y="131100"/>
                </a:lnTo>
                <a:cubicBezTo>
                  <a:pt x="7104938" y="138589"/>
                  <a:pt x="7092514" y="156121"/>
                  <a:pt x="7092514" y="176555"/>
                </a:cubicBezTo>
                <a:cubicBezTo>
                  <a:pt x="7092514" y="196989"/>
                  <a:pt x="7104938" y="214521"/>
                  <a:pt x="7122644" y="222010"/>
                </a:cubicBezTo>
                <a:lnTo>
                  <a:pt x="7129656" y="224187"/>
                </a:lnTo>
                <a:lnTo>
                  <a:pt x="7126388" y="228147"/>
                </a:lnTo>
                <a:cubicBezTo>
                  <a:pt x="7121069" y="236020"/>
                  <a:pt x="7117963" y="245512"/>
                  <a:pt x="7117963" y="255729"/>
                </a:cubicBezTo>
                <a:cubicBezTo>
                  <a:pt x="7117963" y="282974"/>
                  <a:pt x="7140050" y="305060"/>
                  <a:pt x="7167295" y="305060"/>
                </a:cubicBezTo>
                <a:cubicBezTo>
                  <a:pt x="7170701" y="305060"/>
                  <a:pt x="7174026" y="304715"/>
                  <a:pt x="7177237" y="304058"/>
                </a:cubicBezTo>
                <a:lnTo>
                  <a:pt x="7186175" y="301284"/>
                </a:lnTo>
                <a:lnTo>
                  <a:pt x="7185827" y="304741"/>
                </a:lnTo>
                <a:cubicBezTo>
                  <a:pt x="7185827" y="331986"/>
                  <a:pt x="7207913" y="354073"/>
                  <a:pt x="7235159" y="354073"/>
                </a:cubicBezTo>
                <a:close/>
                <a:moveTo>
                  <a:pt x="6525907" y="354073"/>
                </a:moveTo>
                <a:cubicBezTo>
                  <a:pt x="6539529" y="354073"/>
                  <a:pt x="6551862" y="348551"/>
                  <a:pt x="6560789" y="339624"/>
                </a:cubicBezTo>
                <a:lnTo>
                  <a:pt x="6566436" y="332780"/>
                </a:lnTo>
                <a:lnTo>
                  <a:pt x="6572083" y="339624"/>
                </a:lnTo>
                <a:cubicBezTo>
                  <a:pt x="6581010" y="348551"/>
                  <a:pt x="6593343" y="354073"/>
                  <a:pt x="6606966" y="354073"/>
                </a:cubicBezTo>
                <a:cubicBezTo>
                  <a:pt x="6634211" y="354073"/>
                  <a:pt x="6656298" y="331986"/>
                  <a:pt x="6656298" y="304741"/>
                </a:cubicBezTo>
                <a:lnTo>
                  <a:pt x="6655949" y="301284"/>
                </a:lnTo>
                <a:lnTo>
                  <a:pt x="6664887" y="304058"/>
                </a:lnTo>
                <a:cubicBezTo>
                  <a:pt x="6668099" y="304715"/>
                  <a:pt x="6671424" y="305060"/>
                  <a:pt x="6674829" y="305060"/>
                </a:cubicBezTo>
                <a:cubicBezTo>
                  <a:pt x="6702075" y="305060"/>
                  <a:pt x="6724161" y="282974"/>
                  <a:pt x="6724161" y="255729"/>
                </a:cubicBezTo>
                <a:cubicBezTo>
                  <a:pt x="6724161" y="245512"/>
                  <a:pt x="6721055" y="236020"/>
                  <a:pt x="6715736" y="228147"/>
                </a:cubicBezTo>
                <a:lnTo>
                  <a:pt x="6712469" y="224187"/>
                </a:lnTo>
                <a:lnTo>
                  <a:pt x="6719481" y="222010"/>
                </a:lnTo>
                <a:cubicBezTo>
                  <a:pt x="6737187" y="214521"/>
                  <a:pt x="6749610" y="196989"/>
                  <a:pt x="6749610" y="176555"/>
                </a:cubicBezTo>
                <a:cubicBezTo>
                  <a:pt x="6749610" y="156121"/>
                  <a:pt x="6737187" y="138589"/>
                  <a:pt x="6719481" y="131100"/>
                </a:cubicBezTo>
                <a:lnTo>
                  <a:pt x="6713101" y="129120"/>
                </a:lnTo>
                <a:lnTo>
                  <a:pt x="6715736" y="125926"/>
                </a:lnTo>
                <a:cubicBezTo>
                  <a:pt x="6721055" y="118052"/>
                  <a:pt x="6724161" y="108561"/>
                  <a:pt x="6724161" y="98344"/>
                </a:cubicBezTo>
                <a:cubicBezTo>
                  <a:pt x="6724161" y="71099"/>
                  <a:pt x="6702075" y="49012"/>
                  <a:pt x="6674829" y="49012"/>
                </a:cubicBezTo>
                <a:cubicBezTo>
                  <a:pt x="6669721" y="49012"/>
                  <a:pt x="6664794" y="49789"/>
                  <a:pt x="6660160" y="51230"/>
                </a:cubicBezTo>
                <a:lnTo>
                  <a:pt x="6655900" y="53278"/>
                </a:lnTo>
                <a:lnTo>
                  <a:pt x="6656298" y="49331"/>
                </a:lnTo>
                <a:cubicBezTo>
                  <a:pt x="6656298" y="22086"/>
                  <a:pt x="6634211" y="0"/>
                  <a:pt x="6606966" y="0"/>
                </a:cubicBezTo>
                <a:cubicBezTo>
                  <a:pt x="6593343" y="0"/>
                  <a:pt x="6581011" y="5521"/>
                  <a:pt x="6572083" y="14449"/>
                </a:cubicBezTo>
                <a:lnTo>
                  <a:pt x="6566436" y="21293"/>
                </a:lnTo>
                <a:lnTo>
                  <a:pt x="6560790" y="14449"/>
                </a:lnTo>
                <a:cubicBezTo>
                  <a:pt x="6551862" y="5521"/>
                  <a:pt x="6539529" y="0"/>
                  <a:pt x="6525907" y="0"/>
                </a:cubicBezTo>
                <a:cubicBezTo>
                  <a:pt x="6498661" y="0"/>
                  <a:pt x="6476575" y="22086"/>
                  <a:pt x="6476575" y="49331"/>
                </a:cubicBezTo>
                <a:lnTo>
                  <a:pt x="6476923" y="52789"/>
                </a:lnTo>
                <a:lnTo>
                  <a:pt x="6467985" y="50014"/>
                </a:lnTo>
                <a:cubicBezTo>
                  <a:pt x="6464774" y="49357"/>
                  <a:pt x="6461449" y="49012"/>
                  <a:pt x="6458043" y="49012"/>
                </a:cubicBezTo>
                <a:cubicBezTo>
                  <a:pt x="6430798" y="49012"/>
                  <a:pt x="6408711" y="71099"/>
                  <a:pt x="6408711" y="98344"/>
                </a:cubicBezTo>
                <a:cubicBezTo>
                  <a:pt x="6408711" y="108561"/>
                  <a:pt x="6411817" y="118052"/>
                  <a:pt x="6417136" y="125926"/>
                </a:cubicBezTo>
                <a:lnTo>
                  <a:pt x="6419772" y="129120"/>
                </a:lnTo>
                <a:lnTo>
                  <a:pt x="6413392" y="131100"/>
                </a:lnTo>
                <a:cubicBezTo>
                  <a:pt x="6395686" y="138589"/>
                  <a:pt x="6383262" y="156121"/>
                  <a:pt x="6383262" y="176555"/>
                </a:cubicBezTo>
                <a:cubicBezTo>
                  <a:pt x="6383262" y="196989"/>
                  <a:pt x="6395686" y="214521"/>
                  <a:pt x="6413392" y="222010"/>
                </a:cubicBezTo>
                <a:lnTo>
                  <a:pt x="6420404" y="224187"/>
                </a:lnTo>
                <a:lnTo>
                  <a:pt x="6417136" y="228147"/>
                </a:lnTo>
                <a:cubicBezTo>
                  <a:pt x="6411817" y="236020"/>
                  <a:pt x="6408711" y="245512"/>
                  <a:pt x="6408711" y="255729"/>
                </a:cubicBezTo>
                <a:cubicBezTo>
                  <a:pt x="6408711" y="282974"/>
                  <a:pt x="6430798" y="305060"/>
                  <a:pt x="6458043" y="305060"/>
                </a:cubicBezTo>
                <a:cubicBezTo>
                  <a:pt x="6461449" y="305060"/>
                  <a:pt x="6464774" y="304715"/>
                  <a:pt x="6467985" y="304058"/>
                </a:cubicBezTo>
                <a:lnTo>
                  <a:pt x="6476923" y="301284"/>
                </a:lnTo>
                <a:lnTo>
                  <a:pt x="6476575" y="304741"/>
                </a:lnTo>
                <a:cubicBezTo>
                  <a:pt x="6476575" y="331986"/>
                  <a:pt x="6498661" y="354073"/>
                  <a:pt x="6525907" y="354073"/>
                </a:cubicBezTo>
                <a:close/>
                <a:moveTo>
                  <a:pt x="5816655" y="354073"/>
                </a:moveTo>
                <a:cubicBezTo>
                  <a:pt x="5830277" y="354073"/>
                  <a:pt x="5842610" y="348551"/>
                  <a:pt x="5851537" y="339624"/>
                </a:cubicBezTo>
                <a:lnTo>
                  <a:pt x="5857184" y="332780"/>
                </a:lnTo>
                <a:lnTo>
                  <a:pt x="5862831" y="339624"/>
                </a:lnTo>
                <a:cubicBezTo>
                  <a:pt x="5871758" y="348551"/>
                  <a:pt x="5884091" y="354073"/>
                  <a:pt x="5897714" y="354073"/>
                </a:cubicBezTo>
                <a:cubicBezTo>
                  <a:pt x="5924959" y="354073"/>
                  <a:pt x="5947046" y="331986"/>
                  <a:pt x="5947046" y="304741"/>
                </a:cubicBezTo>
                <a:lnTo>
                  <a:pt x="5946697" y="301284"/>
                </a:lnTo>
                <a:lnTo>
                  <a:pt x="5955635" y="304058"/>
                </a:lnTo>
                <a:cubicBezTo>
                  <a:pt x="5958847" y="304715"/>
                  <a:pt x="5962172" y="305060"/>
                  <a:pt x="5965577" y="305060"/>
                </a:cubicBezTo>
                <a:cubicBezTo>
                  <a:pt x="5992823" y="305060"/>
                  <a:pt x="6014909" y="282974"/>
                  <a:pt x="6014909" y="255729"/>
                </a:cubicBezTo>
                <a:cubicBezTo>
                  <a:pt x="6014909" y="245512"/>
                  <a:pt x="6011803" y="236020"/>
                  <a:pt x="6006484" y="228147"/>
                </a:cubicBezTo>
                <a:lnTo>
                  <a:pt x="6003217" y="224187"/>
                </a:lnTo>
                <a:lnTo>
                  <a:pt x="6010229" y="222010"/>
                </a:lnTo>
                <a:cubicBezTo>
                  <a:pt x="6027935" y="214521"/>
                  <a:pt x="6040358" y="196989"/>
                  <a:pt x="6040358" y="176555"/>
                </a:cubicBezTo>
                <a:cubicBezTo>
                  <a:pt x="6040358" y="156121"/>
                  <a:pt x="6027935" y="138589"/>
                  <a:pt x="6010229" y="131100"/>
                </a:cubicBezTo>
                <a:lnTo>
                  <a:pt x="6003849" y="129120"/>
                </a:lnTo>
                <a:lnTo>
                  <a:pt x="6006484" y="125926"/>
                </a:lnTo>
                <a:cubicBezTo>
                  <a:pt x="6011803" y="118052"/>
                  <a:pt x="6014909" y="108561"/>
                  <a:pt x="6014909" y="98344"/>
                </a:cubicBezTo>
                <a:cubicBezTo>
                  <a:pt x="6014909" y="71099"/>
                  <a:pt x="5992823" y="49012"/>
                  <a:pt x="5965577" y="49012"/>
                </a:cubicBezTo>
                <a:cubicBezTo>
                  <a:pt x="5960469" y="49012"/>
                  <a:pt x="5955542" y="49789"/>
                  <a:pt x="5950908" y="51230"/>
                </a:cubicBezTo>
                <a:lnTo>
                  <a:pt x="5946648" y="53278"/>
                </a:lnTo>
                <a:lnTo>
                  <a:pt x="5947046" y="49331"/>
                </a:lnTo>
                <a:cubicBezTo>
                  <a:pt x="5947046" y="22086"/>
                  <a:pt x="5924959" y="0"/>
                  <a:pt x="5897714" y="0"/>
                </a:cubicBezTo>
                <a:cubicBezTo>
                  <a:pt x="5884091" y="0"/>
                  <a:pt x="5871759" y="5521"/>
                  <a:pt x="5862831" y="14449"/>
                </a:cubicBezTo>
                <a:lnTo>
                  <a:pt x="5857184" y="21293"/>
                </a:lnTo>
                <a:lnTo>
                  <a:pt x="5851538" y="14449"/>
                </a:lnTo>
                <a:cubicBezTo>
                  <a:pt x="5842610" y="5521"/>
                  <a:pt x="5830277" y="0"/>
                  <a:pt x="5816655" y="0"/>
                </a:cubicBezTo>
                <a:cubicBezTo>
                  <a:pt x="5789409" y="0"/>
                  <a:pt x="5767323" y="22086"/>
                  <a:pt x="5767323" y="49331"/>
                </a:cubicBezTo>
                <a:lnTo>
                  <a:pt x="5767671" y="52789"/>
                </a:lnTo>
                <a:lnTo>
                  <a:pt x="5758733" y="50014"/>
                </a:lnTo>
                <a:cubicBezTo>
                  <a:pt x="5755522" y="49357"/>
                  <a:pt x="5752197" y="49012"/>
                  <a:pt x="5748791" y="49012"/>
                </a:cubicBezTo>
                <a:cubicBezTo>
                  <a:pt x="5721546" y="49012"/>
                  <a:pt x="5699459" y="71099"/>
                  <a:pt x="5699459" y="98344"/>
                </a:cubicBezTo>
                <a:cubicBezTo>
                  <a:pt x="5699459" y="108561"/>
                  <a:pt x="5702565" y="118052"/>
                  <a:pt x="5707884" y="125926"/>
                </a:cubicBezTo>
                <a:lnTo>
                  <a:pt x="5710520" y="129120"/>
                </a:lnTo>
                <a:lnTo>
                  <a:pt x="5704140" y="131100"/>
                </a:lnTo>
                <a:cubicBezTo>
                  <a:pt x="5686434" y="138589"/>
                  <a:pt x="5674010" y="156121"/>
                  <a:pt x="5674010" y="176555"/>
                </a:cubicBezTo>
                <a:cubicBezTo>
                  <a:pt x="5674010" y="196989"/>
                  <a:pt x="5686434" y="214521"/>
                  <a:pt x="5704140" y="222010"/>
                </a:cubicBezTo>
                <a:lnTo>
                  <a:pt x="5711152" y="224187"/>
                </a:lnTo>
                <a:lnTo>
                  <a:pt x="5707884" y="228147"/>
                </a:lnTo>
                <a:cubicBezTo>
                  <a:pt x="5702565" y="236020"/>
                  <a:pt x="5699459" y="245512"/>
                  <a:pt x="5699459" y="255729"/>
                </a:cubicBezTo>
                <a:cubicBezTo>
                  <a:pt x="5699459" y="282974"/>
                  <a:pt x="5721546" y="305060"/>
                  <a:pt x="5748791" y="305060"/>
                </a:cubicBezTo>
                <a:cubicBezTo>
                  <a:pt x="5752197" y="305060"/>
                  <a:pt x="5755522" y="304715"/>
                  <a:pt x="5758733" y="304058"/>
                </a:cubicBezTo>
                <a:lnTo>
                  <a:pt x="5767671" y="301284"/>
                </a:lnTo>
                <a:lnTo>
                  <a:pt x="5767323" y="304741"/>
                </a:lnTo>
                <a:cubicBezTo>
                  <a:pt x="5767323" y="331986"/>
                  <a:pt x="5789409" y="354073"/>
                  <a:pt x="5816655" y="354073"/>
                </a:cubicBezTo>
                <a:close/>
                <a:moveTo>
                  <a:pt x="5107403" y="354073"/>
                </a:moveTo>
                <a:cubicBezTo>
                  <a:pt x="5121025" y="354073"/>
                  <a:pt x="5133358" y="348551"/>
                  <a:pt x="5142285" y="339624"/>
                </a:cubicBezTo>
                <a:lnTo>
                  <a:pt x="5147932" y="332780"/>
                </a:lnTo>
                <a:lnTo>
                  <a:pt x="5153579" y="339624"/>
                </a:lnTo>
                <a:cubicBezTo>
                  <a:pt x="5162506" y="348551"/>
                  <a:pt x="5174839" y="354073"/>
                  <a:pt x="5188462" y="354073"/>
                </a:cubicBezTo>
                <a:cubicBezTo>
                  <a:pt x="5215707" y="354073"/>
                  <a:pt x="5237794" y="331986"/>
                  <a:pt x="5237794" y="304741"/>
                </a:cubicBezTo>
                <a:lnTo>
                  <a:pt x="5237445" y="301284"/>
                </a:lnTo>
                <a:lnTo>
                  <a:pt x="5246383" y="304058"/>
                </a:lnTo>
                <a:cubicBezTo>
                  <a:pt x="5249595" y="304715"/>
                  <a:pt x="5252920" y="305060"/>
                  <a:pt x="5256325" y="305060"/>
                </a:cubicBezTo>
                <a:cubicBezTo>
                  <a:pt x="5283571" y="305060"/>
                  <a:pt x="5305657" y="282974"/>
                  <a:pt x="5305657" y="255729"/>
                </a:cubicBezTo>
                <a:cubicBezTo>
                  <a:pt x="5305657" y="245512"/>
                  <a:pt x="5302551" y="236020"/>
                  <a:pt x="5297232" y="228147"/>
                </a:cubicBezTo>
                <a:lnTo>
                  <a:pt x="5293965" y="224187"/>
                </a:lnTo>
                <a:lnTo>
                  <a:pt x="5300977" y="222010"/>
                </a:lnTo>
                <a:cubicBezTo>
                  <a:pt x="5318683" y="214521"/>
                  <a:pt x="5331106" y="196989"/>
                  <a:pt x="5331106" y="176555"/>
                </a:cubicBezTo>
                <a:cubicBezTo>
                  <a:pt x="5331106" y="156121"/>
                  <a:pt x="5318683" y="138589"/>
                  <a:pt x="5300977" y="131100"/>
                </a:cubicBezTo>
                <a:lnTo>
                  <a:pt x="5294597" y="129120"/>
                </a:lnTo>
                <a:lnTo>
                  <a:pt x="5297232" y="125926"/>
                </a:lnTo>
                <a:cubicBezTo>
                  <a:pt x="5302551" y="118052"/>
                  <a:pt x="5305657" y="108561"/>
                  <a:pt x="5305657" y="98344"/>
                </a:cubicBezTo>
                <a:cubicBezTo>
                  <a:pt x="5305657" y="71099"/>
                  <a:pt x="5283571" y="49012"/>
                  <a:pt x="5256325" y="49012"/>
                </a:cubicBezTo>
                <a:cubicBezTo>
                  <a:pt x="5251217" y="49012"/>
                  <a:pt x="5246290" y="49789"/>
                  <a:pt x="5241656" y="51230"/>
                </a:cubicBezTo>
                <a:lnTo>
                  <a:pt x="5237396" y="53278"/>
                </a:lnTo>
                <a:lnTo>
                  <a:pt x="5237794" y="49331"/>
                </a:lnTo>
                <a:cubicBezTo>
                  <a:pt x="5237794" y="22086"/>
                  <a:pt x="5215707" y="0"/>
                  <a:pt x="5188462" y="0"/>
                </a:cubicBezTo>
                <a:cubicBezTo>
                  <a:pt x="5174839" y="0"/>
                  <a:pt x="5162507" y="5521"/>
                  <a:pt x="5153579" y="14449"/>
                </a:cubicBezTo>
                <a:lnTo>
                  <a:pt x="5147932" y="21293"/>
                </a:lnTo>
                <a:lnTo>
                  <a:pt x="5142286" y="14449"/>
                </a:lnTo>
                <a:cubicBezTo>
                  <a:pt x="5133358" y="5521"/>
                  <a:pt x="5121025" y="0"/>
                  <a:pt x="5107403" y="0"/>
                </a:cubicBezTo>
                <a:cubicBezTo>
                  <a:pt x="5080157" y="0"/>
                  <a:pt x="5058071" y="22086"/>
                  <a:pt x="5058071" y="49331"/>
                </a:cubicBezTo>
                <a:lnTo>
                  <a:pt x="5058419" y="52789"/>
                </a:lnTo>
                <a:lnTo>
                  <a:pt x="5049481" y="50014"/>
                </a:lnTo>
                <a:cubicBezTo>
                  <a:pt x="5046270" y="49357"/>
                  <a:pt x="5042945" y="49012"/>
                  <a:pt x="5039539" y="49012"/>
                </a:cubicBezTo>
                <a:cubicBezTo>
                  <a:pt x="5012294" y="49012"/>
                  <a:pt x="4990207" y="71099"/>
                  <a:pt x="4990207" y="98344"/>
                </a:cubicBezTo>
                <a:cubicBezTo>
                  <a:pt x="4990207" y="108561"/>
                  <a:pt x="4993313" y="118052"/>
                  <a:pt x="4998632" y="125926"/>
                </a:cubicBezTo>
                <a:lnTo>
                  <a:pt x="5001268" y="129120"/>
                </a:lnTo>
                <a:lnTo>
                  <a:pt x="4994888" y="131100"/>
                </a:lnTo>
                <a:cubicBezTo>
                  <a:pt x="4977182" y="138589"/>
                  <a:pt x="4964758" y="156121"/>
                  <a:pt x="4964758" y="176555"/>
                </a:cubicBezTo>
                <a:cubicBezTo>
                  <a:pt x="4964758" y="196989"/>
                  <a:pt x="4977182" y="214521"/>
                  <a:pt x="4994888" y="222010"/>
                </a:cubicBezTo>
                <a:lnTo>
                  <a:pt x="5001900" y="224187"/>
                </a:lnTo>
                <a:lnTo>
                  <a:pt x="4998632" y="228147"/>
                </a:lnTo>
                <a:cubicBezTo>
                  <a:pt x="4993313" y="236020"/>
                  <a:pt x="4990207" y="245512"/>
                  <a:pt x="4990207" y="255729"/>
                </a:cubicBezTo>
                <a:cubicBezTo>
                  <a:pt x="4990207" y="282974"/>
                  <a:pt x="5012294" y="305060"/>
                  <a:pt x="5039539" y="305060"/>
                </a:cubicBezTo>
                <a:cubicBezTo>
                  <a:pt x="5042945" y="305060"/>
                  <a:pt x="5046270" y="304715"/>
                  <a:pt x="5049481" y="304058"/>
                </a:cubicBezTo>
                <a:lnTo>
                  <a:pt x="5058419" y="301284"/>
                </a:lnTo>
                <a:lnTo>
                  <a:pt x="5058071" y="304741"/>
                </a:lnTo>
                <a:cubicBezTo>
                  <a:pt x="5058071" y="331986"/>
                  <a:pt x="5080157" y="354073"/>
                  <a:pt x="5107403" y="354073"/>
                </a:cubicBezTo>
                <a:close/>
                <a:moveTo>
                  <a:pt x="4398151" y="354073"/>
                </a:moveTo>
                <a:cubicBezTo>
                  <a:pt x="4411773" y="354073"/>
                  <a:pt x="4424106" y="348551"/>
                  <a:pt x="4433033" y="339624"/>
                </a:cubicBezTo>
                <a:lnTo>
                  <a:pt x="4438680" y="332780"/>
                </a:lnTo>
                <a:lnTo>
                  <a:pt x="4444327" y="339624"/>
                </a:lnTo>
                <a:cubicBezTo>
                  <a:pt x="4453254" y="348551"/>
                  <a:pt x="4465587" y="354073"/>
                  <a:pt x="4479210" y="354073"/>
                </a:cubicBezTo>
                <a:cubicBezTo>
                  <a:pt x="4506455" y="354073"/>
                  <a:pt x="4528542" y="331986"/>
                  <a:pt x="4528542" y="304741"/>
                </a:cubicBezTo>
                <a:lnTo>
                  <a:pt x="4528193" y="301284"/>
                </a:lnTo>
                <a:lnTo>
                  <a:pt x="4537131" y="304058"/>
                </a:lnTo>
                <a:cubicBezTo>
                  <a:pt x="4540343" y="304715"/>
                  <a:pt x="4543668" y="305060"/>
                  <a:pt x="4547073" y="305060"/>
                </a:cubicBezTo>
                <a:cubicBezTo>
                  <a:pt x="4574319" y="305060"/>
                  <a:pt x="4596405" y="282974"/>
                  <a:pt x="4596405" y="255729"/>
                </a:cubicBezTo>
                <a:cubicBezTo>
                  <a:pt x="4596405" y="245512"/>
                  <a:pt x="4593299" y="236020"/>
                  <a:pt x="4587980" y="228147"/>
                </a:cubicBezTo>
                <a:lnTo>
                  <a:pt x="4584713" y="224187"/>
                </a:lnTo>
                <a:lnTo>
                  <a:pt x="4591725" y="222010"/>
                </a:lnTo>
                <a:cubicBezTo>
                  <a:pt x="4609431" y="214521"/>
                  <a:pt x="4621854" y="196989"/>
                  <a:pt x="4621854" y="176555"/>
                </a:cubicBezTo>
                <a:cubicBezTo>
                  <a:pt x="4621854" y="156121"/>
                  <a:pt x="4609431" y="138589"/>
                  <a:pt x="4591725" y="131100"/>
                </a:cubicBezTo>
                <a:lnTo>
                  <a:pt x="4585345" y="129120"/>
                </a:lnTo>
                <a:lnTo>
                  <a:pt x="4587980" y="125926"/>
                </a:lnTo>
                <a:cubicBezTo>
                  <a:pt x="4593299" y="118052"/>
                  <a:pt x="4596405" y="108561"/>
                  <a:pt x="4596405" y="98344"/>
                </a:cubicBezTo>
                <a:cubicBezTo>
                  <a:pt x="4596405" y="71099"/>
                  <a:pt x="4574319" y="49012"/>
                  <a:pt x="4547073" y="49012"/>
                </a:cubicBezTo>
                <a:cubicBezTo>
                  <a:pt x="4541965" y="49012"/>
                  <a:pt x="4537038" y="49789"/>
                  <a:pt x="4532404" y="51230"/>
                </a:cubicBezTo>
                <a:lnTo>
                  <a:pt x="4528144" y="53278"/>
                </a:lnTo>
                <a:lnTo>
                  <a:pt x="4528542" y="49331"/>
                </a:lnTo>
                <a:cubicBezTo>
                  <a:pt x="4528542" y="22086"/>
                  <a:pt x="4506455" y="0"/>
                  <a:pt x="4479210" y="0"/>
                </a:cubicBezTo>
                <a:cubicBezTo>
                  <a:pt x="4465587" y="0"/>
                  <a:pt x="4453255" y="5521"/>
                  <a:pt x="4444327" y="14449"/>
                </a:cubicBezTo>
                <a:lnTo>
                  <a:pt x="4438680" y="21293"/>
                </a:lnTo>
                <a:lnTo>
                  <a:pt x="4433034" y="14449"/>
                </a:lnTo>
                <a:cubicBezTo>
                  <a:pt x="4424106" y="5521"/>
                  <a:pt x="4411773" y="0"/>
                  <a:pt x="4398151" y="0"/>
                </a:cubicBezTo>
                <a:cubicBezTo>
                  <a:pt x="4370905" y="0"/>
                  <a:pt x="4348819" y="22086"/>
                  <a:pt x="4348819" y="49331"/>
                </a:cubicBezTo>
                <a:lnTo>
                  <a:pt x="4349167" y="52789"/>
                </a:lnTo>
                <a:lnTo>
                  <a:pt x="4340229" y="50014"/>
                </a:lnTo>
                <a:cubicBezTo>
                  <a:pt x="4337018" y="49357"/>
                  <a:pt x="4333693" y="49012"/>
                  <a:pt x="4330287" y="49012"/>
                </a:cubicBezTo>
                <a:cubicBezTo>
                  <a:pt x="4303042" y="49012"/>
                  <a:pt x="4280955" y="71099"/>
                  <a:pt x="4280955" y="98344"/>
                </a:cubicBezTo>
                <a:cubicBezTo>
                  <a:pt x="4280955" y="108561"/>
                  <a:pt x="4284061" y="118052"/>
                  <a:pt x="4289380" y="125926"/>
                </a:cubicBezTo>
                <a:lnTo>
                  <a:pt x="4292016" y="129120"/>
                </a:lnTo>
                <a:lnTo>
                  <a:pt x="4285636" y="131100"/>
                </a:lnTo>
                <a:cubicBezTo>
                  <a:pt x="4267930" y="138589"/>
                  <a:pt x="4255506" y="156121"/>
                  <a:pt x="4255506" y="176555"/>
                </a:cubicBezTo>
                <a:cubicBezTo>
                  <a:pt x="4255506" y="196989"/>
                  <a:pt x="4267930" y="214521"/>
                  <a:pt x="4285636" y="222010"/>
                </a:cubicBezTo>
                <a:lnTo>
                  <a:pt x="4292648" y="224187"/>
                </a:lnTo>
                <a:lnTo>
                  <a:pt x="4289380" y="228147"/>
                </a:lnTo>
                <a:cubicBezTo>
                  <a:pt x="4284061" y="236020"/>
                  <a:pt x="4280955" y="245512"/>
                  <a:pt x="4280955" y="255729"/>
                </a:cubicBezTo>
                <a:cubicBezTo>
                  <a:pt x="4280955" y="282974"/>
                  <a:pt x="4303042" y="305060"/>
                  <a:pt x="4330287" y="305060"/>
                </a:cubicBezTo>
                <a:cubicBezTo>
                  <a:pt x="4333693" y="305060"/>
                  <a:pt x="4337018" y="304715"/>
                  <a:pt x="4340229" y="304058"/>
                </a:cubicBezTo>
                <a:lnTo>
                  <a:pt x="4349167" y="301284"/>
                </a:lnTo>
                <a:lnTo>
                  <a:pt x="4348819" y="304741"/>
                </a:lnTo>
                <a:cubicBezTo>
                  <a:pt x="4348819" y="331986"/>
                  <a:pt x="4370905" y="354073"/>
                  <a:pt x="4398151" y="354073"/>
                </a:cubicBezTo>
                <a:close/>
                <a:moveTo>
                  <a:pt x="3688904" y="354073"/>
                </a:moveTo>
                <a:cubicBezTo>
                  <a:pt x="3702527" y="354073"/>
                  <a:pt x="3714860" y="348551"/>
                  <a:pt x="3723787" y="339624"/>
                </a:cubicBezTo>
                <a:lnTo>
                  <a:pt x="3729434" y="332780"/>
                </a:lnTo>
                <a:lnTo>
                  <a:pt x="3735080" y="339624"/>
                </a:lnTo>
                <a:cubicBezTo>
                  <a:pt x="3744007" y="348551"/>
                  <a:pt x="3756341" y="354073"/>
                  <a:pt x="3769963" y="354073"/>
                </a:cubicBezTo>
                <a:cubicBezTo>
                  <a:pt x="3797208" y="354073"/>
                  <a:pt x="3819295" y="331986"/>
                  <a:pt x="3819295" y="304741"/>
                </a:cubicBezTo>
                <a:lnTo>
                  <a:pt x="3818947" y="301284"/>
                </a:lnTo>
                <a:lnTo>
                  <a:pt x="3827885" y="304058"/>
                </a:lnTo>
                <a:cubicBezTo>
                  <a:pt x="3831096" y="304715"/>
                  <a:pt x="3834421" y="305060"/>
                  <a:pt x="3837827" y="305060"/>
                </a:cubicBezTo>
                <a:cubicBezTo>
                  <a:pt x="3865072" y="305060"/>
                  <a:pt x="3887158" y="282974"/>
                  <a:pt x="3887158" y="255729"/>
                </a:cubicBezTo>
                <a:cubicBezTo>
                  <a:pt x="3887158" y="245512"/>
                  <a:pt x="3884053" y="236020"/>
                  <a:pt x="3878733" y="228147"/>
                </a:cubicBezTo>
                <a:lnTo>
                  <a:pt x="3875466" y="224187"/>
                </a:lnTo>
                <a:lnTo>
                  <a:pt x="3882478" y="222010"/>
                </a:lnTo>
                <a:cubicBezTo>
                  <a:pt x="3900184" y="214521"/>
                  <a:pt x="3912607" y="196989"/>
                  <a:pt x="3912607" y="176555"/>
                </a:cubicBezTo>
                <a:cubicBezTo>
                  <a:pt x="3912607" y="156121"/>
                  <a:pt x="3900184" y="138589"/>
                  <a:pt x="3882478" y="131100"/>
                </a:cubicBezTo>
                <a:lnTo>
                  <a:pt x="3876098" y="129120"/>
                </a:lnTo>
                <a:lnTo>
                  <a:pt x="3878733" y="125926"/>
                </a:lnTo>
                <a:cubicBezTo>
                  <a:pt x="3884053" y="118052"/>
                  <a:pt x="3887158" y="108561"/>
                  <a:pt x="3887158" y="98344"/>
                </a:cubicBezTo>
                <a:cubicBezTo>
                  <a:pt x="3887158" y="71099"/>
                  <a:pt x="3865072" y="49012"/>
                  <a:pt x="3837827" y="49012"/>
                </a:cubicBezTo>
                <a:cubicBezTo>
                  <a:pt x="3832718" y="49012"/>
                  <a:pt x="3827791" y="49789"/>
                  <a:pt x="3823157" y="51230"/>
                </a:cubicBezTo>
                <a:lnTo>
                  <a:pt x="3818898" y="53278"/>
                </a:lnTo>
                <a:lnTo>
                  <a:pt x="3819295" y="49331"/>
                </a:lnTo>
                <a:cubicBezTo>
                  <a:pt x="3819295" y="22086"/>
                  <a:pt x="3797208" y="0"/>
                  <a:pt x="3769963" y="0"/>
                </a:cubicBezTo>
                <a:cubicBezTo>
                  <a:pt x="3756341" y="0"/>
                  <a:pt x="3744008" y="5521"/>
                  <a:pt x="3735080" y="14449"/>
                </a:cubicBezTo>
                <a:lnTo>
                  <a:pt x="3729434" y="21293"/>
                </a:lnTo>
                <a:lnTo>
                  <a:pt x="3723787" y="14449"/>
                </a:lnTo>
                <a:cubicBezTo>
                  <a:pt x="3714860" y="5521"/>
                  <a:pt x="3702527" y="0"/>
                  <a:pt x="3688904" y="0"/>
                </a:cubicBezTo>
                <a:cubicBezTo>
                  <a:pt x="3661659" y="0"/>
                  <a:pt x="3639572" y="22086"/>
                  <a:pt x="3639572" y="49331"/>
                </a:cubicBezTo>
                <a:lnTo>
                  <a:pt x="3639921" y="52789"/>
                </a:lnTo>
                <a:lnTo>
                  <a:pt x="3630983" y="50014"/>
                </a:lnTo>
                <a:cubicBezTo>
                  <a:pt x="3627771" y="49357"/>
                  <a:pt x="3624446" y="49012"/>
                  <a:pt x="3621040" y="49012"/>
                </a:cubicBezTo>
                <a:cubicBezTo>
                  <a:pt x="3593795" y="49012"/>
                  <a:pt x="3571709" y="71099"/>
                  <a:pt x="3571709" y="98344"/>
                </a:cubicBezTo>
                <a:cubicBezTo>
                  <a:pt x="3571709" y="108561"/>
                  <a:pt x="3574815" y="118052"/>
                  <a:pt x="3580134" y="125926"/>
                </a:cubicBezTo>
                <a:lnTo>
                  <a:pt x="3582769" y="129120"/>
                </a:lnTo>
                <a:lnTo>
                  <a:pt x="3576390" y="131100"/>
                </a:lnTo>
                <a:cubicBezTo>
                  <a:pt x="3558684" y="138589"/>
                  <a:pt x="3546260" y="156121"/>
                  <a:pt x="3546260" y="176555"/>
                </a:cubicBezTo>
                <a:cubicBezTo>
                  <a:pt x="3546260" y="196989"/>
                  <a:pt x="3558684" y="214521"/>
                  <a:pt x="3576390" y="222010"/>
                </a:cubicBezTo>
                <a:lnTo>
                  <a:pt x="3583402" y="224187"/>
                </a:lnTo>
                <a:lnTo>
                  <a:pt x="3580134" y="228147"/>
                </a:lnTo>
                <a:cubicBezTo>
                  <a:pt x="3574815" y="236020"/>
                  <a:pt x="3571709" y="245512"/>
                  <a:pt x="3571709" y="255729"/>
                </a:cubicBezTo>
                <a:cubicBezTo>
                  <a:pt x="3571709" y="282974"/>
                  <a:pt x="3593795" y="305060"/>
                  <a:pt x="3621040" y="305060"/>
                </a:cubicBezTo>
                <a:cubicBezTo>
                  <a:pt x="3624446" y="305060"/>
                  <a:pt x="3627771" y="304715"/>
                  <a:pt x="3630983" y="304058"/>
                </a:cubicBezTo>
                <a:lnTo>
                  <a:pt x="3639921" y="301284"/>
                </a:lnTo>
                <a:lnTo>
                  <a:pt x="3639572" y="304741"/>
                </a:lnTo>
                <a:cubicBezTo>
                  <a:pt x="3639572" y="331986"/>
                  <a:pt x="3661659" y="354073"/>
                  <a:pt x="3688904" y="354073"/>
                </a:cubicBezTo>
                <a:close/>
                <a:moveTo>
                  <a:pt x="2979652" y="354073"/>
                </a:moveTo>
                <a:cubicBezTo>
                  <a:pt x="2993274" y="354073"/>
                  <a:pt x="3005607" y="348551"/>
                  <a:pt x="3014535" y="339624"/>
                </a:cubicBezTo>
                <a:lnTo>
                  <a:pt x="3020182" y="332780"/>
                </a:lnTo>
                <a:lnTo>
                  <a:pt x="3025828" y="339624"/>
                </a:lnTo>
                <a:cubicBezTo>
                  <a:pt x="3034755" y="348551"/>
                  <a:pt x="3047088" y="354073"/>
                  <a:pt x="3060710" y="354073"/>
                </a:cubicBezTo>
                <a:cubicBezTo>
                  <a:pt x="3087956" y="354073"/>
                  <a:pt x="3110042" y="331986"/>
                  <a:pt x="3110042" y="304741"/>
                </a:cubicBezTo>
                <a:lnTo>
                  <a:pt x="3109694" y="301284"/>
                </a:lnTo>
                <a:lnTo>
                  <a:pt x="3118633" y="304058"/>
                </a:lnTo>
                <a:cubicBezTo>
                  <a:pt x="3121844" y="304715"/>
                  <a:pt x="3125169" y="305060"/>
                  <a:pt x="3128575" y="305060"/>
                </a:cubicBezTo>
                <a:cubicBezTo>
                  <a:pt x="3155821" y="305060"/>
                  <a:pt x="3177907" y="282974"/>
                  <a:pt x="3177907" y="255729"/>
                </a:cubicBezTo>
                <a:cubicBezTo>
                  <a:pt x="3177907" y="245512"/>
                  <a:pt x="3174800" y="236020"/>
                  <a:pt x="3169481" y="228147"/>
                </a:cubicBezTo>
                <a:lnTo>
                  <a:pt x="3166213" y="224187"/>
                </a:lnTo>
                <a:lnTo>
                  <a:pt x="3173226" y="222010"/>
                </a:lnTo>
                <a:cubicBezTo>
                  <a:pt x="3190931" y="214521"/>
                  <a:pt x="3203353" y="196989"/>
                  <a:pt x="3203353" y="176555"/>
                </a:cubicBezTo>
                <a:cubicBezTo>
                  <a:pt x="3203353" y="156121"/>
                  <a:pt x="3190931" y="138589"/>
                  <a:pt x="3173226" y="131100"/>
                </a:cubicBezTo>
                <a:lnTo>
                  <a:pt x="3166845" y="129120"/>
                </a:lnTo>
                <a:lnTo>
                  <a:pt x="3169481" y="125926"/>
                </a:lnTo>
                <a:cubicBezTo>
                  <a:pt x="3174800" y="118052"/>
                  <a:pt x="3177907" y="108561"/>
                  <a:pt x="3177907" y="98344"/>
                </a:cubicBezTo>
                <a:cubicBezTo>
                  <a:pt x="3177907" y="71099"/>
                  <a:pt x="3155821" y="49012"/>
                  <a:pt x="3128575" y="49012"/>
                </a:cubicBezTo>
                <a:cubicBezTo>
                  <a:pt x="3123467" y="49012"/>
                  <a:pt x="3118538" y="49789"/>
                  <a:pt x="3113904" y="51230"/>
                </a:cubicBezTo>
                <a:lnTo>
                  <a:pt x="3109645" y="53278"/>
                </a:lnTo>
                <a:lnTo>
                  <a:pt x="3110042" y="49331"/>
                </a:lnTo>
                <a:cubicBezTo>
                  <a:pt x="3110042" y="22086"/>
                  <a:pt x="3087956" y="0"/>
                  <a:pt x="3060712" y="0"/>
                </a:cubicBezTo>
                <a:cubicBezTo>
                  <a:pt x="3047088" y="0"/>
                  <a:pt x="3034755" y="5521"/>
                  <a:pt x="3025828" y="14449"/>
                </a:cubicBezTo>
                <a:lnTo>
                  <a:pt x="3020182" y="21293"/>
                </a:lnTo>
                <a:lnTo>
                  <a:pt x="3014535" y="14449"/>
                </a:lnTo>
                <a:cubicBezTo>
                  <a:pt x="3005607" y="5521"/>
                  <a:pt x="2993275" y="0"/>
                  <a:pt x="2979652" y="0"/>
                </a:cubicBezTo>
                <a:cubicBezTo>
                  <a:pt x="2952407" y="0"/>
                  <a:pt x="2930320" y="22086"/>
                  <a:pt x="2930320" y="49331"/>
                </a:cubicBezTo>
                <a:lnTo>
                  <a:pt x="2930670" y="52789"/>
                </a:lnTo>
                <a:lnTo>
                  <a:pt x="2921731" y="50014"/>
                </a:lnTo>
                <a:cubicBezTo>
                  <a:pt x="2918520" y="49357"/>
                  <a:pt x="2915195" y="49012"/>
                  <a:pt x="2911789" y="49012"/>
                </a:cubicBezTo>
                <a:cubicBezTo>
                  <a:pt x="2884544" y="49012"/>
                  <a:pt x="2862458" y="71099"/>
                  <a:pt x="2862458" y="98344"/>
                </a:cubicBezTo>
                <a:cubicBezTo>
                  <a:pt x="2862458" y="108561"/>
                  <a:pt x="2865564" y="118052"/>
                  <a:pt x="2870883" y="125926"/>
                </a:cubicBezTo>
                <a:lnTo>
                  <a:pt x="2873518" y="129120"/>
                </a:lnTo>
                <a:lnTo>
                  <a:pt x="2867137" y="131100"/>
                </a:lnTo>
                <a:cubicBezTo>
                  <a:pt x="2849433" y="138589"/>
                  <a:pt x="2837009" y="156121"/>
                  <a:pt x="2837009" y="176555"/>
                </a:cubicBezTo>
                <a:cubicBezTo>
                  <a:pt x="2837009" y="196989"/>
                  <a:pt x="2849433" y="214521"/>
                  <a:pt x="2867137" y="222010"/>
                </a:cubicBezTo>
                <a:lnTo>
                  <a:pt x="2874151" y="224187"/>
                </a:lnTo>
                <a:lnTo>
                  <a:pt x="2870883" y="228147"/>
                </a:lnTo>
                <a:cubicBezTo>
                  <a:pt x="2865564" y="236020"/>
                  <a:pt x="2862458" y="245512"/>
                  <a:pt x="2862458" y="255729"/>
                </a:cubicBezTo>
                <a:cubicBezTo>
                  <a:pt x="2862458" y="282974"/>
                  <a:pt x="2884544" y="305060"/>
                  <a:pt x="2911789" y="305060"/>
                </a:cubicBezTo>
                <a:cubicBezTo>
                  <a:pt x="2915195" y="305060"/>
                  <a:pt x="2918520" y="304715"/>
                  <a:pt x="2921731" y="304058"/>
                </a:cubicBezTo>
                <a:lnTo>
                  <a:pt x="2930669" y="301284"/>
                </a:lnTo>
                <a:lnTo>
                  <a:pt x="2930320" y="304741"/>
                </a:lnTo>
                <a:cubicBezTo>
                  <a:pt x="2930320" y="331986"/>
                  <a:pt x="2952407" y="354073"/>
                  <a:pt x="2979652" y="354073"/>
                </a:cubicBezTo>
                <a:close/>
                <a:moveTo>
                  <a:pt x="2270400" y="354073"/>
                </a:moveTo>
                <a:cubicBezTo>
                  <a:pt x="2284023" y="354073"/>
                  <a:pt x="2296356" y="348551"/>
                  <a:pt x="2305283" y="339624"/>
                </a:cubicBezTo>
                <a:lnTo>
                  <a:pt x="2310930" y="332780"/>
                </a:lnTo>
                <a:lnTo>
                  <a:pt x="2316577" y="339624"/>
                </a:lnTo>
                <a:cubicBezTo>
                  <a:pt x="2325504" y="348551"/>
                  <a:pt x="2337837" y="354073"/>
                  <a:pt x="2351459" y="354073"/>
                </a:cubicBezTo>
                <a:cubicBezTo>
                  <a:pt x="2378705" y="354073"/>
                  <a:pt x="2400792" y="331986"/>
                  <a:pt x="2400792" y="304741"/>
                </a:cubicBezTo>
                <a:lnTo>
                  <a:pt x="2400443" y="301284"/>
                </a:lnTo>
                <a:lnTo>
                  <a:pt x="2409381" y="304058"/>
                </a:lnTo>
                <a:cubicBezTo>
                  <a:pt x="2412593" y="304715"/>
                  <a:pt x="2415918" y="305060"/>
                  <a:pt x="2419323" y="305060"/>
                </a:cubicBezTo>
                <a:cubicBezTo>
                  <a:pt x="2446569" y="305060"/>
                  <a:pt x="2468655" y="282974"/>
                  <a:pt x="2468655" y="255729"/>
                </a:cubicBezTo>
                <a:cubicBezTo>
                  <a:pt x="2468655" y="245512"/>
                  <a:pt x="2465549" y="236020"/>
                  <a:pt x="2460230" y="228147"/>
                </a:cubicBezTo>
                <a:lnTo>
                  <a:pt x="2456962" y="224187"/>
                </a:lnTo>
                <a:lnTo>
                  <a:pt x="2463975" y="222010"/>
                </a:lnTo>
                <a:cubicBezTo>
                  <a:pt x="2481681" y="214521"/>
                  <a:pt x="2494104" y="196989"/>
                  <a:pt x="2494104" y="176555"/>
                </a:cubicBezTo>
                <a:cubicBezTo>
                  <a:pt x="2494104" y="156121"/>
                  <a:pt x="2481681" y="138589"/>
                  <a:pt x="2463975" y="131100"/>
                </a:cubicBezTo>
                <a:lnTo>
                  <a:pt x="2457594" y="129120"/>
                </a:lnTo>
                <a:lnTo>
                  <a:pt x="2460230" y="125926"/>
                </a:lnTo>
                <a:cubicBezTo>
                  <a:pt x="2465549" y="118052"/>
                  <a:pt x="2468655" y="108561"/>
                  <a:pt x="2468655" y="98344"/>
                </a:cubicBezTo>
                <a:cubicBezTo>
                  <a:pt x="2468655" y="71099"/>
                  <a:pt x="2446569" y="49012"/>
                  <a:pt x="2419323" y="49012"/>
                </a:cubicBezTo>
                <a:cubicBezTo>
                  <a:pt x="2414215" y="49012"/>
                  <a:pt x="2409288" y="49789"/>
                  <a:pt x="2404654" y="51230"/>
                </a:cubicBezTo>
                <a:lnTo>
                  <a:pt x="2400394" y="53278"/>
                </a:lnTo>
                <a:lnTo>
                  <a:pt x="2400792" y="49331"/>
                </a:lnTo>
                <a:cubicBezTo>
                  <a:pt x="2400792" y="22086"/>
                  <a:pt x="2378705" y="0"/>
                  <a:pt x="2351460" y="0"/>
                </a:cubicBezTo>
                <a:cubicBezTo>
                  <a:pt x="2337837" y="0"/>
                  <a:pt x="2325504" y="5521"/>
                  <a:pt x="2316577" y="14449"/>
                </a:cubicBezTo>
                <a:lnTo>
                  <a:pt x="2310930" y="21293"/>
                </a:lnTo>
                <a:lnTo>
                  <a:pt x="2305283" y="14449"/>
                </a:lnTo>
                <a:cubicBezTo>
                  <a:pt x="2296356" y="5521"/>
                  <a:pt x="2284023" y="0"/>
                  <a:pt x="2270401" y="0"/>
                </a:cubicBezTo>
                <a:cubicBezTo>
                  <a:pt x="2243155" y="0"/>
                  <a:pt x="2221069" y="22086"/>
                  <a:pt x="2221069" y="49331"/>
                </a:cubicBezTo>
                <a:lnTo>
                  <a:pt x="2221418" y="52789"/>
                </a:lnTo>
                <a:lnTo>
                  <a:pt x="2212479" y="50014"/>
                </a:lnTo>
                <a:cubicBezTo>
                  <a:pt x="2209268" y="49357"/>
                  <a:pt x="2205943" y="49012"/>
                  <a:pt x="2202537" y="49012"/>
                </a:cubicBezTo>
                <a:cubicBezTo>
                  <a:pt x="2175292" y="49012"/>
                  <a:pt x="2153205" y="71099"/>
                  <a:pt x="2153205" y="98344"/>
                </a:cubicBezTo>
                <a:cubicBezTo>
                  <a:pt x="2153205" y="108561"/>
                  <a:pt x="2156311" y="118052"/>
                  <a:pt x="2161631" y="125926"/>
                </a:cubicBezTo>
                <a:lnTo>
                  <a:pt x="2164266" y="129120"/>
                </a:lnTo>
                <a:lnTo>
                  <a:pt x="2157886" y="131100"/>
                </a:lnTo>
                <a:cubicBezTo>
                  <a:pt x="2140180" y="138589"/>
                  <a:pt x="2127757" y="156121"/>
                  <a:pt x="2127757" y="176555"/>
                </a:cubicBezTo>
                <a:cubicBezTo>
                  <a:pt x="2127757" y="196989"/>
                  <a:pt x="2140180" y="214521"/>
                  <a:pt x="2157886" y="222010"/>
                </a:cubicBezTo>
                <a:lnTo>
                  <a:pt x="2164898" y="224187"/>
                </a:lnTo>
                <a:lnTo>
                  <a:pt x="2161631" y="228147"/>
                </a:lnTo>
                <a:cubicBezTo>
                  <a:pt x="2156311" y="236020"/>
                  <a:pt x="2153205" y="245512"/>
                  <a:pt x="2153205" y="255729"/>
                </a:cubicBezTo>
                <a:cubicBezTo>
                  <a:pt x="2153205" y="282974"/>
                  <a:pt x="2175292" y="305060"/>
                  <a:pt x="2202537" y="305060"/>
                </a:cubicBezTo>
                <a:cubicBezTo>
                  <a:pt x="2205943" y="305060"/>
                  <a:pt x="2209268" y="304715"/>
                  <a:pt x="2212479" y="304058"/>
                </a:cubicBezTo>
                <a:lnTo>
                  <a:pt x="2221417" y="301284"/>
                </a:lnTo>
                <a:lnTo>
                  <a:pt x="2221069" y="304741"/>
                </a:lnTo>
                <a:cubicBezTo>
                  <a:pt x="2221069" y="331986"/>
                  <a:pt x="2243155" y="354073"/>
                  <a:pt x="2270400" y="354073"/>
                </a:cubicBezTo>
                <a:close/>
                <a:moveTo>
                  <a:pt x="1561148" y="354073"/>
                </a:moveTo>
                <a:cubicBezTo>
                  <a:pt x="1574771" y="354073"/>
                  <a:pt x="1587104" y="348551"/>
                  <a:pt x="1596031" y="339624"/>
                </a:cubicBezTo>
                <a:lnTo>
                  <a:pt x="1601678" y="332780"/>
                </a:lnTo>
                <a:lnTo>
                  <a:pt x="1607324" y="339624"/>
                </a:lnTo>
                <a:cubicBezTo>
                  <a:pt x="1616252" y="348551"/>
                  <a:pt x="1628585" y="354073"/>
                  <a:pt x="1642207" y="354073"/>
                </a:cubicBezTo>
                <a:cubicBezTo>
                  <a:pt x="1669452" y="354073"/>
                  <a:pt x="1691539" y="331986"/>
                  <a:pt x="1691539" y="304741"/>
                </a:cubicBezTo>
                <a:lnTo>
                  <a:pt x="1691191" y="301284"/>
                </a:lnTo>
                <a:lnTo>
                  <a:pt x="1700129" y="304058"/>
                </a:lnTo>
                <a:cubicBezTo>
                  <a:pt x="1703341" y="304715"/>
                  <a:pt x="1706666" y="305060"/>
                  <a:pt x="1710071" y="305060"/>
                </a:cubicBezTo>
                <a:cubicBezTo>
                  <a:pt x="1737316" y="305060"/>
                  <a:pt x="1759403" y="282974"/>
                  <a:pt x="1759403" y="255729"/>
                </a:cubicBezTo>
                <a:cubicBezTo>
                  <a:pt x="1759403" y="245512"/>
                  <a:pt x="1756297" y="236020"/>
                  <a:pt x="1750978" y="228147"/>
                </a:cubicBezTo>
                <a:lnTo>
                  <a:pt x="1747710" y="224187"/>
                </a:lnTo>
                <a:lnTo>
                  <a:pt x="1754722" y="222010"/>
                </a:lnTo>
                <a:cubicBezTo>
                  <a:pt x="1772428" y="214521"/>
                  <a:pt x="1784852" y="196989"/>
                  <a:pt x="1784852" y="176555"/>
                </a:cubicBezTo>
                <a:cubicBezTo>
                  <a:pt x="1784852" y="156121"/>
                  <a:pt x="1772428" y="138589"/>
                  <a:pt x="1754722" y="131100"/>
                </a:cubicBezTo>
                <a:lnTo>
                  <a:pt x="1748343" y="129120"/>
                </a:lnTo>
                <a:lnTo>
                  <a:pt x="1750978" y="125926"/>
                </a:lnTo>
                <a:cubicBezTo>
                  <a:pt x="1756297" y="118052"/>
                  <a:pt x="1759403" y="108561"/>
                  <a:pt x="1759403" y="98344"/>
                </a:cubicBezTo>
                <a:cubicBezTo>
                  <a:pt x="1759403" y="71099"/>
                  <a:pt x="1737316" y="49012"/>
                  <a:pt x="1710071" y="49012"/>
                </a:cubicBezTo>
                <a:cubicBezTo>
                  <a:pt x="1704963" y="49012"/>
                  <a:pt x="1700036" y="49789"/>
                  <a:pt x="1695401" y="51230"/>
                </a:cubicBezTo>
                <a:lnTo>
                  <a:pt x="1691142" y="53278"/>
                </a:lnTo>
                <a:lnTo>
                  <a:pt x="1691539" y="49331"/>
                </a:lnTo>
                <a:cubicBezTo>
                  <a:pt x="1691539" y="22086"/>
                  <a:pt x="1669452" y="0"/>
                  <a:pt x="1642207" y="0"/>
                </a:cubicBezTo>
                <a:cubicBezTo>
                  <a:pt x="1628585" y="0"/>
                  <a:pt x="1616252" y="5521"/>
                  <a:pt x="1607324" y="14449"/>
                </a:cubicBezTo>
                <a:lnTo>
                  <a:pt x="1601678" y="21293"/>
                </a:lnTo>
                <a:lnTo>
                  <a:pt x="1596031" y="14449"/>
                </a:lnTo>
                <a:cubicBezTo>
                  <a:pt x="1587104" y="5521"/>
                  <a:pt x="1574771" y="0"/>
                  <a:pt x="1561149" y="0"/>
                </a:cubicBezTo>
                <a:cubicBezTo>
                  <a:pt x="1533903" y="0"/>
                  <a:pt x="1511816" y="22086"/>
                  <a:pt x="1511816" y="49331"/>
                </a:cubicBezTo>
                <a:lnTo>
                  <a:pt x="1512165" y="52789"/>
                </a:lnTo>
                <a:lnTo>
                  <a:pt x="1503226" y="50014"/>
                </a:lnTo>
                <a:cubicBezTo>
                  <a:pt x="1500015" y="49357"/>
                  <a:pt x="1496690" y="49012"/>
                  <a:pt x="1493284" y="49012"/>
                </a:cubicBezTo>
                <a:cubicBezTo>
                  <a:pt x="1466039" y="49012"/>
                  <a:pt x="1443953" y="71099"/>
                  <a:pt x="1443953" y="98344"/>
                </a:cubicBezTo>
                <a:cubicBezTo>
                  <a:pt x="1443953" y="108561"/>
                  <a:pt x="1447058" y="118052"/>
                  <a:pt x="1452378" y="125926"/>
                </a:cubicBezTo>
                <a:lnTo>
                  <a:pt x="1455013" y="129120"/>
                </a:lnTo>
                <a:lnTo>
                  <a:pt x="1448633" y="131100"/>
                </a:lnTo>
                <a:cubicBezTo>
                  <a:pt x="1430928" y="138589"/>
                  <a:pt x="1418504" y="156121"/>
                  <a:pt x="1418504" y="176555"/>
                </a:cubicBezTo>
                <a:cubicBezTo>
                  <a:pt x="1418504" y="196989"/>
                  <a:pt x="1430928" y="214521"/>
                  <a:pt x="1448633" y="222010"/>
                </a:cubicBezTo>
                <a:lnTo>
                  <a:pt x="1455645" y="224187"/>
                </a:lnTo>
                <a:lnTo>
                  <a:pt x="1452378" y="228147"/>
                </a:lnTo>
                <a:cubicBezTo>
                  <a:pt x="1447058" y="236020"/>
                  <a:pt x="1443953" y="245512"/>
                  <a:pt x="1443953" y="255729"/>
                </a:cubicBezTo>
                <a:cubicBezTo>
                  <a:pt x="1443953" y="282974"/>
                  <a:pt x="1466039" y="305060"/>
                  <a:pt x="1493284" y="305060"/>
                </a:cubicBezTo>
                <a:cubicBezTo>
                  <a:pt x="1496690" y="305060"/>
                  <a:pt x="1500015" y="304715"/>
                  <a:pt x="1503227" y="304058"/>
                </a:cubicBezTo>
                <a:lnTo>
                  <a:pt x="1512165" y="301284"/>
                </a:lnTo>
                <a:lnTo>
                  <a:pt x="1511816" y="304741"/>
                </a:lnTo>
                <a:cubicBezTo>
                  <a:pt x="1511816" y="331986"/>
                  <a:pt x="1533903" y="354073"/>
                  <a:pt x="1561148" y="354073"/>
                </a:cubicBezTo>
                <a:close/>
                <a:moveTo>
                  <a:pt x="851896" y="354073"/>
                </a:moveTo>
                <a:cubicBezTo>
                  <a:pt x="865518" y="354073"/>
                  <a:pt x="877851" y="348551"/>
                  <a:pt x="886778" y="339624"/>
                </a:cubicBezTo>
                <a:lnTo>
                  <a:pt x="892425" y="332780"/>
                </a:lnTo>
                <a:lnTo>
                  <a:pt x="898072" y="339624"/>
                </a:lnTo>
                <a:cubicBezTo>
                  <a:pt x="906999" y="348551"/>
                  <a:pt x="919334" y="354073"/>
                  <a:pt x="932957" y="354073"/>
                </a:cubicBezTo>
                <a:cubicBezTo>
                  <a:pt x="960202" y="354073"/>
                  <a:pt x="982288" y="331986"/>
                  <a:pt x="982288" y="304741"/>
                </a:cubicBezTo>
                <a:lnTo>
                  <a:pt x="981940" y="301284"/>
                </a:lnTo>
                <a:lnTo>
                  <a:pt x="990878" y="304058"/>
                </a:lnTo>
                <a:cubicBezTo>
                  <a:pt x="994089" y="304715"/>
                  <a:pt x="997414" y="305060"/>
                  <a:pt x="1000820" y="305060"/>
                </a:cubicBezTo>
                <a:cubicBezTo>
                  <a:pt x="1028065" y="305060"/>
                  <a:pt x="1050152" y="282974"/>
                  <a:pt x="1050152" y="255729"/>
                </a:cubicBezTo>
                <a:cubicBezTo>
                  <a:pt x="1050152" y="245512"/>
                  <a:pt x="1047046" y="236020"/>
                  <a:pt x="1041726" y="228147"/>
                </a:cubicBezTo>
                <a:lnTo>
                  <a:pt x="1038458" y="224187"/>
                </a:lnTo>
                <a:lnTo>
                  <a:pt x="1045471" y="222010"/>
                </a:lnTo>
                <a:cubicBezTo>
                  <a:pt x="1063177" y="214521"/>
                  <a:pt x="1075601" y="196989"/>
                  <a:pt x="1075601" y="176555"/>
                </a:cubicBezTo>
                <a:cubicBezTo>
                  <a:pt x="1075601" y="156121"/>
                  <a:pt x="1063177" y="138589"/>
                  <a:pt x="1045471" y="131100"/>
                </a:cubicBezTo>
                <a:lnTo>
                  <a:pt x="1039091" y="129120"/>
                </a:lnTo>
                <a:lnTo>
                  <a:pt x="1041726" y="125926"/>
                </a:lnTo>
                <a:cubicBezTo>
                  <a:pt x="1047046" y="118052"/>
                  <a:pt x="1050152" y="108561"/>
                  <a:pt x="1050152" y="98344"/>
                </a:cubicBezTo>
                <a:cubicBezTo>
                  <a:pt x="1050152" y="71099"/>
                  <a:pt x="1028065" y="49012"/>
                  <a:pt x="1000820" y="49012"/>
                </a:cubicBezTo>
                <a:cubicBezTo>
                  <a:pt x="995712" y="49012"/>
                  <a:pt x="990784" y="49789"/>
                  <a:pt x="986150" y="51230"/>
                </a:cubicBezTo>
                <a:lnTo>
                  <a:pt x="981890" y="53278"/>
                </a:lnTo>
                <a:lnTo>
                  <a:pt x="982288" y="49331"/>
                </a:lnTo>
                <a:cubicBezTo>
                  <a:pt x="982288" y="22086"/>
                  <a:pt x="960202" y="0"/>
                  <a:pt x="932957" y="0"/>
                </a:cubicBezTo>
                <a:cubicBezTo>
                  <a:pt x="919334" y="0"/>
                  <a:pt x="906999" y="5521"/>
                  <a:pt x="898072" y="14449"/>
                </a:cubicBezTo>
                <a:lnTo>
                  <a:pt x="892425" y="21293"/>
                </a:lnTo>
                <a:lnTo>
                  <a:pt x="886779" y="14449"/>
                </a:lnTo>
                <a:cubicBezTo>
                  <a:pt x="877851" y="5521"/>
                  <a:pt x="865518" y="0"/>
                  <a:pt x="851896" y="0"/>
                </a:cubicBezTo>
                <a:cubicBezTo>
                  <a:pt x="824651" y="0"/>
                  <a:pt x="802564" y="22086"/>
                  <a:pt x="802564" y="49331"/>
                </a:cubicBezTo>
                <a:lnTo>
                  <a:pt x="802912" y="52789"/>
                </a:lnTo>
                <a:lnTo>
                  <a:pt x="793974" y="50014"/>
                </a:lnTo>
                <a:cubicBezTo>
                  <a:pt x="790763" y="49357"/>
                  <a:pt x="787438" y="49012"/>
                  <a:pt x="784032" y="49012"/>
                </a:cubicBezTo>
                <a:cubicBezTo>
                  <a:pt x="756787" y="49012"/>
                  <a:pt x="734700" y="71099"/>
                  <a:pt x="734700" y="98344"/>
                </a:cubicBezTo>
                <a:cubicBezTo>
                  <a:pt x="734700" y="108561"/>
                  <a:pt x="737806" y="118052"/>
                  <a:pt x="743125" y="125926"/>
                </a:cubicBezTo>
                <a:lnTo>
                  <a:pt x="745761" y="129120"/>
                </a:lnTo>
                <a:lnTo>
                  <a:pt x="739381" y="131100"/>
                </a:lnTo>
                <a:cubicBezTo>
                  <a:pt x="721675" y="138589"/>
                  <a:pt x="709251" y="156121"/>
                  <a:pt x="709251" y="176555"/>
                </a:cubicBezTo>
                <a:cubicBezTo>
                  <a:pt x="709251" y="196989"/>
                  <a:pt x="721675" y="214521"/>
                  <a:pt x="739381" y="222010"/>
                </a:cubicBezTo>
                <a:lnTo>
                  <a:pt x="746393" y="224187"/>
                </a:lnTo>
                <a:lnTo>
                  <a:pt x="743125" y="228147"/>
                </a:lnTo>
                <a:cubicBezTo>
                  <a:pt x="737806" y="236020"/>
                  <a:pt x="734700" y="245512"/>
                  <a:pt x="734700" y="255729"/>
                </a:cubicBezTo>
                <a:cubicBezTo>
                  <a:pt x="734700" y="282974"/>
                  <a:pt x="756787" y="305060"/>
                  <a:pt x="784032" y="305060"/>
                </a:cubicBezTo>
                <a:cubicBezTo>
                  <a:pt x="787438" y="305060"/>
                  <a:pt x="790763" y="304715"/>
                  <a:pt x="793974" y="304058"/>
                </a:cubicBezTo>
                <a:lnTo>
                  <a:pt x="802912" y="301284"/>
                </a:lnTo>
                <a:lnTo>
                  <a:pt x="802564" y="304741"/>
                </a:lnTo>
                <a:cubicBezTo>
                  <a:pt x="802564" y="331986"/>
                  <a:pt x="824650" y="354073"/>
                  <a:pt x="851896" y="354073"/>
                </a:cubicBezTo>
                <a:close/>
                <a:moveTo>
                  <a:pt x="142644" y="354073"/>
                </a:moveTo>
                <a:cubicBezTo>
                  <a:pt x="156267" y="354073"/>
                  <a:pt x="168600" y="348551"/>
                  <a:pt x="177527" y="339624"/>
                </a:cubicBezTo>
                <a:lnTo>
                  <a:pt x="183174" y="332780"/>
                </a:lnTo>
                <a:lnTo>
                  <a:pt x="188821" y="339624"/>
                </a:lnTo>
                <a:cubicBezTo>
                  <a:pt x="197748" y="348551"/>
                  <a:pt x="210081" y="354073"/>
                  <a:pt x="223703" y="354073"/>
                </a:cubicBezTo>
                <a:cubicBezTo>
                  <a:pt x="250949" y="354073"/>
                  <a:pt x="273035" y="331986"/>
                  <a:pt x="273035" y="304741"/>
                </a:cubicBezTo>
                <a:lnTo>
                  <a:pt x="272687" y="301284"/>
                </a:lnTo>
                <a:lnTo>
                  <a:pt x="281625" y="304058"/>
                </a:lnTo>
                <a:cubicBezTo>
                  <a:pt x="284836" y="304715"/>
                  <a:pt x="288161" y="305060"/>
                  <a:pt x="291567" y="305060"/>
                </a:cubicBezTo>
                <a:cubicBezTo>
                  <a:pt x="318812" y="305060"/>
                  <a:pt x="340899" y="282974"/>
                  <a:pt x="340899" y="255729"/>
                </a:cubicBezTo>
                <a:cubicBezTo>
                  <a:pt x="340899" y="245512"/>
                  <a:pt x="337793" y="236020"/>
                  <a:pt x="332474" y="228147"/>
                </a:cubicBezTo>
                <a:lnTo>
                  <a:pt x="329206" y="224187"/>
                </a:lnTo>
                <a:lnTo>
                  <a:pt x="336218" y="222010"/>
                </a:lnTo>
                <a:cubicBezTo>
                  <a:pt x="353924" y="214521"/>
                  <a:pt x="366348" y="196989"/>
                  <a:pt x="366348" y="176555"/>
                </a:cubicBezTo>
                <a:cubicBezTo>
                  <a:pt x="366348" y="156121"/>
                  <a:pt x="353924" y="138589"/>
                  <a:pt x="336218" y="131100"/>
                </a:cubicBezTo>
                <a:lnTo>
                  <a:pt x="329838" y="129120"/>
                </a:lnTo>
                <a:lnTo>
                  <a:pt x="332474" y="125926"/>
                </a:lnTo>
                <a:cubicBezTo>
                  <a:pt x="337793" y="118052"/>
                  <a:pt x="340899" y="108561"/>
                  <a:pt x="340899" y="98344"/>
                </a:cubicBezTo>
                <a:cubicBezTo>
                  <a:pt x="340899" y="71099"/>
                  <a:pt x="318812" y="49012"/>
                  <a:pt x="291567" y="49012"/>
                </a:cubicBezTo>
                <a:cubicBezTo>
                  <a:pt x="286459" y="49012"/>
                  <a:pt x="281531" y="49789"/>
                  <a:pt x="276897" y="51230"/>
                </a:cubicBezTo>
                <a:lnTo>
                  <a:pt x="272638" y="53278"/>
                </a:lnTo>
                <a:lnTo>
                  <a:pt x="273035" y="49331"/>
                </a:lnTo>
                <a:cubicBezTo>
                  <a:pt x="273035" y="22086"/>
                  <a:pt x="250949" y="0"/>
                  <a:pt x="223704" y="0"/>
                </a:cubicBezTo>
                <a:cubicBezTo>
                  <a:pt x="210081" y="0"/>
                  <a:pt x="197748" y="5521"/>
                  <a:pt x="188821" y="14449"/>
                </a:cubicBezTo>
                <a:lnTo>
                  <a:pt x="183174" y="21293"/>
                </a:lnTo>
                <a:lnTo>
                  <a:pt x="177527" y="14449"/>
                </a:lnTo>
                <a:cubicBezTo>
                  <a:pt x="168600" y="5521"/>
                  <a:pt x="156267" y="0"/>
                  <a:pt x="142644" y="0"/>
                </a:cubicBezTo>
                <a:cubicBezTo>
                  <a:pt x="115399" y="0"/>
                  <a:pt x="93313" y="22086"/>
                  <a:pt x="93313" y="49331"/>
                </a:cubicBezTo>
                <a:lnTo>
                  <a:pt x="93661" y="52789"/>
                </a:lnTo>
                <a:lnTo>
                  <a:pt x="84723" y="50014"/>
                </a:lnTo>
                <a:cubicBezTo>
                  <a:pt x="81512" y="49357"/>
                  <a:pt x="78186" y="49012"/>
                  <a:pt x="74781" y="49012"/>
                </a:cubicBezTo>
                <a:cubicBezTo>
                  <a:pt x="47536" y="49012"/>
                  <a:pt x="25449" y="71099"/>
                  <a:pt x="25449" y="98344"/>
                </a:cubicBezTo>
                <a:cubicBezTo>
                  <a:pt x="25449" y="108561"/>
                  <a:pt x="28555" y="118052"/>
                  <a:pt x="33874" y="125926"/>
                </a:cubicBezTo>
                <a:lnTo>
                  <a:pt x="36509" y="129120"/>
                </a:lnTo>
                <a:lnTo>
                  <a:pt x="30130" y="131100"/>
                </a:lnTo>
                <a:cubicBezTo>
                  <a:pt x="12424" y="138589"/>
                  <a:pt x="0" y="156121"/>
                  <a:pt x="0" y="176555"/>
                </a:cubicBezTo>
                <a:cubicBezTo>
                  <a:pt x="0" y="196989"/>
                  <a:pt x="12424" y="214521"/>
                  <a:pt x="30130" y="222010"/>
                </a:cubicBezTo>
                <a:lnTo>
                  <a:pt x="37142" y="224187"/>
                </a:lnTo>
                <a:lnTo>
                  <a:pt x="33874" y="228147"/>
                </a:lnTo>
                <a:cubicBezTo>
                  <a:pt x="28555" y="236020"/>
                  <a:pt x="25449" y="245512"/>
                  <a:pt x="25449" y="255729"/>
                </a:cubicBezTo>
                <a:cubicBezTo>
                  <a:pt x="25449" y="282974"/>
                  <a:pt x="47536" y="305060"/>
                  <a:pt x="74781" y="305060"/>
                </a:cubicBezTo>
                <a:cubicBezTo>
                  <a:pt x="78186" y="305060"/>
                  <a:pt x="81512" y="304715"/>
                  <a:pt x="84723" y="304058"/>
                </a:cubicBezTo>
                <a:lnTo>
                  <a:pt x="93661" y="301284"/>
                </a:lnTo>
                <a:lnTo>
                  <a:pt x="93312" y="304741"/>
                </a:lnTo>
                <a:cubicBezTo>
                  <a:pt x="93312" y="331986"/>
                  <a:pt x="115399" y="354073"/>
                  <a:pt x="142644" y="354073"/>
                </a:cubicBezTo>
                <a:close/>
                <a:moveTo>
                  <a:pt x="8701715" y="619763"/>
                </a:moveTo>
                <a:cubicBezTo>
                  <a:pt x="8723296" y="619763"/>
                  <a:pt x="8740791" y="602268"/>
                  <a:pt x="8740791" y="580687"/>
                </a:cubicBezTo>
                <a:cubicBezTo>
                  <a:pt x="8740791" y="559106"/>
                  <a:pt x="8723296" y="541611"/>
                  <a:pt x="8701715" y="541611"/>
                </a:cubicBezTo>
                <a:cubicBezTo>
                  <a:pt x="8680134" y="541611"/>
                  <a:pt x="8662639" y="559106"/>
                  <a:pt x="8662639" y="580687"/>
                </a:cubicBezTo>
                <a:cubicBezTo>
                  <a:pt x="8662639" y="602268"/>
                  <a:pt x="8680134" y="619763"/>
                  <a:pt x="8701715" y="619763"/>
                </a:cubicBezTo>
                <a:close/>
                <a:moveTo>
                  <a:pt x="193983" y="619763"/>
                </a:moveTo>
                <a:cubicBezTo>
                  <a:pt x="215564" y="619763"/>
                  <a:pt x="233059" y="602268"/>
                  <a:pt x="233059" y="580687"/>
                </a:cubicBezTo>
                <a:cubicBezTo>
                  <a:pt x="233059" y="559106"/>
                  <a:pt x="215564" y="541611"/>
                  <a:pt x="193983" y="541611"/>
                </a:cubicBezTo>
                <a:cubicBezTo>
                  <a:pt x="172402" y="541611"/>
                  <a:pt x="154907" y="559106"/>
                  <a:pt x="154907" y="580687"/>
                </a:cubicBezTo>
                <a:cubicBezTo>
                  <a:pt x="154907" y="602268"/>
                  <a:pt x="172402" y="619763"/>
                  <a:pt x="193983" y="619763"/>
                </a:cubicBezTo>
                <a:close/>
                <a:moveTo>
                  <a:pt x="8697248" y="1138499"/>
                </a:moveTo>
                <a:cubicBezTo>
                  <a:pt x="8717682" y="1138499"/>
                  <a:pt x="8735214" y="1126076"/>
                  <a:pt x="8742703" y="1108370"/>
                </a:cubicBezTo>
                <a:lnTo>
                  <a:pt x="8744879" y="1101358"/>
                </a:lnTo>
                <a:lnTo>
                  <a:pt x="8748840" y="1104625"/>
                </a:lnTo>
                <a:cubicBezTo>
                  <a:pt x="8756713" y="1109945"/>
                  <a:pt x="8766204" y="1113050"/>
                  <a:pt x="8776421" y="1113050"/>
                </a:cubicBezTo>
                <a:cubicBezTo>
                  <a:pt x="8803667" y="1113050"/>
                  <a:pt x="8825753" y="1090964"/>
                  <a:pt x="8825753" y="1063719"/>
                </a:cubicBezTo>
                <a:cubicBezTo>
                  <a:pt x="8825753" y="1060313"/>
                  <a:pt x="8825408" y="1056988"/>
                  <a:pt x="8824751" y="1053776"/>
                </a:cubicBezTo>
                <a:lnTo>
                  <a:pt x="8821976" y="1044838"/>
                </a:lnTo>
                <a:lnTo>
                  <a:pt x="8825434" y="1045187"/>
                </a:lnTo>
                <a:cubicBezTo>
                  <a:pt x="8852679" y="1045187"/>
                  <a:pt x="8874765" y="1023100"/>
                  <a:pt x="8874765" y="995855"/>
                </a:cubicBezTo>
                <a:cubicBezTo>
                  <a:pt x="8874765" y="982233"/>
                  <a:pt x="8869244" y="969899"/>
                  <a:pt x="8860317" y="960972"/>
                </a:cubicBezTo>
                <a:lnTo>
                  <a:pt x="8853473" y="955325"/>
                </a:lnTo>
                <a:lnTo>
                  <a:pt x="8860317" y="949679"/>
                </a:lnTo>
                <a:cubicBezTo>
                  <a:pt x="8869244" y="940751"/>
                  <a:pt x="8874765" y="928418"/>
                  <a:pt x="8874765" y="914796"/>
                </a:cubicBezTo>
                <a:cubicBezTo>
                  <a:pt x="8874765" y="887551"/>
                  <a:pt x="8852679" y="865464"/>
                  <a:pt x="8825434" y="865464"/>
                </a:cubicBezTo>
                <a:lnTo>
                  <a:pt x="8821976" y="865812"/>
                </a:lnTo>
                <a:lnTo>
                  <a:pt x="8824751" y="856874"/>
                </a:lnTo>
                <a:cubicBezTo>
                  <a:pt x="8825408" y="853663"/>
                  <a:pt x="8825753" y="850338"/>
                  <a:pt x="8825753" y="846932"/>
                </a:cubicBezTo>
                <a:cubicBezTo>
                  <a:pt x="8825753" y="819687"/>
                  <a:pt x="8803667" y="797600"/>
                  <a:pt x="8776421" y="797600"/>
                </a:cubicBezTo>
                <a:cubicBezTo>
                  <a:pt x="8766204" y="797600"/>
                  <a:pt x="8756713" y="800706"/>
                  <a:pt x="8748840" y="806025"/>
                </a:cubicBezTo>
                <a:lnTo>
                  <a:pt x="8744879" y="809293"/>
                </a:lnTo>
                <a:lnTo>
                  <a:pt x="8742703" y="802281"/>
                </a:lnTo>
                <a:cubicBezTo>
                  <a:pt x="8735214" y="784575"/>
                  <a:pt x="8717682" y="772151"/>
                  <a:pt x="8697248" y="772151"/>
                </a:cubicBezTo>
                <a:cubicBezTo>
                  <a:pt x="8676814" y="772151"/>
                  <a:pt x="8659282" y="784575"/>
                  <a:pt x="8651793" y="802281"/>
                </a:cubicBezTo>
                <a:lnTo>
                  <a:pt x="8649812" y="808661"/>
                </a:lnTo>
                <a:lnTo>
                  <a:pt x="8646618" y="806025"/>
                </a:lnTo>
                <a:cubicBezTo>
                  <a:pt x="8638745" y="800706"/>
                  <a:pt x="8629253" y="797600"/>
                  <a:pt x="8619037" y="797600"/>
                </a:cubicBezTo>
                <a:cubicBezTo>
                  <a:pt x="8591791" y="797600"/>
                  <a:pt x="8569705" y="819687"/>
                  <a:pt x="8569705" y="846932"/>
                </a:cubicBezTo>
                <a:cubicBezTo>
                  <a:pt x="8569705" y="852041"/>
                  <a:pt x="8570481" y="856968"/>
                  <a:pt x="8571923" y="861602"/>
                </a:cubicBezTo>
                <a:lnTo>
                  <a:pt x="8573970" y="865861"/>
                </a:lnTo>
                <a:lnTo>
                  <a:pt x="8570024" y="865464"/>
                </a:lnTo>
                <a:cubicBezTo>
                  <a:pt x="8542779" y="865464"/>
                  <a:pt x="8520693" y="887550"/>
                  <a:pt x="8520693" y="914796"/>
                </a:cubicBezTo>
                <a:cubicBezTo>
                  <a:pt x="8520693" y="928418"/>
                  <a:pt x="8526214" y="940751"/>
                  <a:pt x="8535141" y="949679"/>
                </a:cubicBezTo>
                <a:lnTo>
                  <a:pt x="8541985" y="955325"/>
                </a:lnTo>
                <a:lnTo>
                  <a:pt x="8535141" y="960972"/>
                </a:lnTo>
                <a:cubicBezTo>
                  <a:pt x="8526214" y="969899"/>
                  <a:pt x="8520693" y="982232"/>
                  <a:pt x="8520693" y="995855"/>
                </a:cubicBezTo>
                <a:cubicBezTo>
                  <a:pt x="8520693" y="1023100"/>
                  <a:pt x="8542779" y="1045187"/>
                  <a:pt x="8570024" y="1045187"/>
                </a:cubicBezTo>
                <a:lnTo>
                  <a:pt x="8573482" y="1044838"/>
                </a:lnTo>
                <a:lnTo>
                  <a:pt x="8570707" y="1053777"/>
                </a:lnTo>
                <a:cubicBezTo>
                  <a:pt x="8570050" y="1056988"/>
                  <a:pt x="8569705" y="1060313"/>
                  <a:pt x="8569705" y="1063719"/>
                </a:cubicBezTo>
                <a:cubicBezTo>
                  <a:pt x="8569705" y="1090964"/>
                  <a:pt x="8591791" y="1113050"/>
                  <a:pt x="8619037" y="1113050"/>
                </a:cubicBezTo>
                <a:cubicBezTo>
                  <a:pt x="8629253" y="1113050"/>
                  <a:pt x="8638745" y="1109945"/>
                  <a:pt x="8646618" y="1104625"/>
                </a:cubicBezTo>
                <a:lnTo>
                  <a:pt x="8649812" y="1101990"/>
                </a:lnTo>
                <a:lnTo>
                  <a:pt x="8651793" y="1108370"/>
                </a:lnTo>
                <a:cubicBezTo>
                  <a:pt x="8659282" y="1126076"/>
                  <a:pt x="8676814" y="1138499"/>
                  <a:pt x="8697248" y="1138499"/>
                </a:cubicBezTo>
                <a:close/>
                <a:moveTo>
                  <a:pt x="189515" y="1138499"/>
                </a:moveTo>
                <a:cubicBezTo>
                  <a:pt x="209949" y="1138499"/>
                  <a:pt x="227481" y="1126076"/>
                  <a:pt x="234970" y="1108370"/>
                </a:cubicBezTo>
                <a:lnTo>
                  <a:pt x="237147" y="1101358"/>
                </a:lnTo>
                <a:lnTo>
                  <a:pt x="241107" y="1104625"/>
                </a:lnTo>
                <a:cubicBezTo>
                  <a:pt x="248981" y="1109945"/>
                  <a:pt x="258472" y="1113050"/>
                  <a:pt x="268689" y="1113050"/>
                </a:cubicBezTo>
                <a:cubicBezTo>
                  <a:pt x="295934" y="1113050"/>
                  <a:pt x="318021" y="1090964"/>
                  <a:pt x="318021" y="1063719"/>
                </a:cubicBezTo>
                <a:cubicBezTo>
                  <a:pt x="318021" y="1060313"/>
                  <a:pt x="317675" y="1056988"/>
                  <a:pt x="317018" y="1053776"/>
                </a:cubicBezTo>
                <a:lnTo>
                  <a:pt x="314244" y="1044838"/>
                </a:lnTo>
                <a:lnTo>
                  <a:pt x="317701" y="1045187"/>
                </a:lnTo>
                <a:cubicBezTo>
                  <a:pt x="344946" y="1045187"/>
                  <a:pt x="367033" y="1023100"/>
                  <a:pt x="367033" y="995855"/>
                </a:cubicBezTo>
                <a:cubicBezTo>
                  <a:pt x="367033" y="982233"/>
                  <a:pt x="361511" y="969899"/>
                  <a:pt x="352584" y="960972"/>
                </a:cubicBezTo>
                <a:lnTo>
                  <a:pt x="345740" y="955325"/>
                </a:lnTo>
                <a:lnTo>
                  <a:pt x="352584" y="949679"/>
                </a:lnTo>
                <a:cubicBezTo>
                  <a:pt x="361511" y="940751"/>
                  <a:pt x="367033" y="928418"/>
                  <a:pt x="367033" y="914796"/>
                </a:cubicBezTo>
                <a:cubicBezTo>
                  <a:pt x="367033" y="887551"/>
                  <a:pt x="344946" y="865464"/>
                  <a:pt x="317701" y="865464"/>
                </a:cubicBezTo>
                <a:lnTo>
                  <a:pt x="314244" y="865812"/>
                </a:lnTo>
                <a:lnTo>
                  <a:pt x="317018" y="856874"/>
                </a:lnTo>
                <a:cubicBezTo>
                  <a:pt x="317675" y="853663"/>
                  <a:pt x="318021" y="850338"/>
                  <a:pt x="318021" y="846932"/>
                </a:cubicBezTo>
                <a:cubicBezTo>
                  <a:pt x="318021" y="819687"/>
                  <a:pt x="295934" y="797600"/>
                  <a:pt x="268689" y="797600"/>
                </a:cubicBezTo>
                <a:cubicBezTo>
                  <a:pt x="258472" y="797600"/>
                  <a:pt x="248981" y="800706"/>
                  <a:pt x="241107" y="806025"/>
                </a:cubicBezTo>
                <a:lnTo>
                  <a:pt x="237147" y="809293"/>
                </a:lnTo>
                <a:lnTo>
                  <a:pt x="234970" y="802281"/>
                </a:lnTo>
                <a:cubicBezTo>
                  <a:pt x="227481" y="784575"/>
                  <a:pt x="209949" y="772151"/>
                  <a:pt x="189515" y="772151"/>
                </a:cubicBezTo>
                <a:cubicBezTo>
                  <a:pt x="169081" y="772151"/>
                  <a:pt x="151549" y="784575"/>
                  <a:pt x="144060" y="802281"/>
                </a:cubicBezTo>
                <a:lnTo>
                  <a:pt x="142080" y="808661"/>
                </a:lnTo>
                <a:lnTo>
                  <a:pt x="138886" y="806025"/>
                </a:lnTo>
                <a:cubicBezTo>
                  <a:pt x="131012" y="800706"/>
                  <a:pt x="121521" y="797600"/>
                  <a:pt x="111304" y="797600"/>
                </a:cubicBezTo>
                <a:cubicBezTo>
                  <a:pt x="84059" y="797600"/>
                  <a:pt x="61972" y="819687"/>
                  <a:pt x="61972" y="846932"/>
                </a:cubicBezTo>
                <a:cubicBezTo>
                  <a:pt x="61972" y="852041"/>
                  <a:pt x="62749" y="856968"/>
                  <a:pt x="64190" y="861602"/>
                </a:cubicBezTo>
                <a:lnTo>
                  <a:pt x="66238" y="865861"/>
                </a:lnTo>
                <a:lnTo>
                  <a:pt x="62292" y="865464"/>
                </a:lnTo>
                <a:cubicBezTo>
                  <a:pt x="35047" y="865464"/>
                  <a:pt x="12960" y="887550"/>
                  <a:pt x="12960" y="914796"/>
                </a:cubicBezTo>
                <a:cubicBezTo>
                  <a:pt x="12960" y="928418"/>
                  <a:pt x="18482" y="940751"/>
                  <a:pt x="27409" y="949679"/>
                </a:cubicBezTo>
                <a:lnTo>
                  <a:pt x="34253" y="955325"/>
                </a:lnTo>
                <a:lnTo>
                  <a:pt x="27409" y="960972"/>
                </a:lnTo>
                <a:cubicBezTo>
                  <a:pt x="18482" y="969899"/>
                  <a:pt x="12960" y="982232"/>
                  <a:pt x="12960" y="995855"/>
                </a:cubicBezTo>
                <a:cubicBezTo>
                  <a:pt x="12960" y="1023100"/>
                  <a:pt x="35047" y="1045187"/>
                  <a:pt x="62292" y="1045187"/>
                </a:cubicBezTo>
                <a:lnTo>
                  <a:pt x="65749" y="1044838"/>
                </a:lnTo>
                <a:lnTo>
                  <a:pt x="62975" y="1053777"/>
                </a:lnTo>
                <a:cubicBezTo>
                  <a:pt x="62317" y="1056988"/>
                  <a:pt x="61972" y="1060313"/>
                  <a:pt x="61972" y="1063719"/>
                </a:cubicBezTo>
                <a:cubicBezTo>
                  <a:pt x="61972" y="1090964"/>
                  <a:pt x="84059" y="1113050"/>
                  <a:pt x="111304" y="1113050"/>
                </a:cubicBezTo>
                <a:cubicBezTo>
                  <a:pt x="121521" y="1113050"/>
                  <a:pt x="131012" y="1109945"/>
                  <a:pt x="138886" y="1104625"/>
                </a:cubicBezTo>
                <a:lnTo>
                  <a:pt x="142080" y="1101990"/>
                </a:lnTo>
                <a:lnTo>
                  <a:pt x="144060" y="1108370"/>
                </a:lnTo>
                <a:cubicBezTo>
                  <a:pt x="151549" y="1126076"/>
                  <a:pt x="169081" y="1138499"/>
                  <a:pt x="189515" y="1138499"/>
                </a:cubicBezTo>
                <a:close/>
                <a:moveTo>
                  <a:pt x="8701715" y="1369042"/>
                </a:moveTo>
                <a:cubicBezTo>
                  <a:pt x="8723296" y="1369042"/>
                  <a:pt x="8740791" y="1351547"/>
                  <a:pt x="8740791" y="1329966"/>
                </a:cubicBezTo>
                <a:cubicBezTo>
                  <a:pt x="8740791" y="1308385"/>
                  <a:pt x="8723296" y="1290890"/>
                  <a:pt x="8701715" y="1290890"/>
                </a:cubicBezTo>
                <a:cubicBezTo>
                  <a:pt x="8680134" y="1290890"/>
                  <a:pt x="8662639" y="1308385"/>
                  <a:pt x="8662639" y="1329966"/>
                </a:cubicBezTo>
                <a:cubicBezTo>
                  <a:pt x="8662639" y="1351547"/>
                  <a:pt x="8680134" y="1369042"/>
                  <a:pt x="8701715" y="1369042"/>
                </a:cubicBezTo>
                <a:close/>
                <a:moveTo>
                  <a:pt x="193983" y="1369042"/>
                </a:moveTo>
                <a:cubicBezTo>
                  <a:pt x="215564" y="1369042"/>
                  <a:pt x="233059" y="1351547"/>
                  <a:pt x="233059" y="1329966"/>
                </a:cubicBezTo>
                <a:cubicBezTo>
                  <a:pt x="233059" y="1308385"/>
                  <a:pt x="215564" y="1290890"/>
                  <a:pt x="193983" y="1290890"/>
                </a:cubicBezTo>
                <a:cubicBezTo>
                  <a:pt x="172402" y="1290890"/>
                  <a:pt x="154907" y="1308385"/>
                  <a:pt x="154907" y="1329966"/>
                </a:cubicBezTo>
                <a:cubicBezTo>
                  <a:pt x="154907" y="1351547"/>
                  <a:pt x="172402" y="1369042"/>
                  <a:pt x="193983" y="1369042"/>
                </a:cubicBezTo>
                <a:close/>
                <a:moveTo>
                  <a:pt x="8697248" y="1887779"/>
                </a:moveTo>
                <a:cubicBezTo>
                  <a:pt x="8717682" y="1887779"/>
                  <a:pt x="8735214" y="1875356"/>
                  <a:pt x="8742703" y="1857650"/>
                </a:cubicBezTo>
                <a:lnTo>
                  <a:pt x="8744879" y="1850638"/>
                </a:lnTo>
                <a:lnTo>
                  <a:pt x="8748840" y="1853905"/>
                </a:lnTo>
                <a:cubicBezTo>
                  <a:pt x="8756713" y="1859225"/>
                  <a:pt x="8766204" y="1862330"/>
                  <a:pt x="8776421" y="1862330"/>
                </a:cubicBezTo>
                <a:cubicBezTo>
                  <a:pt x="8803667" y="1862330"/>
                  <a:pt x="8825753" y="1840244"/>
                  <a:pt x="8825753" y="1812999"/>
                </a:cubicBezTo>
                <a:cubicBezTo>
                  <a:pt x="8825753" y="1809593"/>
                  <a:pt x="8825408" y="1806268"/>
                  <a:pt x="8824751" y="1803056"/>
                </a:cubicBezTo>
                <a:lnTo>
                  <a:pt x="8821976" y="1794118"/>
                </a:lnTo>
                <a:lnTo>
                  <a:pt x="8825434" y="1794467"/>
                </a:lnTo>
                <a:cubicBezTo>
                  <a:pt x="8852679" y="1794467"/>
                  <a:pt x="8874765" y="1772380"/>
                  <a:pt x="8874765" y="1745135"/>
                </a:cubicBezTo>
                <a:cubicBezTo>
                  <a:pt x="8874765" y="1731513"/>
                  <a:pt x="8869244" y="1719179"/>
                  <a:pt x="8860317" y="1710252"/>
                </a:cubicBezTo>
                <a:lnTo>
                  <a:pt x="8853473" y="1704605"/>
                </a:lnTo>
                <a:lnTo>
                  <a:pt x="8860317" y="1698959"/>
                </a:lnTo>
                <a:cubicBezTo>
                  <a:pt x="8869244" y="1690031"/>
                  <a:pt x="8874765" y="1677698"/>
                  <a:pt x="8874765" y="1664076"/>
                </a:cubicBezTo>
                <a:cubicBezTo>
                  <a:pt x="8874765" y="1636831"/>
                  <a:pt x="8852679" y="1614744"/>
                  <a:pt x="8825434" y="1614744"/>
                </a:cubicBezTo>
                <a:lnTo>
                  <a:pt x="8821976" y="1615092"/>
                </a:lnTo>
                <a:lnTo>
                  <a:pt x="8824751" y="1606154"/>
                </a:lnTo>
                <a:cubicBezTo>
                  <a:pt x="8825408" y="1602943"/>
                  <a:pt x="8825753" y="1599618"/>
                  <a:pt x="8825753" y="1596212"/>
                </a:cubicBezTo>
                <a:cubicBezTo>
                  <a:pt x="8825753" y="1568967"/>
                  <a:pt x="8803667" y="1546880"/>
                  <a:pt x="8776421" y="1546880"/>
                </a:cubicBezTo>
                <a:cubicBezTo>
                  <a:pt x="8766204" y="1546880"/>
                  <a:pt x="8756713" y="1549986"/>
                  <a:pt x="8748840" y="1555305"/>
                </a:cubicBezTo>
                <a:lnTo>
                  <a:pt x="8744879" y="1558573"/>
                </a:lnTo>
                <a:lnTo>
                  <a:pt x="8742703" y="1551561"/>
                </a:lnTo>
                <a:cubicBezTo>
                  <a:pt x="8735214" y="1533855"/>
                  <a:pt x="8717682" y="1521431"/>
                  <a:pt x="8697248" y="1521431"/>
                </a:cubicBezTo>
                <a:cubicBezTo>
                  <a:pt x="8676814" y="1521431"/>
                  <a:pt x="8659282" y="1533855"/>
                  <a:pt x="8651793" y="1551561"/>
                </a:cubicBezTo>
                <a:lnTo>
                  <a:pt x="8649812" y="1557941"/>
                </a:lnTo>
                <a:lnTo>
                  <a:pt x="8646618" y="1555305"/>
                </a:lnTo>
                <a:cubicBezTo>
                  <a:pt x="8638745" y="1549986"/>
                  <a:pt x="8629253" y="1546880"/>
                  <a:pt x="8619037" y="1546880"/>
                </a:cubicBezTo>
                <a:cubicBezTo>
                  <a:pt x="8591791" y="1546880"/>
                  <a:pt x="8569705" y="1568967"/>
                  <a:pt x="8569705" y="1596212"/>
                </a:cubicBezTo>
                <a:cubicBezTo>
                  <a:pt x="8569705" y="1601321"/>
                  <a:pt x="8570481" y="1606248"/>
                  <a:pt x="8571923" y="1610882"/>
                </a:cubicBezTo>
                <a:lnTo>
                  <a:pt x="8573970" y="1615141"/>
                </a:lnTo>
                <a:lnTo>
                  <a:pt x="8570024" y="1614744"/>
                </a:lnTo>
                <a:cubicBezTo>
                  <a:pt x="8542779" y="1614744"/>
                  <a:pt x="8520693" y="1636830"/>
                  <a:pt x="8520693" y="1664076"/>
                </a:cubicBezTo>
                <a:cubicBezTo>
                  <a:pt x="8520693" y="1677698"/>
                  <a:pt x="8526214" y="1690031"/>
                  <a:pt x="8535141" y="1698959"/>
                </a:cubicBezTo>
                <a:lnTo>
                  <a:pt x="8541985" y="1704605"/>
                </a:lnTo>
                <a:lnTo>
                  <a:pt x="8535141" y="1710252"/>
                </a:lnTo>
                <a:cubicBezTo>
                  <a:pt x="8526214" y="1719179"/>
                  <a:pt x="8520693" y="1731512"/>
                  <a:pt x="8520693" y="1745135"/>
                </a:cubicBezTo>
                <a:cubicBezTo>
                  <a:pt x="8520693" y="1772380"/>
                  <a:pt x="8542779" y="1794467"/>
                  <a:pt x="8570024" y="1794467"/>
                </a:cubicBezTo>
                <a:lnTo>
                  <a:pt x="8573482" y="1794118"/>
                </a:lnTo>
                <a:lnTo>
                  <a:pt x="8570707" y="1803057"/>
                </a:lnTo>
                <a:cubicBezTo>
                  <a:pt x="8570050" y="1806268"/>
                  <a:pt x="8569705" y="1809593"/>
                  <a:pt x="8569705" y="1812999"/>
                </a:cubicBezTo>
                <a:cubicBezTo>
                  <a:pt x="8569705" y="1840244"/>
                  <a:pt x="8591791" y="1862330"/>
                  <a:pt x="8619037" y="1862330"/>
                </a:cubicBezTo>
                <a:cubicBezTo>
                  <a:pt x="8629253" y="1862330"/>
                  <a:pt x="8638745" y="1859225"/>
                  <a:pt x="8646618" y="1853905"/>
                </a:cubicBezTo>
                <a:lnTo>
                  <a:pt x="8649812" y="1851270"/>
                </a:lnTo>
                <a:lnTo>
                  <a:pt x="8651793" y="1857650"/>
                </a:lnTo>
                <a:cubicBezTo>
                  <a:pt x="8659282" y="1875356"/>
                  <a:pt x="8676814" y="1887779"/>
                  <a:pt x="8697248" y="1887779"/>
                </a:cubicBezTo>
                <a:close/>
                <a:moveTo>
                  <a:pt x="189515" y="1887779"/>
                </a:moveTo>
                <a:cubicBezTo>
                  <a:pt x="209949" y="1887779"/>
                  <a:pt x="227481" y="1875356"/>
                  <a:pt x="234970" y="1857650"/>
                </a:cubicBezTo>
                <a:lnTo>
                  <a:pt x="237147" y="1850638"/>
                </a:lnTo>
                <a:lnTo>
                  <a:pt x="241107" y="1853905"/>
                </a:lnTo>
                <a:cubicBezTo>
                  <a:pt x="248981" y="1859225"/>
                  <a:pt x="258472" y="1862330"/>
                  <a:pt x="268689" y="1862330"/>
                </a:cubicBezTo>
                <a:cubicBezTo>
                  <a:pt x="295934" y="1862330"/>
                  <a:pt x="318021" y="1840244"/>
                  <a:pt x="318021" y="1812999"/>
                </a:cubicBezTo>
                <a:cubicBezTo>
                  <a:pt x="318021" y="1809593"/>
                  <a:pt x="317676" y="1806268"/>
                  <a:pt x="317019" y="1803056"/>
                </a:cubicBezTo>
                <a:lnTo>
                  <a:pt x="314244" y="1794118"/>
                </a:lnTo>
                <a:lnTo>
                  <a:pt x="317702" y="1794467"/>
                </a:lnTo>
                <a:cubicBezTo>
                  <a:pt x="344947" y="1794467"/>
                  <a:pt x="367033" y="1772380"/>
                  <a:pt x="367033" y="1745135"/>
                </a:cubicBezTo>
                <a:cubicBezTo>
                  <a:pt x="367033" y="1731513"/>
                  <a:pt x="361512" y="1719179"/>
                  <a:pt x="352584" y="1710252"/>
                </a:cubicBezTo>
                <a:lnTo>
                  <a:pt x="345740" y="1704605"/>
                </a:lnTo>
                <a:lnTo>
                  <a:pt x="352584" y="1698959"/>
                </a:lnTo>
                <a:cubicBezTo>
                  <a:pt x="361512" y="1690031"/>
                  <a:pt x="367033" y="1677698"/>
                  <a:pt x="367033" y="1664076"/>
                </a:cubicBezTo>
                <a:cubicBezTo>
                  <a:pt x="367033" y="1636831"/>
                  <a:pt x="344947" y="1614744"/>
                  <a:pt x="317702" y="1614744"/>
                </a:cubicBezTo>
                <a:lnTo>
                  <a:pt x="314244" y="1615092"/>
                </a:lnTo>
                <a:lnTo>
                  <a:pt x="317019" y="1606154"/>
                </a:lnTo>
                <a:cubicBezTo>
                  <a:pt x="317676" y="1602943"/>
                  <a:pt x="318021" y="1599618"/>
                  <a:pt x="318021" y="1596212"/>
                </a:cubicBezTo>
                <a:cubicBezTo>
                  <a:pt x="318021" y="1568967"/>
                  <a:pt x="295934" y="1546880"/>
                  <a:pt x="268689" y="1546880"/>
                </a:cubicBezTo>
                <a:cubicBezTo>
                  <a:pt x="258472" y="1546880"/>
                  <a:pt x="248981" y="1549986"/>
                  <a:pt x="241107" y="1555305"/>
                </a:cubicBezTo>
                <a:lnTo>
                  <a:pt x="237147" y="1558573"/>
                </a:lnTo>
                <a:lnTo>
                  <a:pt x="234970" y="1551561"/>
                </a:lnTo>
                <a:cubicBezTo>
                  <a:pt x="227481" y="1533855"/>
                  <a:pt x="209949" y="1521431"/>
                  <a:pt x="189515" y="1521431"/>
                </a:cubicBezTo>
                <a:cubicBezTo>
                  <a:pt x="169082" y="1521431"/>
                  <a:pt x="151550" y="1533855"/>
                  <a:pt x="144061" y="1551561"/>
                </a:cubicBezTo>
                <a:lnTo>
                  <a:pt x="142080" y="1557941"/>
                </a:lnTo>
                <a:lnTo>
                  <a:pt x="138886" y="1555305"/>
                </a:lnTo>
                <a:cubicBezTo>
                  <a:pt x="131013" y="1549986"/>
                  <a:pt x="121521" y="1546880"/>
                  <a:pt x="111304" y="1546880"/>
                </a:cubicBezTo>
                <a:cubicBezTo>
                  <a:pt x="84059" y="1546880"/>
                  <a:pt x="61973" y="1568967"/>
                  <a:pt x="61973" y="1596212"/>
                </a:cubicBezTo>
                <a:cubicBezTo>
                  <a:pt x="61973" y="1601321"/>
                  <a:pt x="62749" y="1606248"/>
                  <a:pt x="64191" y="1610882"/>
                </a:cubicBezTo>
                <a:lnTo>
                  <a:pt x="66238" y="1615141"/>
                </a:lnTo>
                <a:lnTo>
                  <a:pt x="62292" y="1614744"/>
                </a:lnTo>
                <a:cubicBezTo>
                  <a:pt x="35047" y="1614744"/>
                  <a:pt x="12960" y="1636830"/>
                  <a:pt x="12960" y="1664076"/>
                </a:cubicBezTo>
                <a:cubicBezTo>
                  <a:pt x="12960" y="1677698"/>
                  <a:pt x="18482" y="1690031"/>
                  <a:pt x="27409" y="1698959"/>
                </a:cubicBezTo>
                <a:lnTo>
                  <a:pt x="34253" y="1704605"/>
                </a:lnTo>
                <a:lnTo>
                  <a:pt x="27409" y="1710252"/>
                </a:lnTo>
                <a:cubicBezTo>
                  <a:pt x="18482" y="1719179"/>
                  <a:pt x="12960" y="1731512"/>
                  <a:pt x="12960" y="1745135"/>
                </a:cubicBezTo>
                <a:cubicBezTo>
                  <a:pt x="12960" y="1772380"/>
                  <a:pt x="35047" y="1794467"/>
                  <a:pt x="62292" y="1794467"/>
                </a:cubicBezTo>
                <a:lnTo>
                  <a:pt x="65749" y="1794118"/>
                </a:lnTo>
                <a:lnTo>
                  <a:pt x="62975" y="1803057"/>
                </a:lnTo>
                <a:cubicBezTo>
                  <a:pt x="62318" y="1806268"/>
                  <a:pt x="61973" y="1809593"/>
                  <a:pt x="61973" y="1812999"/>
                </a:cubicBezTo>
                <a:cubicBezTo>
                  <a:pt x="61973" y="1840244"/>
                  <a:pt x="84059" y="1862330"/>
                  <a:pt x="111304" y="1862330"/>
                </a:cubicBezTo>
                <a:cubicBezTo>
                  <a:pt x="121521" y="1862330"/>
                  <a:pt x="131013" y="1859225"/>
                  <a:pt x="138886" y="1853905"/>
                </a:cubicBezTo>
                <a:lnTo>
                  <a:pt x="142080" y="1851270"/>
                </a:lnTo>
                <a:lnTo>
                  <a:pt x="144061" y="1857650"/>
                </a:lnTo>
                <a:cubicBezTo>
                  <a:pt x="151550" y="1875356"/>
                  <a:pt x="169082" y="1887779"/>
                  <a:pt x="189515" y="1887779"/>
                </a:cubicBezTo>
                <a:close/>
                <a:moveTo>
                  <a:pt x="8701715" y="2118321"/>
                </a:moveTo>
                <a:cubicBezTo>
                  <a:pt x="8723296" y="2118321"/>
                  <a:pt x="8740791" y="2100826"/>
                  <a:pt x="8740791" y="2079245"/>
                </a:cubicBezTo>
                <a:cubicBezTo>
                  <a:pt x="8740791" y="2057664"/>
                  <a:pt x="8723296" y="2040169"/>
                  <a:pt x="8701715" y="2040169"/>
                </a:cubicBezTo>
                <a:cubicBezTo>
                  <a:pt x="8680134" y="2040169"/>
                  <a:pt x="8662639" y="2057664"/>
                  <a:pt x="8662639" y="2079245"/>
                </a:cubicBezTo>
                <a:cubicBezTo>
                  <a:pt x="8662639" y="2100826"/>
                  <a:pt x="8680134" y="2118321"/>
                  <a:pt x="8701715" y="2118321"/>
                </a:cubicBezTo>
                <a:close/>
                <a:moveTo>
                  <a:pt x="193983" y="2118321"/>
                </a:moveTo>
                <a:cubicBezTo>
                  <a:pt x="215564" y="2118321"/>
                  <a:pt x="233059" y="2100826"/>
                  <a:pt x="233059" y="2079245"/>
                </a:cubicBezTo>
                <a:cubicBezTo>
                  <a:pt x="233059" y="2057664"/>
                  <a:pt x="215564" y="2040169"/>
                  <a:pt x="193983" y="2040169"/>
                </a:cubicBezTo>
                <a:cubicBezTo>
                  <a:pt x="172402" y="2040169"/>
                  <a:pt x="154907" y="2057664"/>
                  <a:pt x="154907" y="2079245"/>
                </a:cubicBezTo>
                <a:cubicBezTo>
                  <a:pt x="154907" y="2100826"/>
                  <a:pt x="172402" y="2118321"/>
                  <a:pt x="193983" y="2118321"/>
                </a:cubicBezTo>
                <a:close/>
                <a:moveTo>
                  <a:pt x="8697248" y="2637058"/>
                </a:moveTo>
                <a:cubicBezTo>
                  <a:pt x="8717682" y="2637058"/>
                  <a:pt x="8735214" y="2624635"/>
                  <a:pt x="8742703" y="2606929"/>
                </a:cubicBezTo>
                <a:lnTo>
                  <a:pt x="8744879" y="2599917"/>
                </a:lnTo>
                <a:lnTo>
                  <a:pt x="8748840" y="2603184"/>
                </a:lnTo>
                <a:cubicBezTo>
                  <a:pt x="8756713" y="2608504"/>
                  <a:pt x="8766204" y="2611609"/>
                  <a:pt x="8776421" y="2611609"/>
                </a:cubicBezTo>
                <a:cubicBezTo>
                  <a:pt x="8803667" y="2611609"/>
                  <a:pt x="8825753" y="2589523"/>
                  <a:pt x="8825753" y="2562278"/>
                </a:cubicBezTo>
                <a:cubicBezTo>
                  <a:pt x="8825753" y="2558872"/>
                  <a:pt x="8825408" y="2555547"/>
                  <a:pt x="8824751" y="2552335"/>
                </a:cubicBezTo>
                <a:lnTo>
                  <a:pt x="8821976" y="2543397"/>
                </a:lnTo>
                <a:lnTo>
                  <a:pt x="8825434" y="2543746"/>
                </a:lnTo>
                <a:cubicBezTo>
                  <a:pt x="8852679" y="2543746"/>
                  <a:pt x="8874765" y="2521659"/>
                  <a:pt x="8874765" y="2494414"/>
                </a:cubicBezTo>
                <a:cubicBezTo>
                  <a:pt x="8874765" y="2480792"/>
                  <a:pt x="8869244" y="2468458"/>
                  <a:pt x="8860317" y="2459531"/>
                </a:cubicBezTo>
                <a:lnTo>
                  <a:pt x="8853473" y="2453884"/>
                </a:lnTo>
                <a:lnTo>
                  <a:pt x="8860317" y="2448238"/>
                </a:lnTo>
                <a:cubicBezTo>
                  <a:pt x="8869244" y="2439310"/>
                  <a:pt x="8874765" y="2426977"/>
                  <a:pt x="8874765" y="2413355"/>
                </a:cubicBezTo>
                <a:cubicBezTo>
                  <a:pt x="8874765" y="2386110"/>
                  <a:pt x="8852679" y="2364023"/>
                  <a:pt x="8825434" y="2364023"/>
                </a:cubicBezTo>
                <a:lnTo>
                  <a:pt x="8821976" y="2364371"/>
                </a:lnTo>
                <a:lnTo>
                  <a:pt x="8824751" y="2355433"/>
                </a:lnTo>
                <a:cubicBezTo>
                  <a:pt x="8825408" y="2352222"/>
                  <a:pt x="8825753" y="2348897"/>
                  <a:pt x="8825753" y="2345491"/>
                </a:cubicBezTo>
                <a:cubicBezTo>
                  <a:pt x="8825753" y="2318246"/>
                  <a:pt x="8803667" y="2296159"/>
                  <a:pt x="8776421" y="2296159"/>
                </a:cubicBezTo>
                <a:cubicBezTo>
                  <a:pt x="8766204" y="2296159"/>
                  <a:pt x="8756713" y="2299265"/>
                  <a:pt x="8748840" y="2304584"/>
                </a:cubicBezTo>
                <a:lnTo>
                  <a:pt x="8744879" y="2307852"/>
                </a:lnTo>
                <a:lnTo>
                  <a:pt x="8742703" y="2300840"/>
                </a:lnTo>
                <a:cubicBezTo>
                  <a:pt x="8735214" y="2283134"/>
                  <a:pt x="8717682" y="2270710"/>
                  <a:pt x="8697248" y="2270710"/>
                </a:cubicBezTo>
                <a:cubicBezTo>
                  <a:pt x="8676814" y="2270710"/>
                  <a:pt x="8659282" y="2283134"/>
                  <a:pt x="8651793" y="2300840"/>
                </a:cubicBezTo>
                <a:lnTo>
                  <a:pt x="8649812" y="2307220"/>
                </a:lnTo>
                <a:lnTo>
                  <a:pt x="8646618" y="2304584"/>
                </a:lnTo>
                <a:cubicBezTo>
                  <a:pt x="8638745" y="2299265"/>
                  <a:pt x="8629253" y="2296159"/>
                  <a:pt x="8619037" y="2296159"/>
                </a:cubicBezTo>
                <a:cubicBezTo>
                  <a:pt x="8591791" y="2296159"/>
                  <a:pt x="8569705" y="2318246"/>
                  <a:pt x="8569705" y="2345491"/>
                </a:cubicBezTo>
                <a:cubicBezTo>
                  <a:pt x="8569705" y="2350600"/>
                  <a:pt x="8570481" y="2355527"/>
                  <a:pt x="8571923" y="2360161"/>
                </a:cubicBezTo>
                <a:lnTo>
                  <a:pt x="8573970" y="2364420"/>
                </a:lnTo>
                <a:lnTo>
                  <a:pt x="8570024" y="2364023"/>
                </a:lnTo>
                <a:cubicBezTo>
                  <a:pt x="8542779" y="2364023"/>
                  <a:pt x="8520693" y="2386109"/>
                  <a:pt x="8520693" y="2413355"/>
                </a:cubicBezTo>
                <a:cubicBezTo>
                  <a:pt x="8520693" y="2426977"/>
                  <a:pt x="8526214" y="2439310"/>
                  <a:pt x="8535141" y="2448238"/>
                </a:cubicBezTo>
                <a:lnTo>
                  <a:pt x="8541985" y="2453884"/>
                </a:lnTo>
                <a:lnTo>
                  <a:pt x="8535141" y="2459531"/>
                </a:lnTo>
                <a:cubicBezTo>
                  <a:pt x="8526214" y="2468458"/>
                  <a:pt x="8520693" y="2480791"/>
                  <a:pt x="8520693" y="2494414"/>
                </a:cubicBezTo>
                <a:cubicBezTo>
                  <a:pt x="8520693" y="2521659"/>
                  <a:pt x="8542779" y="2543746"/>
                  <a:pt x="8570024" y="2543746"/>
                </a:cubicBezTo>
                <a:lnTo>
                  <a:pt x="8573482" y="2543397"/>
                </a:lnTo>
                <a:lnTo>
                  <a:pt x="8570707" y="2552336"/>
                </a:lnTo>
                <a:cubicBezTo>
                  <a:pt x="8570050" y="2555547"/>
                  <a:pt x="8569705" y="2558872"/>
                  <a:pt x="8569705" y="2562278"/>
                </a:cubicBezTo>
                <a:cubicBezTo>
                  <a:pt x="8569705" y="2589523"/>
                  <a:pt x="8591791" y="2611609"/>
                  <a:pt x="8619037" y="2611609"/>
                </a:cubicBezTo>
                <a:cubicBezTo>
                  <a:pt x="8629253" y="2611609"/>
                  <a:pt x="8638745" y="2608504"/>
                  <a:pt x="8646618" y="2603184"/>
                </a:cubicBezTo>
                <a:lnTo>
                  <a:pt x="8649812" y="2600549"/>
                </a:lnTo>
                <a:lnTo>
                  <a:pt x="8651793" y="2606929"/>
                </a:lnTo>
                <a:cubicBezTo>
                  <a:pt x="8659282" y="2624635"/>
                  <a:pt x="8676814" y="2637058"/>
                  <a:pt x="8697248" y="2637058"/>
                </a:cubicBezTo>
                <a:close/>
                <a:moveTo>
                  <a:pt x="189516" y="2637058"/>
                </a:moveTo>
                <a:cubicBezTo>
                  <a:pt x="209950" y="2637058"/>
                  <a:pt x="227482" y="2624635"/>
                  <a:pt x="234971" y="2606929"/>
                </a:cubicBezTo>
                <a:lnTo>
                  <a:pt x="237147" y="2599917"/>
                </a:lnTo>
                <a:lnTo>
                  <a:pt x="241108" y="2603184"/>
                </a:lnTo>
                <a:cubicBezTo>
                  <a:pt x="248981" y="2608504"/>
                  <a:pt x="258472" y="2611609"/>
                  <a:pt x="268689" y="2611609"/>
                </a:cubicBezTo>
                <a:cubicBezTo>
                  <a:pt x="295935" y="2611609"/>
                  <a:pt x="318021" y="2589523"/>
                  <a:pt x="318021" y="2562278"/>
                </a:cubicBezTo>
                <a:cubicBezTo>
                  <a:pt x="318021" y="2558872"/>
                  <a:pt x="317676" y="2555547"/>
                  <a:pt x="317019" y="2552335"/>
                </a:cubicBezTo>
                <a:lnTo>
                  <a:pt x="314244" y="2543397"/>
                </a:lnTo>
                <a:lnTo>
                  <a:pt x="317702" y="2543746"/>
                </a:lnTo>
                <a:cubicBezTo>
                  <a:pt x="344947" y="2543746"/>
                  <a:pt x="367033" y="2521659"/>
                  <a:pt x="367033" y="2494414"/>
                </a:cubicBezTo>
                <a:cubicBezTo>
                  <a:pt x="367033" y="2480792"/>
                  <a:pt x="361512" y="2468458"/>
                  <a:pt x="352585" y="2459531"/>
                </a:cubicBezTo>
                <a:lnTo>
                  <a:pt x="345741" y="2453884"/>
                </a:lnTo>
                <a:lnTo>
                  <a:pt x="352585" y="2448238"/>
                </a:lnTo>
                <a:cubicBezTo>
                  <a:pt x="361512" y="2439310"/>
                  <a:pt x="367033" y="2426977"/>
                  <a:pt x="367033" y="2413355"/>
                </a:cubicBezTo>
                <a:cubicBezTo>
                  <a:pt x="367033" y="2386110"/>
                  <a:pt x="344947" y="2364023"/>
                  <a:pt x="317702" y="2364023"/>
                </a:cubicBezTo>
                <a:lnTo>
                  <a:pt x="314244" y="2364371"/>
                </a:lnTo>
                <a:lnTo>
                  <a:pt x="317019" y="2355433"/>
                </a:lnTo>
                <a:cubicBezTo>
                  <a:pt x="317676" y="2352222"/>
                  <a:pt x="318021" y="2348897"/>
                  <a:pt x="318021" y="2345491"/>
                </a:cubicBezTo>
                <a:cubicBezTo>
                  <a:pt x="318021" y="2318246"/>
                  <a:pt x="295935" y="2296159"/>
                  <a:pt x="268689" y="2296159"/>
                </a:cubicBezTo>
                <a:cubicBezTo>
                  <a:pt x="258472" y="2296159"/>
                  <a:pt x="248981" y="2299265"/>
                  <a:pt x="241108" y="2304584"/>
                </a:cubicBezTo>
                <a:lnTo>
                  <a:pt x="237147" y="2307852"/>
                </a:lnTo>
                <a:lnTo>
                  <a:pt x="234971" y="2300840"/>
                </a:lnTo>
                <a:cubicBezTo>
                  <a:pt x="227482" y="2283134"/>
                  <a:pt x="209950" y="2270710"/>
                  <a:pt x="189516" y="2270710"/>
                </a:cubicBezTo>
                <a:cubicBezTo>
                  <a:pt x="169082" y="2270710"/>
                  <a:pt x="151550" y="2283134"/>
                  <a:pt x="144061" y="2300840"/>
                </a:cubicBezTo>
                <a:lnTo>
                  <a:pt x="142080" y="2307220"/>
                </a:lnTo>
                <a:lnTo>
                  <a:pt x="138886" y="2304584"/>
                </a:lnTo>
                <a:cubicBezTo>
                  <a:pt x="131013" y="2299265"/>
                  <a:pt x="121521" y="2296159"/>
                  <a:pt x="111305" y="2296159"/>
                </a:cubicBezTo>
                <a:cubicBezTo>
                  <a:pt x="84060" y="2296159"/>
                  <a:pt x="61973" y="2318246"/>
                  <a:pt x="61973" y="2345491"/>
                </a:cubicBezTo>
                <a:cubicBezTo>
                  <a:pt x="61973" y="2350600"/>
                  <a:pt x="62749" y="2355527"/>
                  <a:pt x="64191" y="2360161"/>
                </a:cubicBezTo>
                <a:lnTo>
                  <a:pt x="66238" y="2364420"/>
                </a:lnTo>
                <a:lnTo>
                  <a:pt x="62292" y="2364023"/>
                </a:lnTo>
                <a:cubicBezTo>
                  <a:pt x="35047" y="2364023"/>
                  <a:pt x="12961" y="2386109"/>
                  <a:pt x="12961" y="2413355"/>
                </a:cubicBezTo>
                <a:cubicBezTo>
                  <a:pt x="12961" y="2426977"/>
                  <a:pt x="18482" y="2439310"/>
                  <a:pt x="27410" y="2448238"/>
                </a:cubicBezTo>
                <a:lnTo>
                  <a:pt x="34253" y="2453884"/>
                </a:lnTo>
                <a:lnTo>
                  <a:pt x="27410" y="2459531"/>
                </a:lnTo>
                <a:cubicBezTo>
                  <a:pt x="18482" y="2468458"/>
                  <a:pt x="12961" y="2480791"/>
                  <a:pt x="12961" y="2494414"/>
                </a:cubicBezTo>
                <a:cubicBezTo>
                  <a:pt x="12961" y="2521659"/>
                  <a:pt x="35047" y="2543746"/>
                  <a:pt x="62292" y="2543746"/>
                </a:cubicBezTo>
                <a:lnTo>
                  <a:pt x="65750" y="2543397"/>
                </a:lnTo>
                <a:lnTo>
                  <a:pt x="62975" y="2552336"/>
                </a:lnTo>
                <a:cubicBezTo>
                  <a:pt x="62318" y="2555547"/>
                  <a:pt x="61973" y="2558872"/>
                  <a:pt x="61973" y="2562278"/>
                </a:cubicBezTo>
                <a:cubicBezTo>
                  <a:pt x="61973" y="2589523"/>
                  <a:pt x="84060" y="2611609"/>
                  <a:pt x="111305" y="2611609"/>
                </a:cubicBezTo>
                <a:cubicBezTo>
                  <a:pt x="121521" y="2611609"/>
                  <a:pt x="131013" y="2608504"/>
                  <a:pt x="138886" y="2603184"/>
                </a:cubicBezTo>
                <a:lnTo>
                  <a:pt x="142080" y="2600549"/>
                </a:lnTo>
                <a:lnTo>
                  <a:pt x="144061" y="2606929"/>
                </a:lnTo>
                <a:cubicBezTo>
                  <a:pt x="151550" y="2624635"/>
                  <a:pt x="169082" y="2637058"/>
                  <a:pt x="189516" y="2637058"/>
                </a:cubicBezTo>
                <a:close/>
                <a:moveTo>
                  <a:pt x="8701715" y="2867601"/>
                </a:moveTo>
                <a:cubicBezTo>
                  <a:pt x="8723296" y="2867601"/>
                  <a:pt x="8740791" y="2850106"/>
                  <a:pt x="8740791" y="2828525"/>
                </a:cubicBezTo>
                <a:cubicBezTo>
                  <a:pt x="8740791" y="2806944"/>
                  <a:pt x="8723296" y="2789449"/>
                  <a:pt x="8701715" y="2789449"/>
                </a:cubicBezTo>
                <a:cubicBezTo>
                  <a:pt x="8680134" y="2789449"/>
                  <a:pt x="8662639" y="2806944"/>
                  <a:pt x="8662639" y="2828525"/>
                </a:cubicBezTo>
                <a:cubicBezTo>
                  <a:pt x="8662639" y="2850106"/>
                  <a:pt x="8680134" y="2867601"/>
                  <a:pt x="8701715" y="2867601"/>
                </a:cubicBezTo>
                <a:close/>
                <a:moveTo>
                  <a:pt x="193983" y="2867601"/>
                </a:moveTo>
                <a:cubicBezTo>
                  <a:pt x="215564" y="2867601"/>
                  <a:pt x="233059" y="2850106"/>
                  <a:pt x="233059" y="2828525"/>
                </a:cubicBezTo>
                <a:cubicBezTo>
                  <a:pt x="233059" y="2806944"/>
                  <a:pt x="215564" y="2789449"/>
                  <a:pt x="193983" y="2789449"/>
                </a:cubicBezTo>
                <a:cubicBezTo>
                  <a:pt x="172402" y="2789449"/>
                  <a:pt x="154907" y="2806944"/>
                  <a:pt x="154907" y="2828525"/>
                </a:cubicBezTo>
                <a:cubicBezTo>
                  <a:pt x="154907" y="2850106"/>
                  <a:pt x="172402" y="2867601"/>
                  <a:pt x="193983" y="2867601"/>
                </a:cubicBezTo>
                <a:close/>
                <a:moveTo>
                  <a:pt x="189516" y="3386337"/>
                </a:moveTo>
                <a:cubicBezTo>
                  <a:pt x="209950" y="3386337"/>
                  <a:pt x="227482" y="3373913"/>
                  <a:pt x="234971" y="3356207"/>
                </a:cubicBezTo>
                <a:lnTo>
                  <a:pt x="237148" y="3349195"/>
                </a:lnTo>
                <a:lnTo>
                  <a:pt x="241108" y="3352463"/>
                </a:lnTo>
                <a:cubicBezTo>
                  <a:pt x="248981" y="3357781"/>
                  <a:pt x="258473" y="3360888"/>
                  <a:pt x="268690" y="3360888"/>
                </a:cubicBezTo>
                <a:cubicBezTo>
                  <a:pt x="295935" y="3360888"/>
                  <a:pt x="318021" y="3338801"/>
                  <a:pt x="318021" y="3311556"/>
                </a:cubicBezTo>
                <a:cubicBezTo>
                  <a:pt x="318021" y="3308150"/>
                  <a:pt x="317676" y="3304825"/>
                  <a:pt x="317019" y="3301613"/>
                </a:cubicBezTo>
                <a:lnTo>
                  <a:pt x="314245" y="3292676"/>
                </a:lnTo>
                <a:lnTo>
                  <a:pt x="317702" y="3293024"/>
                </a:lnTo>
                <a:cubicBezTo>
                  <a:pt x="344947" y="3293024"/>
                  <a:pt x="367034" y="3270938"/>
                  <a:pt x="367034" y="3243692"/>
                </a:cubicBezTo>
                <a:cubicBezTo>
                  <a:pt x="367034" y="3230070"/>
                  <a:pt x="361512" y="3217737"/>
                  <a:pt x="352585" y="3208809"/>
                </a:cubicBezTo>
                <a:lnTo>
                  <a:pt x="345741" y="3203163"/>
                </a:lnTo>
                <a:lnTo>
                  <a:pt x="352585" y="3197516"/>
                </a:lnTo>
                <a:cubicBezTo>
                  <a:pt x="361512" y="3188588"/>
                  <a:pt x="367034" y="3176256"/>
                  <a:pt x="367034" y="3162633"/>
                </a:cubicBezTo>
                <a:cubicBezTo>
                  <a:pt x="367034" y="3135388"/>
                  <a:pt x="344947" y="3113301"/>
                  <a:pt x="317702" y="3113301"/>
                </a:cubicBezTo>
                <a:lnTo>
                  <a:pt x="314245" y="3113650"/>
                </a:lnTo>
                <a:lnTo>
                  <a:pt x="317019" y="3104711"/>
                </a:lnTo>
                <a:cubicBezTo>
                  <a:pt x="317676" y="3101500"/>
                  <a:pt x="318021" y="3098175"/>
                  <a:pt x="318021" y="3094769"/>
                </a:cubicBezTo>
                <a:cubicBezTo>
                  <a:pt x="318021" y="3067524"/>
                  <a:pt x="295935" y="3045437"/>
                  <a:pt x="268690" y="3045437"/>
                </a:cubicBezTo>
                <a:cubicBezTo>
                  <a:pt x="258473" y="3045437"/>
                  <a:pt x="248981" y="3048543"/>
                  <a:pt x="241108" y="3053863"/>
                </a:cubicBezTo>
                <a:lnTo>
                  <a:pt x="237148" y="3057130"/>
                </a:lnTo>
                <a:lnTo>
                  <a:pt x="234971" y="3050118"/>
                </a:lnTo>
                <a:cubicBezTo>
                  <a:pt x="227482" y="3032412"/>
                  <a:pt x="209950" y="3019989"/>
                  <a:pt x="189516" y="3019989"/>
                </a:cubicBezTo>
                <a:cubicBezTo>
                  <a:pt x="169082" y="3019989"/>
                  <a:pt x="151550" y="3032412"/>
                  <a:pt x="144061" y="3050118"/>
                </a:cubicBezTo>
                <a:lnTo>
                  <a:pt x="142081" y="3056498"/>
                </a:lnTo>
                <a:lnTo>
                  <a:pt x="138887" y="3053863"/>
                </a:lnTo>
                <a:cubicBezTo>
                  <a:pt x="131013" y="3048543"/>
                  <a:pt x="121522" y="3045437"/>
                  <a:pt x="111305" y="3045437"/>
                </a:cubicBezTo>
                <a:cubicBezTo>
                  <a:pt x="84060" y="3045437"/>
                  <a:pt x="61973" y="3067524"/>
                  <a:pt x="61973" y="3094769"/>
                </a:cubicBezTo>
                <a:cubicBezTo>
                  <a:pt x="61973" y="3099878"/>
                  <a:pt x="62750" y="3104805"/>
                  <a:pt x="64191" y="3109439"/>
                </a:cubicBezTo>
                <a:lnTo>
                  <a:pt x="66239" y="3113699"/>
                </a:lnTo>
                <a:lnTo>
                  <a:pt x="62293" y="3113301"/>
                </a:lnTo>
                <a:cubicBezTo>
                  <a:pt x="35047" y="3113301"/>
                  <a:pt x="12961" y="3135388"/>
                  <a:pt x="12961" y="3162633"/>
                </a:cubicBezTo>
                <a:cubicBezTo>
                  <a:pt x="12961" y="3176255"/>
                  <a:pt x="18483" y="3188588"/>
                  <a:pt x="27410" y="3197516"/>
                </a:cubicBezTo>
                <a:lnTo>
                  <a:pt x="34254" y="3203163"/>
                </a:lnTo>
                <a:lnTo>
                  <a:pt x="27410" y="3208809"/>
                </a:lnTo>
                <a:cubicBezTo>
                  <a:pt x="18483" y="3217736"/>
                  <a:pt x="12961" y="3230070"/>
                  <a:pt x="12961" y="3243692"/>
                </a:cubicBezTo>
                <a:cubicBezTo>
                  <a:pt x="12961" y="3270937"/>
                  <a:pt x="35047" y="3293024"/>
                  <a:pt x="62293" y="3293024"/>
                </a:cubicBezTo>
                <a:lnTo>
                  <a:pt x="65750" y="3292675"/>
                </a:lnTo>
                <a:lnTo>
                  <a:pt x="62975" y="3301614"/>
                </a:lnTo>
                <a:cubicBezTo>
                  <a:pt x="62318" y="3304825"/>
                  <a:pt x="61973" y="3308150"/>
                  <a:pt x="61973" y="3311556"/>
                </a:cubicBezTo>
                <a:cubicBezTo>
                  <a:pt x="61973" y="3338801"/>
                  <a:pt x="84060" y="3360888"/>
                  <a:pt x="111305" y="3360888"/>
                </a:cubicBezTo>
                <a:cubicBezTo>
                  <a:pt x="121522" y="3360888"/>
                  <a:pt x="131013" y="3357781"/>
                  <a:pt x="138887" y="3352463"/>
                </a:cubicBezTo>
                <a:lnTo>
                  <a:pt x="142081" y="3349827"/>
                </a:lnTo>
                <a:lnTo>
                  <a:pt x="144061" y="3356207"/>
                </a:lnTo>
                <a:cubicBezTo>
                  <a:pt x="151550" y="3373913"/>
                  <a:pt x="169082" y="3386337"/>
                  <a:pt x="189516" y="3386337"/>
                </a:cubicBezTo>
                <a:close/>
                <a:moveTo>
                  <a:pt x="8697248" y="3386338"/>
                </a:moveTo>
                <a:cubicBezTo>
                  <a:pt x="8717682" y="3386338"/>
                  <a:pt x="8735214" y="3373914"/>
                  <a:pt x="8742703" y="3356208"/>
                </a:cubicBezTo>
                <a:lnTo>
                  <a:pt x="8744879" y="3349196"/>
                </a:lnTo>
                <a:lnTo>
                  <a:pt x="8748840" y="3352464"/>
                </a:lnTo>
                <a:cubicBezTo>
                  <a:pt x="8756713" y="3357783"/>
                  <a:pt x="8766204" y="3360889"/>
                  <a:pt x="8776421" y="3360889"/>
                </a:cubicBezTo>
                <a:cubicBezTo>
                  <a:pt x="8803667" y="3360889"/>
                  <a:pt x="8825753" y="3338802"/>
                  <a:pt x="8825753" y="3311557"/>
                </a:cubicBezTo>
                <a:cubicBezTo>
                  <a:pt x="8825753" y="3308151"/>
                  <a:pt x="8825408" y="3304826"/>
                  <a:pt x="8824751" y="3301615"/>
                </a:cubicBezTo>
                <a:lnTo>
                  <a:pt x="8821976" y="3292677"/>
                </a:lnTo>
                <a:lnTo>
                  <a:pt x="8825434" y="3293025"/>
                </a:lnTo>
                <a:cubicBezTo>
                  <a:pt x="8852679" y="3293025"/>
                  <a:pt x="8874765" y="3270939"/>
                  <a:pt x="8874765" y="3243693"/>
                </a:cubicBezTo>
                <a:cubicBezTo>
                  <a:pt x="8874765" y="3230071"/>
                  <a:pt x="8869244" y="3217738"/>
                  <a:pt x="8860317" y="3208810"/>
                </a:cubicBezTo>
                <a:lnTo>
                  <a:pt x="8853473" y="3203164"/>
                </a:lnTo>
                <a:lnTo>
                  <a:pt x="8860317" y="3197517"/>
                </a:lnTo>
                <a:cubicBezTo>
                  <a:pt x="8869244" y="3188590"/>
                  <a:pt x="8874765" y="3176257"/>
                  <a:pt x="8874765" y="3162634"/>
                </a:cubicBezTo>
                <a:cubicBezTo>
                  <a:pt x="8874765" y="3135389"/>
                  <a:pt x="8852679" y="3113302"/>
                  <a:pt x="8825434" y="3113302"/>
                </a:cubicBezTo>
                <a:lnTo>
                  <a:pt x="8821976" y="3113651"/>
                </a:lnTo>
                <a:lnTo>
                  <a:pt x="8824751" y="3104713"/>
                </a:lnTo>
                <a:cubicBezTo>
                  <a:pt x="8825408" y="3101501"/>
                  <a:pt x="8825753" y="3098176"/>
                  <a:pt x="8825753" y="3094771"/>
                </a:cubicBezTo>
                <a:cubicBezTo>
                  <a:pt x="8825753" y="3067526"/>
                  <a:pt x="8803667" y="3045439"/>
                  <a:pt x="8776421" y="3045439"/>
                </a:cubicBezTo>
                <a:cubicBezTo>
                  <a:pt x="8766204" y="3045439"/>
                  <a:pt x="8756713" y="3048545"/>
                  <a:pt x="8748840" y="3053864"/>
                </a:cubicBezTo>
                <a:lnTo>
                  <a:pt x="8744879" y="3057131"/>
                </a:lnTo>
                <a:lnTo>
                  <a:pt x="8742703" y="3050119"/>
                </a:lnTo>
                <a:cubicBezTo>
                  <a:pt x="8735214" y="3032413"/>
                  <a:pt x="8717682" y="3019990"/>
                  <a:pt x="8697248" y="3019990"/>
                </a:cubicBezTo>
                <a:cubicBezTo>
                  <a:pt x="8676814" y="3019990"/>
                  <a:pt x="8659282" y="3032413"/>
                  <a:pt x="8651793" y="3050119"/>
                </a:cubicBezTo>
                <a:lnTo>
                  <a:pt x="8649812" y="3056499"/>
                </a:lnTo>
                <a:lnTo>
                  <a:pt x="8646618" y="3053864"/>
                </a:lnTo>
                <a:cubicBezTo>
                  <a:pt x="8638745" y="3048545"/>
                  <a:pt x="8629253" y="3045439"/>
                  <a:pt x="8619037" y="3045439"/>
                </a:cubicBezTo>
                <a:cubicBezTo>
                  <a:pt x="8591791" y="3045439"/>
                  <a:pt x="8569705" y="3067526"/>
                  <a:pt x="8569705" y="3094771"/>
                </a:cubicBezTo>
                <a:cubicBezTo>
                  <a:pt x="8569705" y="3099879"/>
                  <a:pt x="8570481" y="3104806"/>
                  <a:pt x="8571923" y="3109440"/>
                </a:cubicBezTo>
                <a:lnTo>
                  <a:pt x="8573970" y="3113700"/>
                </a:lnTo>
                <a:lnTo>
                  <a:pt x="8570024" y="3113302"/>
                </a:lnTo>
                <a:cubicBezTo>
                  <a:pt x="8542779" y="3113302"/>
                  <a:pt x="8520693" y="3135389"/>
                  <a:pt x="8520693" y="3162634"/>
                </a:cubicBezTo>
                <a:cubicBezTo>
                  <a:pt x="8520693" y="3176257"/>
                  <a:pt x="8526214" y="3188589"/>
                  <a:pt x="8535141" y="3197517"/>
                </a:cubicBezTo>
                <a:lnTo>
                  <a:pt x="8541985" y="3203164"/>
                </a:lnTo>
                <a:lnTo>
                  <a:pt x="8535141" y="3208810"/>
                </a:lnTo>
                <a:cubicBezTo>
                  <a:pt x="8526214" y="3217738"/>
                  <a:pt x="8520693" y="3230071"/>
                  <a:pt x="8520693" y="3243693"/>
                </a:cubicBezTo>
                <a:cubicBezTo>
                  <a:pt x="8520693" y="3270938"/>
                  <a:pt x="8542779" y="3293025"/>
                  <a:pt x="8570024" y="3293025"/>
                </a:cubicBezTo>
                <a:lnTo>
                  <a:pt x="8573482" y="3292677"/>
                </a:lnTo>
                <a:lnTo>
                  <a:pt x="8570707" y="3301615"/>
                </a:lnTo>
                <a:cubicBezTo>
                  <a:pt x="8570050" y="3304826"/>
                  <a:pt x="8569705" y="3308151"/>
                  <a:pt x="8569705" y="3311557"/>
                </a:cubicBezTo>
                <a:cubicBezTo>
                  <a:pt x="8569705" y="3338802"/>
                  <a:pt x="8591791" y="3360889"/>
                  <a:pt x="8619037" y="3360889"/>
                </a:cubicBezTo>
                <a:cubicBezTo>
                  <a:pt x="8629253" y="3360889"/>
                  <a:pt x="8638745" y="3357783"/>
                  <a:pt x="8646618" y="3352464"/>
                </a:cubicBezTo>
                <a:lnTo>
                  <a:pt x="8649812" y="3349828"/>
                </a:lnTo>
                <a:lnTo>
                  <a:pt x="8651793" y="3356208"/>
                </a:lnTo>
                <a:cubicBezTo>
                  <a:pt x="8659282" y="3373914"/>
                  <a:pt x="8676814" y="3386338"/>
                  <a:pt x="8697248" y="3386338"/>
                </a:cubicBezTo>
                <a:close/>
                <a:moveTo>
                  <a:pt x="193984" y="3616878"/>
                </a:moveTo>
                <a:cubicBezTo>
                  <a:pt x="215565" y="3616878"/>
                  <a:pt x="233060" y="3599383"/>
                  <a:pt x="233060" y="3577801"/>
                </a:cubicBezTo>
                <a:cubicBezTo>
                  <a:pt x="233060" y="3556220"/>
                  <a:pt x="215565" y="3538725"/>
                  <a:pt x="193984" y="3538725"/>
                </a:cubicBezTo>
                <a:cubicBezTo>
                  <a:pt x="172403" y="3538725"/>
                  <a:pt x="154908" y="3556220"/>
                  <a:pt x="154908" y="3577801"/>
                </a:cubicBezTo>
                <a:cubicBezTo>
                  <a:pt x="154908" y="3599383"/>
                  <a:pt x="172403" y="3616878"/>
                  <a:pt x="193984" y="3616878"/>
                </a:cubicBezTo>
                <a:close/>
                <a:moveTo>
                  <a:pt x="8701715" y="3616879"/>
                </a:moveTo>
                <a:cubicBezTo>
                  <a:pt x="8723296" y="3616879"/>
                  <a:pt x="8740791" y="3599384"/>
                  <a:pt x="8740791" y="3577803"/>
                </a:cubicBezTo>
                <a:cubicBezTo>
                  <a:pt x="8740791" y="3556222"/>
                  <a:pt x="8723296" y="3538727"/>
                  <a:pt x="8701715" y="3538727"/>
                </a:cubicBezTo>
                <a:cubicBezTo>
                  <a:pt x="8680134" y="3538727"/>
                  <a:pt x="8662639" y="3556222"/>
                  <a:pt x="8662639" y="3577803"/>
                </a:cubicBezTo>
                <a:cubicBezTo>
                  <a:pt x="8662639" y="3599384"/>
                  <a:pt x="8680134" y="3616879"/>
                  <a:pt x="8701715" y="3616879"/>
                </a:cubicBezTo>
                <a:close/>
                <a:moveTo>
                  <a:pt x="189516" y="4135616"/>
                </a:moveTo>
                <a:cubicBezTo>
                  <a:pt x="209950" y="4135616"/>
                  <a:pt x="227482" y="4123192"/>
                  <a:pt x="234971" y="4105486"/>
                </a:cubicBezTo>
                <a:lnTo>
                  <a:pt x="237148" y="4098474"/>
                </a:lnTo>
                <a:lnTo>
                  <a:pt x="241108" y="4101742"/>
                </a:lnTo>
                <a:cubicBezTo>
                  <a:pt x="248982" y="4107061"/>
                  <a:pt x="258473" y="4110167"/>
                  <a:pt x="268690" y="4110167"/>
                </a:cubicBezTo>
                <a:cubicBezTo>
                  <a:pt x="295935" y="4110167"/>
                  <a:pt x="318022" y="4088080"/>
                  <a:pt x="318022" y="4060835"/>
                </a:cubicBezTo>
                <a:cubicBezTo>
                  <a:pt x="318022" y="4057430"/>
                  <a:pt x="317676" y="4054104"/>
                  <a:pt x="317019" y="4050893"/>
                </a:cubicBezTo>
                <a:lnTo>
                  <a:pt x="314245" y="4041955"/>
                </a:lnTo>
                <a:lnTo>
                  <a:pt x="317702" y="4042303"/>
                </a:lnTo>
                <a:cubicBezTo>
                  <a:pt x="344947" y="4042303"/>
                  <a:pt x="367034" y="4020217"/>
                  <a:pt x="367034" y="3992972"/>
                </a:cubicBezTo>
                <a:cubicBezTo>
                  <a:pt x="367034" y="3979349"/>
                  <a:pt x="361512" y="3967016"/>
                  <a:pt x="352585" y="3958088"/>
                </a:cubicBezTo>
                <a:lnTo>
                  <a:pt x="345741" y="3952441"/>
                </a:lnTo>
                <a:lnTo>
                  <a:pt x="352585" y="3946795"/>
                </a:lnTo>
                <a:cubicBezTo>
                  <a:pt x="361512" y="3937867"/>
                  <a:pt x="367034" y="3925534"/>
                  <a:pt x="367034" y="3911912"/>
                </a:cubicBezTo>
                <a:cubicBezTo>
                  <a:pt x="367034" y="3884667"/>
                  <a:pt x="344947" y="3862580"/>
                  <a:pt x="317702" y="3862580"/>
                </a:cubicBezTo>
                <a:lnTo>
                  <a:pt x="314245" y="3862929"/>
                </a:lnTo>
                <a:lnTo>
                  <a:pt x="317019" y="3853990"/>
                </a:lnTo>
                <a:cubicBezTo>
                  <a:pt x="317676" y="3850779"/>
                  <a:pt x="318022" y="3847454"/>
                  <a:pt x="318022" y="3844048"/>
                </a:cubicBezTo>
                <a:cubicBezTo>
                  <a:pt x="318022" y="3816803"/>
                  <a:pt x="295935" y="3794716"/>
                  <a:pt x="268690" y="3794716"/>
                </a:cubicBezTo>
                <a:cubicBezTo>
                  <a:pt x="258473" y="3794716"/>
                  <a:pt x="248982" y="3797822"/>
                  <a:pt x="241108" y="3803142"/>
                </a:cubicBezTo>
                <a:lnTo>
                  <a:pt x="237148" y="3806409"/>
                </a:lnTo>
                <a:lnTo>
                  <a:pt x="234971" y="3799397"/>
                </a:lnTo>
                <a:cubicBezTo>
                  <a:pt x="227482" y="3781691"/>
                  <a:pt x="209950" y="3769267"/>
                  <a:pt x="189516" y="3769267"/>
                </a:cubicBezTo>
                <a:cubicBezTo>
                  <a:pt x="169082" y="3769267"/>
                  <a:pt x="151550" y="3781691"/>
                  <a:pt x="144061" y="3799397"/>
                </a:cubicBezTo>
                <a:lnTo>
                  <a:pt x="142081" y="3805777"/>
                </a:lnTo>
                <a:lnTo>
                  <a:pt x="138887" y="3803142"/>
                </a:lnTo>
                <a:cubicBezTo>
                  <a:pt x="131013" y="3797822"/>
                  <a:pt x="121522" y="3794716"/>
                  <a:pt x="111305" y="3794716"/>
                </a:cubicBezTo>
                <a:cubicBezTo>
                  <a:pt x="84060" y="3794716"/>
                  <a:pt x="61973" y="3816803"/>
                  <a:pt x="61973" y="3844048"/>
                </a:cubicBezTo>
                <a:cubicBezTo>
                  <a:pt x="61973" y="3849157"/>
                  <a:pt x="62750" y="3854084"/>
                  <a:pt x="64191" y="3858718"/>
                </a:cubicBezTo>
                <a:lnTo>
                  <a:pt x="66239" y="3862978"/>
                </a:lnTo>
                <a:lnTo>
                  <a:pt x="62293" y="3862580"/>
                </a:lnTo>
                <a:cubicBezTo>
                  <a:pt x="35048" y="3862580"/>
                  <a:pt x="12961" y="3884666"/>
                  <a:pt x="12961" y="3911912"/>
                </a:cubicBezTo>
                <a:cubicBezTo>
                  <a:pt x="12961" y="3925534"/>
                  <a:pt x="18483" y="3937867"/>
                  <a:pt x="27410" y="3946795"/>
                </a:cubicBezTo>
                <a:lnTo>
                  <a:pt x="34254" y="3952441"/>
                </a:lnTo>
                <a:lnTo>
                  <a:pt x="27410" y="3958088"/>
                </a:lnTo>
                <a:cubicBezTo>
                  <a:pt x="18483" y="3967016"/>
                  <a:pt x="12961" y="3979348"/>
                  <a:pt x="12961" y="3992971"/>
                </a:cubicBezTo>
                <a:cubicBezTo>
                  <a:pt x="12961" y="4020217"/>
                  <a:pt x="35048" y="4042303"/>
                  <a:pt x="62293" y="4042303"/>
                </a:cubicBezTo>
                <a:lnTo>
                  <a:pt x="65750" y="4041955"/>
                </a:lnTo>
                <a:lnTo>
                  <a:pt x="62976" y="4050893"/>
                </a:lnTo>
                <a:cubicBezTo>
                  <a:pt x="62318" y="4054104"/>
                  <a:pt x="61973" y="4057430"/>
                  <a:pt x="61973" y="4060835"/>
                </a:cubicBezTo>
                <a:cubicBezTo>
                  <a:pt x="61973" y="4088080"/>
                  <a:pt x="84060" y="4110167"/>
                  <a:pt x="111305" y="4110167"/>
                </a:cubicBezTo>
                <a:cubicBezTo>
                  <a:pt x="121522" y="4110167"/>
                  <a:pt x="131013" y="4107061"/>
                  <a:pt x="138887" y="4101742"/>
                </a:cubicBezTo>
                <a:lnTo>
                  <a:pt x="142081" y="4099107"/>
                </a:lnTo>
                <a:lnTo>
                  <a:pt x="144061" y="4105486"/>
                </a:lnTo>
                <a:cubicBezTo>
                  <a:pt x="151550" y="4123192"/>
                  <a:pt x="169082" y="4135616"/>
                  <a:pt x="189516" y="4135616"/>
                </a:cubicBezTo>
                <a:close/>
                <a:moveTo>
                  <a:pt x="8697248" y="4135617"/>
                </a:moveTo>
                <a:cubicBezTo>
                  <a:pt x="8717682" y="4135617"/>
                  <a:pt x="8735214" y="4123193"/>
                  <a:pt x="8742703" y="4105487"/>
                </a:cubicBezTo>
                <a:lnTo>
                  <a:pt x="8744879" y="4098475"/>
                </a:lnTo>
                <a:lnTo>
                  <a:pt x="8748840" y="4101743"/>
                </a:lnTo>
                <a:cubicBezTo>
                  <a:pt x="8756713" y="4107062"/>
                  <a:pt x="8766204" y="4110168"/>
                  <a:pt x="8776421" y="4110168"/>
                </a:cubicBezTo>
                <a:cubicBezTo>
                  <a:pt x="8803667" y="4110168"/>
                  <a:pt x="8825753" y="4088081"/>
                  <a:pt x="8825753" y="4060836"/>
                </a:cubicBezTo>
                <a:cubicBezTo>
                  <a:pt x="8825753" y="4057430"/>
                  <a:pt x="8825408" y="4054105"/>
                  <a:pt x="8824751" y="4050894"/>
                </a:cubicBezTo>
                <a:lnTo>
                  <a:pt x="8821976" y="4041956"/>
                </a:lnTo>
                <a:lnTo>
                  <a:pt x="8825434" y="4042305"/>
                </a:lnTo>
                <a:cubicBezTo>
                  <a:pt x="8852679" y="4042305"/>
                  <a:pt x="8874765" y="4020218"/>
                  <a:pt x="8874765" y="3992973"/>
                </a:cubicBezTo>
                <a:cubicBezTo>
                  <a:pt x="8874765" y="3979350"/>
                  <a:pt x="8869244" y="3967017"/>
                  <a:pt x="8860317" y="3958090"/>
                </a:cubicBezTo>
                <a:lnTo>
                  <a:pt x="8853473" y="3952443"/>
                </a:lnTo>
                <a:lnTo>
                  <a:pt x="8860317" y="3946796"/>
                </a:lnTo>
                <a:cubicBezTo>
                  <a:pt x="8869244" y="3937868"/>
                  <a:pt x="8874765" y="3925535"/>
                  <a:pt x="8874765" y="3911913"/>
                </a:cubicBezTo>
                <a:cubicBezTo>
                  <a:pt x="8874765" y="3884668"/>
                  <a:pt x="8852679" y="3862581"/>
                  <a:pt x="8825434" y="3862581"/>
                </a:cubicBezTo>
                <a:lnTo>
                  <a:pt x="8821976" y="3862929"/>
                </a:lnTo>
                <a:lnTo>
                  <a:pt x="8824751" y="3853991"/>
                </a:lnTo>
                <a:cubicBezTo>
                  <a:pt x="8825408" y="3850780"/>
                  <a:pt x="8825753" y="3847455"/>
                  <a:pt x="8825753" y="3844049"/>
                </a:cubicBezTo>
                <a:cubicBezTo>
                  <a:pt x="8825753" y="3816804"/>
                  <a:pt x="8803667" y="3794717"/>
                  <a:pt x="8776421" y="3794717"/>
                </a:cubicBezTo>
                <a:cubicBezTo>
                  <a:pt x="8766204" y="3794717"/>
                  <a:pt x="8756713" y="3797824"/>
                  <a:pt x="8748840" y="3803142"/>
                </a:cubicBezTo>
                <a:lnTo>
                  <a:pt x="8744879" y="3806410"/>
                </a:lnTo>
                <a:lnTo>
                  <a:pt x="8742703" y="3799398"/>
                </a:lnTo>
                <a:cubicBezTo>
                  <a:pt x="8735214" y="3781692"/>
                  <a:pt x="8717682" y="3769268"/>
                  <a:pt x="8697248" y="3769268"/>
                </a:cubicBezTo>
                <a:cubicBezTo>
                  <a:pt x="8676814" y="3769268"/>
                  <a:pt x="8659282" y="3781692"/>
                  <a:pt x="8651793" y="3799398"/>
                </a:cubicBezTo>
                <a:lnTo>
                  <a:pt x="8649812" y="3805778"/>
                </a:lnTo>
                <a:lnTo>
                  <a:pt x="8646618" y="3803142"/>
                </a:lnTo>
                <a:cubicBezTo>
                  <a:pt x="8638745" y="3797824"/>
                  <a:pt x="8629253" y="3794717"/>
                  <a:pt x="8619037" y="3794717"/>
                </a:cubicBezTo>
                <a:cubicBezTo>
                  <a:pt x="8591791" y="3794717"/>
                  <a:pt x="8569705" y="3816804"/>
                  <a:pt x="8569705" y="3844049"/>
                </a:cubicBezTo>
                <a:cubicBezTo>
                  <a:pt x="8569705" y="3849158"/>
                  <a:pt x="8570481" y="3854085"/>
                  <a:pt x="8571923" y="3858719"/>
                </a:cubicBezTo>
                <a:lnTo>
                  <a:pt x="8573970" y="3862978"/>
                </a:lnTo>
                <a:lnTo>
                  <a:pt x="8570024" y="3862581"/>
                </a:lnTo>
                <a:cubicBezTo>
                  <a:pt x="8542779" y="3862581"/>
                  <a:pt x="8520693" y="3884668"/>
                  <a:pt x="8520693" y="3911913"/>
                </a:cubicBezTo>
                <a:cubicBezTo>
                  <a:pt x="8520693" y="3925535"/>
                  <a:pt x="8526214" y="3937868"/>
                  <a:pt x="8535141" y="3946796"/>
                </a:cubicBezTo>
                <a:lnTo>
                  <a:pt x="8541985" y="3952442"/>
                </a:lnTo>
                <a:lnTo>
                  <a:pt x="8535141" y="3958089"/>
                </a:lnTo>
                <a:cubicBezTo>
                  <a:pt x="8526214" y="3967017"/>
                  <a:pt x="8520693" y="3979350"/>
                  <a:pt x="8520693" y="3992972"/>
                </a:cubicBezTo>
                <a:cubicBezTo>
                  <a:pt x="8520693" y="4020218"/>
                  <a:pt x="8542779" y="4042304"/>
                  <a:pt x="8570024" y="4042304"/>
                </a:cubicBezTo>
                <a:lnTo>
                  <a:pt x="8573482" y="4041956"/>
                </a:lnTo>
                <a:lnTo>
                  <a:pt x="8570707" y="4050894"/>
                </a:lnTo>
                <a:cubicBezTo>
                  <a:pt x="8570050" y="4054105"/>
                  <a:pt x="8569705" y="4057430"/>
                  <a:pt x="8569705" y="4060836"/>
                </a:cubicBezTo>
                <a:cubicBezTo>
                  <a:pt x="8569705" y="4088081"/>
                  <a:pt x="8591791" y="4110168"/>
                  <a:pt x="8619037" y="4110168"/>
                </a:cubicBezTo>
                <a:cubicBezTo>
                  <a:pt x="8629253" y="4110168"/>
                  <a:pt x="8638745" y="4107062"/>
                  <a:pt x="8646618" y="4101743"/>
                </a:cubicBezTo>
                <a:lnTo>
                  <a:pt x="8649812" y="4099108"/>
                </a:lnTo>
                <a:lnTo>
                  <a:pt x="8651793" y="4105487"/>
                </a:lnTo>
                <a:cubicBezTo>
                  <a:pt x="8659282" y="4123193"/>
                  <a:pt x="8676814" y="4135617"/>
                  <a:pt x="8697248" y="4135617"/>
                </a:cubicBezTo>
                <a:close/>
                <a:moveTo>
                  <a:pt x="193984" y="4366159"/>
                </a:moveTo>
                <a:cubicBezTo>
                  <a:pt x="215565" y="4366159"/>
                  <a:pt x="233060" y="4348664"/>
                  <a:pt x="233060" y="4327083"/>
                </a:cubicBezTo>
                <a:cubicBezTo>
                  <a:pt x="233060" y="4305502"/>
                  <a:pt x="215565" y="4288007"/>
                  <a:pt x="193984" y="4288007"/>
                </a:cubicBezTo>
                <a:cubicBezTo>
                  <a:pt x="172403" y="4288007"/>
                  <a:pt x="154908" y="4305502"/>
                  <a:pt x="154908" y="4327083"/>
                </a:cubicBezTo>
                <a:cubicBezTo>
                  <a:pt x="154908" y="4348664"/>
                  <a:pt x="172403" y="4366159"/>
                  <a:pt x="193984" y="4366159"/>
                </a:cubicBezTo>
                <a:close/>
                <a:moveTo>
                  <a:pt x="8701715" y="4366159"/>
                </a:moveTo>
                <a:cubicBezTo>
                  <a:pt x="8723296" y="4366159"/>
                  <a:pt x="8740791" y="4348664"/>
                  <a:pt x="8740791" y="4327083"/>
                </a:cubicBezTo>
                <a:cubicBezTo>
                  <a:pt x="8740791" y="4305502"/>
                  <a:pt x="8723296" y="4288007"/>
                  <a:pt x="8701715" y="4288007"/>
                </a:cubicBezTo>
                <a:cubicBezTo>
                  <a:pt x="8680134" y="4288007"/>
                  <a:pt x="8662639" y="4305502"/>
                  <a:pt x="8662639" y="4327083"/>
                </a:cubicBezTo>
                <a:cubicBezTo>
                  <a:pt x="8662639" y="4348664"/>
                  <a:pt x="8680134" y="4366159"/>
                  <a:pt x="8701715" y="4366159"/>
                </a:cubicBezTo>
                <a:close/>
                <a:moveTo>
                  <a:pt x="8339566" y="4759756"/>
                </a:moveTo>
                <a:cubicBezTo>
                  <a:pt x="8361147" y="4759756"/>
                  <a:pt x="8378642" y="4742261"/>
                  <a:pt x="8378642" y="4720680"/>
                </a:cubicBezTo>
                <a:cubicBezTo>
                  <a:pt x="8378642" y="4699099"/>
                  <a:pt x="8361147" y="4681604"/>
                  <a:pt x="8339566" y="4681604"/>
                </a:cubicBezTo>
                <a:cubicBezTo>
                  <a:pt x="8317985" y="4681604"/>
                  <a:pt x="8300490" y="4699099"/>
                  <a:pt x="8300490" y="4720680"/>
                </a:cubicBezTo>
                <a:cubicBezTo>
                  <a:pt x="8300490" y="4742261"/>
                  <a:pt x="8317985" y="4759756"/>
                  <a:pt x="8339566" y="4759756"/>
                </a:cubicBezTo>
                <a:close/>
                <a:moveTo>
                  <a:pt x="7630314" y="4759756"/>
                </a:moveTo>
                <a:cubicBezTo>
                  <a:pt x="7651895" y="4759756"/>
                  <a:pt x="7669390" y="4742261"/>
                  <a:pt x="7669390" y="4720680"/>
                </a:cubicBezTo>
                <a:cubicBezTo>
                  <a:pt x="7669390" y="4699099"/>
                  <a:pt x="7651895" y="4681604"/>
                  <a:pt x="7630314" y="4681604"/>
                </a:cubicBezTo>
                <a:cubicBezTo>
                  <a:pt x="7608733" y="4681604"/>
                  <a:pt x="7591238" y="4699099"/>
                  <a:pt x="7591238" y="4720680"/>
                </a:cubicBezTo>
                <a:cubicBezTo>
                  <a:pt x="7591238" y="4742261"/>
                  <a:pt x="7608733" y="4759756"/>
                  <a:pt x="7630314" y="4759756"/>
                </a:cubicBezTo>
                <a:close/>
                <a:moveTo>
                  <a:pt x="6921062" y="4759756"/>
                </a:moveTo>
                <a:cubicBezTo>
                  <a:pt x="6942643" y="4759756"/>
                  <a:pt x="6960138" y="4742261"/>
                  <a:pt x="6960138" y="4720680"/>
                </a:cubicBezTo>
                <a:cubicBezTo>
                  <a:pt x="6960138" y="4699099"/>
                  <a:pt x="6942643" y="4681604"/>
                  <a:pt x="6921062" y="4681604"/>
                </a:cubicBezTo>
                <a:cubicBezTo>
                  <a:pt x="6899481" y="4681604"/>
                  <a:pt x="6881986" y="4699099"/>
                  <a:pt x="6881986" y="4720680"/>
                </a:cubicBezTo>
                <a:cubicBezTo>
                  <a:pt x="6881986" y="4742261"/>
                  <a:pt x="6899481" y="4759756"/>
                  <a:pt x="6921062" y="4759756"/>
                </a:cubicBezTo>
                <a:close/>
                <a:moveTo>
                  <a:pt x="6211810" y="4759756"/>
                </a:moveTo>
                <a:cubicBezTo>
                  <a:pt x="6233391" y="4759756"/>
                  <a:pt x="6250886" y="4742261"/>
                  <a:pt x="6250886" y="4720680"/>
                </a:cubicBezTo>
                <a:cubicBezTo>
                  <a:pt x="6250886" y="4699099"/>
                  <a:pt x="6233391" y="4681604"/>
                  <a:pt x="6211810" y="4681604"/>
                </a:cubicBezTo>
                <a:cubicBezTo>
                  <a:pt x="6190229" y="4681604"/>
                  <a:pt x="6172734" y="4699099"/>
                  <a:pt x="6172734" y="4720680"/>
                </a:cubicBezTo>
                <a:cubicBezTo>
                  <a:pt x="6172734" y="4742261"/>
                  <a:pt x="6190229" y="4759756"/>
                  <a:pt x="6211810" y="4759756"/>
                </a:cubicBezTo>
                <a:close/>
                <a:moveTo>
                  <a:pt x="5502558" y="4759756"/>
                </a:moveTo>
                <a:cubicBezTo>
                  <a:pt x="5524139" y="4759756"/>
                  <a:pt x="5541634" y="4742261"/>
                  <a:pt x="5541634" y="4720680"/>
                </a:cubicBezTo>
                <a:cubicBezTo>
                  <a:pt x="5541634" y="4699099"/>
                  <a:pt x="5524139" y="4681604"/>
                  <a:pt x="5502558" y="4681604"/>
                </a:cubicBezTo>
                <a:cubicBezTo>
                  <a:pt x="5480977" y="4681604"/>
                  <a:pt x="5463482" y="4699099"/>
                  <a:pt x="5463482" y="4720680"/>
                </a:cubicBezTo>
                <a:cubicBezTo>
                  <a:pt x="5463482" y="4742261"/>
                  <a:pt x="5480977" y="4759756"/>
                  <a:pt x="5502558" y="4759756"/>
                </a:cubicBezTo>
                <a:close/>
                <a:moveTo>
                  <a:pt x="4793306" y="4759756"/>
                </a:moveTo>
                <a:cubicBezTo>
                  <a:pt x="4814887" y="4759756"/>
                  <a:pt x="4832382" y="4742261"/>
                  <a:pt x="4832382" y="4720680"/>
                </a:cubicBezTo>
                <a:cubicBezTo>
                  <a:pt x="4832382" y="4699099"/>
                  <a:pt x="4814887" y="4681604"/>
                  <a:pt x="4793306" y="4681604"/>
                </a:cubicBezTo>
                <a:cubicBezTo>
                  <a:pt x="4771725" y="4681604"/>
                  <a:pt x="4754230" y="4699099"/>
                  <a:pt x="4754230" y="4720680"/>
                </a:cubicBezTo>
                <a:cubicBezTo>
                  <a:pt x="4754230" y="4742261"/>
                  <a:pt x="4771725" y="4759756"/>
                  <a:pt x="4793306" y="4759756"/>
                </a:cubicBezTo>
                <a:close/>
                <a:moveTo>
                  <a:pt x="4084054" y="4759756"/>
                </a:moveTo>
                <a:cubicBezTo>
                  <a:pt x="4105635" y="4759756"/>
                  <a:pt x="4123130" y="4742261"/>
                  <a:pt x="4123130" y="4720680"/>
                </a:cubicBezTo>
                <a:cubicBezTo>
                  <a:pt x="4123130" y="4699099"/>
                  <a:pt x="4105635" y="4681604"/>
                  <a:pt x="4084054" y="4681604"/>
                </a:cubicBezTo>
                <a:cubicBezTo>
                  <a:pt x="4062473" y="4681604"/>
                  <a:pt x="4044986" y="4699099"/>
                  <a:pt x="4044986" y="4720680"/>
                </a:cubicBezTo>
                <a:cubicBezTo>
                  <a:pt x="4044986" y="4742261"/>
                  <a:pt x="4062473" y="4759756"/>
                  <a:pt x="4084054" y="4759756"/>
                </a:cubicBezTo>
                <a:close/>
                <a:moveTo>
                  <a:pt x="3374809" y="4759756"/>
                </a:moveTo>
                <a:cubicBezTo>
                  <a:pt x="3396390" y="4759756"/>
                  <a:pt x="3413885" y="4742261"/>
                  <a:pt x="3413885" y="4720680"/>
                </a:cubicBezTo>
                <a:cubicBezTo>
                  <a:pt x="3413885" y="4699099"/>
                  <a:pt x="3396390" y="4681604"/>
                  <a:pt x="3374809" y="4681604"/>
                </a:cubicBezTo>
                <a:cubicBezTo>
                  <a:pt x="3353228" y="4681604"/>
                  <a:pt x="3335733" y="4699099"/>
                  <a:pt x="3335733" y="4720680"/>
                </a:cubicBezTo>
                <a:cubicBezTo>
                  <a:pt x="3335733" y="4742261"/>
                  <a:pt x="3353228" y="4759756"/>
                  <a:pt x="3374809" y="4759756"/>
                </a:cubicBezTo>
                <a:close/>
                <a:moveTo>
                  <a:pt x="2665558" y="4759756"/>
                </a:moveTo>
                <a:cubicBezTo>
                  <a:pt x="2687139" y="4759756"/>
                  <a:pt x="2704634" y="4742261"/>
                  <a:pt x="2704634" y="4720680"/>
                </a:cubicBezTo>
                <a:cubicBezTo>
                  <a:pt x="2704634" y="4699099"/>
                  <a:pt x="2687139" y="4681604"/>
                  <a:pt x="2665558" y="4681604"/>
                </a:cubicBezTo>
                <a:cubicBezTo>
                  <a:pt x="2643976" y="4681604"/>
                  <a:pt x="2626481" y="4699099"/>
                  <a:pt x="2626481" y="4720680"/>
                </a:cubicBezTo>
                <a:cubicBezTo>
                  <a:pt x="2626481" y="4742261"/>
                  <a:pt x="2643976" y="4759756"/>
                  <a:pt x="2665558" y="4759756"/>
                </a:cubicBezTo>
                <a:close/>
                <a:moveTo>
                  <a:pt x="1956307" y="4759756"/>
                </a:moveTo>
                <a:cubicBezTo>
                  <a:pt x="1977888" y="4759756"/>
                  <a:pt x="1995382" y="4742261"/>
                  <a:pt x="1995382" y="4720680"/>
                </a:cubicBezTo>
                <a:cubicBezTo>
                  <a:pt x="1995382" y="4699099"/>
                  <a:pt x="1977888" y="4681604"/>
                  <a:pt x="1956307" y="4681604"/>
                </a:cubicBezTo>
                <a:cubicBezTo>
                  <a:pt x="1934725" y="4681604"/>
                  <a:pt x="1917231" y="4699099"/>
                  <a:pt x="1917231" y="4720680"/>
                </a:cubicBezTo>
                <a:cubicBezTo>
                  <a:pt x="1917231" y="4742261"/>
                  <a:pt x="1934725" y="4759756"/>
                  <a:pt x="1956307" y="4759756"/>
                </a:cubicBezTo>
                <a:close/>
                <a:moveTo>
                  <a:pt x="1247054" y="4759756"/>
                </a:moveTo>
                <a:cubicBezTo>
                  <a:pt x="1268635" y="4759756"/>
                  <a:pt x="1286131" y="4742261"/>
                  <a:pt x="1286131" y="4720680"/>
                </a:cubicBezTo>
                <a:cubicBezTo>
                  <a:pt x="1286131" y="4699099"/>
                  <a:pt x="1268635" y="4681604"/>
                  <a:pt x="1247054" y="4681604"/>
                </a:cubicBezTo>
                <a:cubicBezTo>
                  <a:pt x="1225473" y="4681604"/>
                  <a:pt x="1207978" y="4699099"/>
                  <a:pt x="1207978" y="4720680"/>
                </a:cubicBezTo>
                <a:cubicBezTo>
                  <a:pt x="1207978" y="4742261"/>
                  <a:pt x="1225473" y="4759756"/>
                  <a:pt x="1247054" y="4759756"/>
                </a:cubicBezTo>
                <a:close/>
                <a:moveTo>
                  <a:pt x="537801" y="4759756"/>
                </a:moveTo>
                <a:cubicBezTo>
                  <a:pt x="559382" y="4759756"/>
                  <a:pt x="576878" y="4742261"/>
                  <a:pt x="576878" y="4720680"/>
                </a:cubicBezTo>
                <a:cubicBezTo>
                  <a:pt x="576878" y="4699099"/>
                  <a:pt x="559382" y="4681604"/>
                  <a:pt x="537801" y="4681604"/>
                </a:cubicBezTo>
                <a:cubicBezTo>
                  <a:pt x="516221" y="4681604"/>
                  <a:pt x="498725" y="4699099"/>
                  <a:pt x="498725" y="4720680"/>
                </a:cubicBezTo>
                <a:cubicBezTo>
                  <a:pt x="498725" y="4742261"/>
                  <a:pt x="516221" y="4759756"/>
                  <a:pt x="537801" y="4759756"/>
                </a:cubicBezTo>
                <a:close/>
                <a:moveTo>
                  <a:pt x="8653655" y="4893730"/>
                </a:moveTo>
                <a:cubicBezTo>
                  <a:pt x="8667278" y="4893730"/>
                  <a:pt x="8679611" y="4888208"/>
                  <a:pt x="8688538" y="4879281"/>
                </a:cubicBezTo>
                <a:lnTo>
                  <a:pt x="8694185" y="4872437"/>
                </a:lnTo>
                <a:lnTo>
                  <a:pt x="8699832" y="4879281"/>
                </a:lnTo>
                <a:cubicBezTo>
                  <a:pt x="8708759" y="4888208"/>
                  <a:pt x="8721092" y="4893730"/>
                  <a:pt x="8734715" y="4893730"/>
                </a:cubicBezTo>
                <a:cubicBezTo>
                  <a:pt x="8761960" y="4893730"/>
                  <a:pt x="8784046" y="4871643"/>
                  <a:pt x="8784046" y="4844398"/>
                </a:cubicBezTo>
                <a:lnTo>
                  <a:pt x="8783698" y="4840941"/>
                </a:lnTo>
                <a:lnTo>
                  <a:pt x="8792636" y="4843715"/>
                </a:lnTo>
                <a:cubicBezTo>
                  <a:pt x="8795848" y="4844372"/>
                  <a:pt x="8799173" y="4844717"/>
                  <a:pt x="8802578" y="4844717"/>
                </a:cubicBezTo>
                <a:cubicBezTo>
                  <a:pt x="8829823" y="4844717"/>
                  <a:pt x="8851910" y="4822631"/>
                  <a:pt x="8851910" y="4795386"/>
                </a:cubicBezTo>
                <a:cubicBezTo>
                  <a:pt x="8851910" y="4785169"/>
                  <a:pt x="8848804" y="4775677"/>
                  <a:pt x="8843485" y="4767804"/>
                </a:cubicBezTo>
                <a:lnTo>
                  <a:pt x="8840217" y="4763844"/>
                </a:lnTo>
                <a:lnTo>
                  <a:pt x="8847229" y="4761667"/>
                </a:lnTo>
                <a:cubicBezTo>
                  <a:pt x="8864935" y="4754178"/>
                  <a:pt x="8877359" y="4736646"/>
                  <a:pt x="8877359" y="4716212"/>
                </a:cubicBezTo>
                <a:cubicBezTo>
                  <a:pt x="8877359" y="4695778"/>
                  <a:pt x="8864935" y="4678246"/>
                  <a:pt x="8847229" y="4670757"/>
                </a:cubicBezTo>
                <a:lnTo>
                  <a:pt x="8840850" y="4668777"/>
                </a:lnTo>
                <a:lnTo>
                  <a:pt x="8843485" y="4665583"/>
                </a:lnTo>
                <a:cubicBezTo>
                  <a:pt x="8848804" y="4657709"/>
                  <a:pt x="8851910" y="4648218"/>
                  <a:pt x="8851910" y="4638001"/>
                </a:cubicBezTo>
                <a:cubicBezTo>
                  <a:pt x="8851910" y="4610756"/>
                  <a:pt x="8829823" y="4588669"/>
                  <a:pt x="8802578" y="4588669"/>
                </a:cubicBezTo>
                <a:cubicBezTo>
                  <a:pt x="8797470" y="4588669"/>
                  <a:pt x="8792543" y="4589446"/>
                  <a:pt x="8787908" y="4590887"/>
                </a:cubicBezTo>
                <a:lnTo>
                  <a:pt x="8783649" y="4592935"/>
                </a:lnTo>
                <a:lnTo>
                  <a:pt x="8784047" y="4588989"/>
                </a:lnTo>
                <a:cubicBezTo>
                  <a:pt x="8784047" y="4561743"/>
                  <a:pt x="8761960" y="4539657"/>
                  <a:pt x="8734715" y="4539657"/>
                </a:cubicBezTo>
                <a:cubicBezTo>
                  <a:pt x="8721092" y="4539657"/>
                  <a:pt x="8708759" y="4545179"/>
                  <a:pt x="8699832" y="4554106"/>
                </a:cubicBezTo>
                <a:lnTo>
                  <a:pt x="8694185" y="4560950"/>
                </a:lnTo>
                <a:lnTo>
                  <a:pt x="8688538" y="4554106"/>
                </a:lnTo>
                <a:cubicBezTo>
                  <a:pt x="8679611" y="4545179"/>
                  <a:pt x="8667278" y="4539657"/>
                  <a:pt x="8653655" y="4539657"/>
                </a:cubicBezTo>
                <a:cubicBezTo>
                  <a:pt x="8626410" y="4539657"/>
                  <a:pt x="8604324" y="4561743"/>
                  <a:pt x="8604324" y="4588989"/>
                </a:cubicBezTo>
                <a:lnTo>
                  <a:pt x="8604672" y="4592446"/>
                </a:lnTo>
                <a:lnTo>
                  <a:pt x="8595734" y="4589671"/>
                </a:lnTo>
                <a:cubicBezTo>
                  <a:pt x="8592523" y="4589014"/>
                  <a:pt x="8589198" y="4588669"/>
                  <a:pt x="8585792" y="4588669"/>
                </a:cubicBezTo>
                <a:cubicBezTo>
                  <a:pt x="8558547" y="4588669"/>
                  <a:pt x="8536460" y="4610756"/>
                  <a:pt x="8536460" y="4638001"/>
                </a:cubicBezTo>
                <a:cubicBezTo>
                  <a:pt x="8536460" y="4648218"/>
                  <a:pt x="8539566" y="4657709"/>
                  <a:pt x="8544885" y="4665583"/>
                </a:cubicBezTo>
                <a:lnTo>
                  <a:pt x="8547520" y="4668777"/>
                </a:lnTo>
                <a:lnTo>
                  <a:pt x="8541141" y="4670757"/>
                </a:lnTo>
                <a:cubicBezTo>
                  <a:pt x="8523435" y="4678246"/>
                  <a:pt x="8511011" y="4695778"/>
                  <a:pt x="8511011" y="4716212"/>
                </a:cubicBezTo>
                <a:cubicBezTo>
                  <a:pt x="8511011" y="4736646"/>
                  <a:pt x="8523435" y="4754178"/>
                  <a:pt x="8541141" y="4761667"/>
                </a:cubicBezTo>
                <a:lnTo>
                  <a:pt x="8548153" y="4763844"/>
                </a:lnTo>
                <a:lnTo>
                  <a:pt x="8544885" y="4767804"/>
                </a:lnTo>
                <a:cubicBezTo>
                  <a:pt x="8539566" y="4775677"/>
                  <a:pt x="8536460" y="4785169"/>
                  <a:pt x="8536460" y="4795386"/>
                </a:cubicBezTo>
                <a:cubicBezTo>
                  <a:pt x="8536460" y="4822631"/>
                  <a:pt x="8558547" y="4844717"/>
                  <a:pt x="8585792" y="4844717"/>
                </a:cubicBezTo>
                <a:cubicBezTo>
                  <a:pt x="8589198" y="4844717"/>
                  <a:pt x="8592523" y="4844372"/>
                  <a:pt x="8595734" y="4843715"/>
                </a:cubicBezTo>
                <a:lnTo>
                  <a:pt x="8604672" y="4840941"/>
                </a:lnTo>
                <a:lnTo>
                  <a:pt x="8604323" y="4844398"/>
                </a:lnTo>
                <a:cubicBezTo>
                  <a:pt x="8604323" y="4871643"/>
                  <a:pt x="8626410" y="4893730"/>
                  <a:pt x="8653655" y="4893730"/>
                </a:cubicBezTo>
                <a:close/>
                <a:moveTo>
                  <a:pt x="7944411" y="4893730"/>
                </a:moveTo>
                <a:cubicBezTo>
                  <a:pt x="7958033" y="4893730"/>
                  <a:pt x="7970366" y="4888208"/>
                  <a:pt x="7979293" y="4879281"/>
                </a:cubicBezTo>
                <a:lnTo>
                  <a:pt x="7984940" y="4872437"/>
                </a:lnTo>
                <a:lnTo>
                  <a:pt x="7990587" y="4879281"/>
                </a:lnTo>
                <a:cubicBezTo>
                  <a:pt x="7999514" y="4888208"/>
                  <a:pt x="8011847" y="4893730"/>
                  <a:pt x="8025470" y="4893730"/>
                </a:cubicBezTo>
                <a:cubicBezTo>
                  <a:pt x="8052715" y="4893730"/>
                  <a:pt x="8074802" y="4871643"/>
                  <a:pt x="8074802" y="4844398"/>
                </a:cubicBezTo>
                <a:lnTo>
                  <a:pt x="8074453" y="4840941"/>
                </a:lnTo>
                <a:lnTo>
                  <a:pt x="8083391" y="4843715"/>
                </a:lnTo>
                <a:cubicBezTo>
                  <a:pt x="8086603" y="4844372"/>
                  <a:pt x="8089928" y="4844717"/>
                  <a:pt x="8093333" y="4844717"/>
                </a:cubicBezTo>
                <a:cubicBezTo>
                  <a:pt x="8120579" y="4844717"/>
                  <a:pt x="8142665" y="4822631"/>
                  <a:pt x="8142665" y="4795386"/>
                </a:cubicBezTo>
                <a:cubicBezTo>
                  <a:pt x="8142665" y="4785169"/>
                  <a:pt x="8139559" y="4775677"/>
                  <a:pt x="8134240" y="4767804"/>
                </a:cubicBezTo>
                <a:lnTo>
                  <a:pt x="8130973" y="4763844"/>
                </a:lnTo>
                <a:lnTo>
                  <a:pt x="8137985" y="4761667"/>
                </a:lnTo>
                <a:cubicBezTo>
                  <a:pt x="8155691" y="4754178"/>
                  <a:pt x="8168114" y="4736646"/>
                  <a:pt x="8168114" y="4716212"/>
                </a:cubicBezTo>
                <a:cubicBezTo>
                  <a:pt x="8168114" y="4695778"/>
                  <a:pt x="8155691" y="4678246"/>
                  <a:pt x="8137985" y="4670757"/>
                </a:cubicBezTo>
                <a:lnTo>
                  <a:pt x="8131605" y="4668777"/>
                </a:lnTo>
                <a:lnTo>
                  <a:pt x="8134240" y="4665583"/>
                </a:lnTo>
                <a:cubicBezTo>
                  <a:pt x="8139559" y="4657709"/>
                  <a:pt x="8142665" y="4648218"/>
                  <a:pt x="8142665" y="4638001"/>
                </a:cubicBezTo>
                <a:cubicBezTo>
                  <a:pt x="8142665" y="4610756"/>
                  <a:pt x="8120579" y="4588669"/>
                  <a:pt x="8093333" y="4588669"/>
                </a:cubicBezTo>
                <a:cubicBezTo>
                  <a:pt x="8088225" y="4588669"/>
                  <a:pt x="8083298" y="4589446"/>
                  <a:pt x="8078664" y="4590887"/>
                </a:cubicBezTo>
                <a:lnTo>
                  <a:pt x="8074404" y="4592935"/>
                </a:lnTo>
                <a:lnTo>
                  <a:pt x="8074802" y="4588989"/>
                </a:lnTo>
                <a:cubicBezTo>
                  <a:pt x="8074802" y="4561743"/>
                  <a:pt x="8052715" y="4539657"/>
                  <a:pt x="8025470" y="4539657"/>
                </a:cubicBezTo>
                <a:cubicBezTo>
                  <a:pt x="8011847" y="4539657"/>
                  <a:pt x="7999515" y="4545179"/>
                  <a:pt x="7990587" y="4554106"/>
                </a:cubicBezTo>
                <a:lnTo>
                  <a:pt x="7984940" y="4560950"/>
                </a:lnTo>
                <a:lnTo>
                  <a:pt x="7979294" y="4554106"/>
                </a:lnTo>
                <a:cubicBezTo>
                  <a:pt x="7970366" y="4545179"/>
                  <a:pt x="7958033" y="4539657"/>
                  <a:pt x="7944411" y="4539657"/>
                </a:cubicBezTo>
                <a:cubicBezTo>
                  <a:pt x="7917165" y="4539657"/>
                  <a:pt x="7895079" y="4561743"/>
                  <a:pt x="7895079" y="4588989"/>
                </a:cubicBezTo>
                <a:lnTo>
                  <a:pt x="7895427" y="4592446"/>
                </a:lnTo>
                <a:lnTo>
                  <a:pt x="7886489" y="4589671"/>
                </a:lnTo>
                <a:cubicBezTo>
                  <a:pt x="7883278" y="4589014"/>
                  <a:pt x="7879953" y="4588669"/>
                  <a:pt x="7876547" y="4588669"/>
                </a:cubicBezTo>
                <a:cubicBezTo>
                  <a:pt x="7849302" y="4588669"/>
                  <a:pt x="7827215" y="4610756"/>
                  <a:pt x="7827215" y="4638001"/>
                </a:cubicBezTo>
                <a:cubicBezTo>
                  <a:pt x="7827215" y="4648218"/>
                  <a:pt x="7830321" y="4657709"/>
                  <a:pt x="7835640" y="4665583"/>
                </a:cubicBezTo>
                <a:lnTo>
                  <a:pt x="7838276" y="4668777"/>
                </a:lnTo>
                <a:lnTo>
                  <a:pt x="7831896" y="4670757"/>
                </a:lnTo>
                <a:cubicBezTo>
                  <a:pt x="7814190" y="4678246"/>
                  <a:pt x="7801766" y="4695778"/>
                  <a:pt x="7801766" y="4716212"/>
                </a:cubicBezTo>
                <a:cubicBezTo>
                  <a:pt x="7801766" y="4736646"/>
                  <a:pt x="7814190" y="4754178"/>
                  <a:pt x="7831896" y="4761667"/>
                </a:cubicBezTo>
                <a:lnTo>
                  <a:pt x="7838908" y="4763844"/>
                </a:lnTo>
                <a:lnTo>
                  <a:pt x="7835640" y="4767804"/>
                </a:lnTo>
                <a:cubicBezTo>
                  <a:pt x="7830321" y="4775677"/>
                  <a:pt x="7827215" y="4785169"/>
                  <a:pt x="7827215" y="4795386"/>
                </a:cubicBezTo>
                <a:cubicBezTo>
                  <a:pt x="7827215" y="4822631"/>
                  <a:pt x="7849302" y="4844717"/>
                  <a:pt x="7876547" y="4844717"/>
                </a:cubicBezTo>
                <a:cubicBezTo>
                  <a:pt x="7879953" y="4844717"/>
                  <a:pt x="7883278" y="4844372"/>
                  <a:pt x="7886489" y="4843715"/>
                </a:cubicBezTo>
                <a:lnTo>
                  <a:pt x="7895427" y="4840941"/>
                </a:lnTo>
                <a:lnTo>
                  <a:pt x="7895079" y="4844398"/>
                </a:lnTo>
                <a:cubicBezTo>
                  <a:pt x="7895079" y="4871643"/>
                  <a:pt x="7917165" y="4893730"/>
                  <a:pt x="7944411" y="4893730"/>
                </a:cubicBezTo>
                <a:close/>
                <a:moveTo>
                  <a:pt x="7235159" y="4893730"/>
                </a:moveTo>
                <a:cubicBezTo>
                  <a:pt x="7248781" y="4893730"/>
                  <a:pt x="7261114" y="4888208"/>
                  <a:pt x="7270041" y="4879281"/>
                </a:cubicBezTo>
                <a:lnTo>
                  <a:pt x="7275688" y="4872437"/>
                </a:lnTo>
                <a:lnTo>
                  <a:pt x="7281335" y="4879281"/>
                </a:lnTo>
                <a:cubicBezTo>
                  <a:pt x="7290262" y="4888208"/>
                  <a:pt x="7302595" y="4893730"/>
                  <a:pt x="7316218" y="4893730"/>
                </a:cubicBezTo>
                <a:cubicBezTo>
                  <a:pt x="7343463" y="4893730"/>
                  <a:pt x="7365550" y="4871643"/>
                  <a:pt x="7365550" y="4844398"/>
                </a:cubicBezTo>
                <a:lnTo>
                  <a:pt x="7365201" y="4840941"/>
                </a:lnTo>
                <a:lnTo>
                  <a:pt x="7374139" y="4843715"/>
                </a:lnTo>
                <a:cubicBezTo>
                  <a:pt x="7377351" y="4844372"/>
                  <a:pt x="7380676" y="4844717"/>
                  <a:pt x="7384081" y="4844717"/>
                </a:cubicBezTo>
                <a:cubicBezTo>
                  <a:pt x="7411327" y="4844717"/>
                  <a:pt x="7433413" y="4822631"/>
                  <a:pt x="7433413" y="4795386"/>
                </a:cubicBezTo>
                <a:cubicBezTo>
                  <a:pt x="7433413" y="4785169"/>
                  <a:pt x="7430307" y="4775677"/>
                  <a:pt x="7424988" y="4767804"/>
                </a:cubicBezTo>
                <a:lnTo>
                  <a:pt x="7421721" y="4763844"/>
                </a:lnTo>
                <a:lnTo>
                  <a:pt x="7428733" y="4761667"/>
                </a:lnTo>
                <a:cubicBezTo>
                  <a:pt x="7446439" y="4754178"/>
                  <a:pt x="7458862" y="4736646"/>
                  <a:pt x="7458862" y="4716212"/>
                </a:cubicBezTo>
                <a:cubicBezTo>
                  <a:pt x="7458862" y="4695778"/>
                  <a:pt x="7446439" y="4678246"/>
                  <a:pt x="7428733" y="4670757"/>
                </a:cubicBezTo>
                <a:lnTo>
                  <a:pt x="7422353" y="4668777"/>
                </a:lnTo>
                <a:lnTo>
                  <a:pt x="7424988" y="4665583"/>
                </a:lnTo>
                <a:cubicBezTo>
                  <a:pt x="7430307" y="4657709"/>
                  <a:pt x="7433413" y="4648218"/>
                  <a:pt x="7433413" y="4638001"/>
                </a:cubicBezTo>
                <a:cubicBezTo>
                  <a:pt x="7433413" y="4610756"/>
                  <a:pt x="7411327" y="4588669"/>
                  <a:pt x="7384081" y="4588669"/>
                </a:cubicBezTo>
                <a:cubicBezTo>
                  <a:pt x="7378973" y="4588669"/>
                  <a:pt x="7374046" y="4589446"/>
                  <a:pt x="7369412" y="4590887"/>
                </a:cubicBezTo>
                <a:lnTo>
                  <a:pt x="7365152" y="4592935"/>
                </a:lnTo>
                <a:lnTo>
                  <a:pt x="7365550" y="4588989"/>
                </a:lnTo>
                <a:cubicBezTo>
                  <a:pt x="7365550" y="4561743"/>
                  <a:pt x="7343463" y="4539657"/>
                  <a:pt x="7316218" y="4539657"/>
                </a:cubicBezTo>
                <a:cubicBezTo>
                  <a:pt x="7302595" y="4539657"/>
                  <a:pt x="7290263" y="4545179"/>
                  <a:pt x="7281335" y="4554106"/>
                </a:cubicBezTo>
                <a:lnTo>
                  <a:pt x="7275688" y="4560950"/>
                </a:lnTo>
                <a:lnTo>
                  <a:pt x="7270042" y="4554106"/>
                </a:lnTo>
                <a:cubicBezTo>
                  <a:pt x="7261114" y="4545179"/>
                  <a:pt x="7248781" y="4539657"/>
                  <a:pt x="7235159" y="4539657"/>
                </a:cubicBezTo>
                <a:cubicBezTo>
                  <a:pt x="7207913" y="4539657"/>
                  <a:pt x="7185827" y="4561743"/>
                  <a:pt x="7185827" y="4588989"/>
                </a:cubicBezTo>
                <a:lnTo>
                  <a:pt x="7186175" y="4592446"/>
                </a:lnTo>
                <a:lnTo>
                  <a:pt x="7177237" y="4589671"/>
                </a:lnTo>
                <a:cubicBezTo>
                  <a:pt x="7174026" y="4589014"/>
                  <a:pt x="7170701" y="4588669"/>
                  <a:pt x="7167295" y="4588669"/>
                </a:cubicBezTo>
                <a:cubicBezTo>
                  <a:pt x="7140050" y="4588669"/>
                  <a:pt x="7117963" y="4610756"/>
                  <a:pt x="7117963" y="4638001"/>
                </a:cubicBezTo>
                <a:cubicBezTo>
                  <a:pt x="7117963" y="4648218"/>
                  <a:pt x="7121069" y="4657709"/>
                  <a:pt x="7126388" y="4665583"/>
                </a:cubicBezTo>
                <a:lnTo>
                  <a:pt x="7129024" y="4668777"/>
                </a:lnTo>
                <a:lnTo>
                  <a:pt x="7122644" y="4670757"/>
                </a:lnTo>
                <a:cubicBezTo>
                  <a:pt x="7104938" y="4678246"/>
                  <a:pt x="7092514" y="4695778"/>
                  <a:pt x="7092514" y="4716212"/>
                </a:cubicBezTo>
                <a:cubicBezTo>
                  <a:pt x="7092514" y="4736646"/>
                  <a:pt x="7104938" y="4754178"/>
                  <a:pt x="7122644" y="4761667"/>
                </a:cubicBezTo>
                <a:lnTo>
                  <a:pt x="7129656" y="4763844"/>
                </a:lnTo>
                <a:lnTo>
                  <a:pt x="7126388" y="4767804"/>
                </a:lnTo>
                <a:cubicBezTo>
                  <a:pt x="7121069" y="4775677"/>
                  <a:pt x="7117963" y="4785169"/>
                  <a:pt x="7117963" y="4795386"/>
                </a:cubicBezTo>
                <a:cubicBezTo>
                  <a:pt x="7117963" y="4822631"/>
                  <a:pt x="7140050" y="4844717"/>
                  <a:pt x="7167295" y="4844717"/>
                </a:cubicBezTo>
                <a:cubicBezTo>
                  <a:pt x="7170701" y="4844717"/>
                  <a:pt x="7174026" y="4844372"/>
                  <a:pt x="7177237" y="4843715"/>
                </a:cubicBezTo>
                <a:lnTo>
                  <a:pt x="7186175" y="4840941"/>
                </a:lnTo>
                <a:lnTo>
                  <a:pt x="7185827" y="4844398"/>
                </a:lnTo>
                <a:cubicBezTo>
                  <a:pt x="7185827" y="4871643"/>
                  <a:pt x="7207913" y="4893730"/>
                  <a:pt x="7235159" y="4893730"/>
                </a:cubicBezTo>
                <a:close/>
                <a:moveTo>
                  <a:pt x="6525907" y="4893730"/>
                </a:moveTo>
                <a:cubicBezTo>
                  <a:pt x="6539529" y="4893730"/>
                  <a:pt x="6551862" y="4888208"/>
                  <a:pt x="6560789" y="4879281"/>
                </a:cubicBezTo>
                <a:lnTo>
                  <a:pt x="6566436" y="4872437"/>
                </a:lnTo>
                <a:lnTo>
                  <a:pt x="6572083" y="4879281"/>
                </a:lnTo>
                <a:cubicBezTo>
                  <a:pt x="6581010" y="4888208"/>
                  <a:pt x="6593343" y="4893730"/>
                  <a:pt x="6606966" y="4893730"/>
                </a:cubicBezTo>
                <a:cubicBezTo>
                  <a:pt x="6634211" y="4893730"/>
                  <a:pt x="6656298" y="4871643"/>
                  <a:pt x="6656298" y="4844398"/>
                </a:cubicBezTo>
                <a:lnTo>
                  <a:pt x="6655949" y="4840941"/>
                </a:lnTo>
                <a:lnTo>
                  <a:pt x="6664887" y="4843715"/>
                </a:lnTo>
                <a:cubicBezTo>
                  <a:pt x="6668099" y="4844372"/>
                  <a:pt x="6671424" y="4844717"/>
                  <a:pt x="6674829" y="4844717"/>
                </a:cubicBezTo>
                <a:cubicBezTo>
                  <a:pt x="6702075" y="4844717"/>
                  <a:pt x="6724161" y="4822631"/>
                  <a:pt x="6724161" y="4795386"/>
                </a:cubicBezTo>
                <a:cubicBezTo>
                  <a:pt x="6724161" y="4785169"/>
                  <a:pt x="6721055" y="4775677"/>
                  <a:pt x="6715736" y="4767804"/>
                </a:cubicBezTo>
                <a:lnTo>
                  <a:pt x="6712469" y="4763844"/>
                </a:lnTo>
                <a:lnTo>
                  <a:pt x="6719481" y="4761667"/>
                </a:lnTo>
                <a:cubicBezTo>
                  <a:pt x="6737187" y="4754178"/>
                  <a:pt x="6749610" y="4736646"/>
                  <a:pt x="6749610" y="4716212"/>
                </a:cubicBezTo>
                <a:cubicBezTo>
                  <a:pt x="6749610" y="4695778"/>
                  <a:pt x="6737187" y="4678246"/>
                  <a:pt x="6719481" y="4670757"/>
                </a:cubicBezTo>
                <a:lnTo>
                  <a:pt x="6713101" y="4668777"/>
                </a:lnTo>
                <a:lnTo>
                  <a:pt x="6715736" y="4665583"/>
                </a:lnTo>
                <a:cubicBezTo>
                  <a:pt x="6721055" y="4657709"/>
                  <a:pt x="6724161" y="4648218"/>
                  <a:pt x="6724161" y="4638001"/>
                </a:cubicBezTo>
                <a:cubicBezTo>
                  <a:pt x="6724161" y="4610756"/>
                  <a:pt x="6702075" y="4588669"/>
                  <a:pt x="6674829" y="4588669"/>
                </a:cubicBezTo>
                <a:cubicBezTo>
                  <a:pt x="6669721" y="4588669"/>
                  <a:pt x="6664794" y="4589446"/>
                  <a:pt x="6660160" y="4590887"/>
                </a:cubicBezTo>
                <a:lnTo>
                  <a:pt x="6655900" y="4592935"/>
                </a:lnTo>
                <a:lnTo>
                  <a:pt x="6656298" y="4588989"/>
                </a:lnTo>
                <a:cubicBezTo>
                  <a:pt x="6656298" y="4561743"/>
                  <a:pt x="6634211" y="4539657"/>
                  <a:pt x="6606966" y="4539657"/>
                </a:cubicBezTo>
                <a:cubicBezTo>
                  <a:pt x="6593343" y="4539657"/>
                  <a:pt x="6581011" y="4545179"/>
                  <a:pt x="6572083" y="4554106"/>
                </a:cubicBezTo>
                <a:lnTo>
                  <a:pt x="6566436" y="4560950"/>
                </a:lnTo>
                <a:lnTo>
                  <a:pt x="6560790" y="4554106"/>
                </a:lnTo>
                <a:cubicBezTo>
                  <a:pt x="6551862" y="4545179"/>
                  <a:pt x="6539529" y="4539657"/>
                  <a:pt x="6525907" y="4539657"/>
                </a:cubicBezTo>
                <a:cubicBezTo>
                  <a:pt x="6498661" y="4539657"/>
                  <a:pt x="6476575" y="4561743"/>
                  <a:pt x="6476575" y="4588989"/>
                </a:cubicBezTo>
                <a:lnTo>
                  <a:pt x="6476923" y="4592446"/>
                </a:lnTo>
                <a:lnTo>
                  <a:pt x="6467985" y="4589671"/>
                </a:lnTo>
                <a:cubicBezTo>
                  <a:pt x="6464774" y="4589014"/>
                  <a:pt x="6461449" y="4588669"/>
                  <a:pt x="6458043" y="4588669"/>
                </a:cubicBezTo>
                <a:cubicBezTo>
                  <a:pt x="6430798" y="4588669"/>
                  <a:pt x="6408711" y="4610756"/>
                  <a:pt x="6408711" y="4638001"/>
                </a:cubicBezTo>
                <a:cubicBezTo>
                  <a:pt x="6408711" y="4648218"/>
                  <a:pt x="6411817" y="4657709"/>
                  <a:pt x="6417136" y="4665583"/>
                </a:cubicBezTo>
                <a:lnTo>
                  <a:pt x="6419772" y="4668777"/>
                </a:lnTo>
                <a:lnTo>
                  <a:pt x="6413392" y="4670757"/>
                </a:lnTo>
                <a:cubicBezTo>
                  <a:pt x="6395686" y="4678246"/>
                  <a:pt x="6383262" y="4695778"/>
                  <a:pt x="6383262" y="4716212"/>
                </a:cubicBezTo>
                <a:cubicBezTo>
                  <a:pt x="6383262" y="4736646"/>
                  <a:pt x="6395686" y="4754178"/>
                  <a:pt x="6413392" y="4761667"/>
                </a:cubicBezTo>
                <a:lnTo>
                  <a:pt x="6420404" y="4763844"/>
                </a:lnTo>
                <a:lnTo>
                  <a:pt x="6417136" y="4767804"/>
                </a:lnTo>
                <a:cubicBezTo>
                  <a:pt x="6411817" y="4775677"/>
                  <a:pt x="6408711" y="4785169"/>
                  <a:pt x="6408711" y="4795386"/>
                </a:cubicBezTo>
                <a:cubicBezTo>
                  <a:pt x="6408711" y="4822631"/>
                  <a:pt x="6430798" y="4844717"/>
                  <a:pt x="6458043" y="4844717"/>
                </a:cubicBezTo>
                <a:cubicBezTo>
                  <a:pt x="6461449" y="4844717"/>
                  <a:pt x="6464774" y="4844372"/>
                  <a:pt x="6467985" y="4843715"/>
                </a:cubicBezTo>
                <a:lnTo>
                  <a:pt x="6476923" y="4840941"/>
                </a:lnTo>
                <a:lnTo>
                  <a:pt x="6476575" y="4844398"/>
                </a:lnTo>
                <a:cubicBezTo>
                  <a:pt x="6476575" y="4871643"/>
                  <a:pt x="6498661" y="4893730"/>
                  <a:pt x="6525907" y="4893730"/>
                </a:cubicBezTo>
                <a:close/>
                <a:moveTo>
                  <a:pt x="5816655" y="4893730"/>
                </a:moveTo>
                <a:cubicBezTo>
                  <a:pt x="5830277" y="4893730"/>
                  <a:pt x="5842610" y="4888208"/>
                  <a:pt x="5851537" y="4879281"/>
                </a:cubicBezTo>
                <a:lnTo>
                  <a:pt x="5857184" y="4872437"/>
                </a:lnTo>
                <a:lnTo>
                  <a:pt x="5862831" y="4879281"/>
                </a:lnTo>
                <a:cubicBezTo>
                  <a:pt x="5871758" y="4888208"/>
                  <a:pt x="5884091" y="4893730"/>
                  <a:pt x="5897714" y="4893730"/>
                </a:cubicBezTo>
                <a:cubicBezTo>
                  <a:pt x="5924959" y="4893730"/>
                  <a:pt x="5947046" y="4871643"/>
                  <a:pt x="5947046" y="4844398"/>
                </a:cubicBezTo>
                <a:lnTo>
                  <a:pt x="5946697" y="4840941"/>
                </a:lnTo>
                <a:lnTo>
                  <a:pt x="5955635" y="4843715"/>
                </a:lnTo>
                <a:cubicBezTo>
                  <a:pt x="5958847" y="4844372"/>
                  <a:pt x="5962172" y="4844717"/>
                  <a:pt x="5965577" y="4844717"/>
                </a:cubicBezTo>
                <a:cubicBezTo>
                  <a:pt x="5992823" y="4844717"/>
                  <a:pt x="6014909" y="4822631"/>
                  <a:pt x="6014909" y="4795386"/>
                </a:cubicBezTo>
                <a:cubicBezTo>
                  <a:pt x="6014909" y="4785169"/>
                  <a:pt x="6011803" y="4775677"/>
                  <a:pt x="6006484" y="4767804"/>
                </a:cubicBezTo>
                <a:lnTo>
                  <a:pt x="6003217" y="4763844"/>
                </a:lnTo>
                <a:lnTo>
                  <a:pt x="6010229" y="4761667"/>
                </a:lnTo>
                <a:cubicBezTo>
                  <a:pt x="6027935" y="4754178"/>
                  <a:pt x="6040358" y="4736646"/>
                  <a:pt x="6040358" y="4716212"/>
                </a:cubicBezTo>
                <a:cubicBezTo>
                  <a:pt x="6040358" y="4695778"/>
                  <a:pt x="6027935" y="4678246"/>
                  <a:pt x="6010229" y="4670757"/>
                </a:cubicBezTo>
                <a:lnTo>
                  <a:pt x="6003849" y="4668777"/>
                </a:lnTo>
                <a:lnTo>
                  <a:pt x="6006484" y="4665583"/>
                </a:lnTo>
                <a:cubicBezTo>
                  <a:pt x="6011803" y="4657709"/>
                  <a:pt x="6014909" y="4648218"/>
                  <a:pt x="6014909" y="4638001"/>
                </a:cubicBezTo>
                <a:cubicBezTo>
                  <a:pt x="6014909" y="4610756"/>
                  <a:pt x="5992823" y="4588669"/>
                  <a:pt x="5965577" y="4588669"/>
                </a:cubicBezTo>
                <a:cubicBezTo>
                  <a:pt x="5960469" y="4588669"/>
                  <a:pt x="5955542" y="4589446"/>
                  <a:pt x="5950908" y="4590887"/>
                </a:cubicBezTo>
                <a:lnTo>
                  <a:pt x="5946648" y="4592935"/>
                </a:lnTo>
                <a:lnTo>
                  <a:pt x="5947046" y="4588989"/>
                </a:lnTo>
                <a:cubicBezTo>
                  <a:pt x="5947046" y="4561743"/>
                  <a:pt x="5924959" y="4539657"/>
                  <a:pt x="5897714" y="4539657"/>
                </a:cubicBezTo>
                <a:cubicBezTo>
                  <a:pt x="5884091" y="4539657"/>
                  <a:pt x="5871759" y="4545179"/>
                  <a:pt x="5862831" y="4554106"/>
                </a:cubicBezTo>
                <a:lnTo>
                  <a:pt x="5857184" y="4560950"/>
                </a:lnTo>
                <a:lnTo>
                  <a:pt x="5851538" y="4554106"/>
                </a:lnTo>
                <a:cubicBezTo>
                  <a:pt x="5842610" y="4545179"/>
                  <a:pt x="5830277" y="4539657"/>
                  <a:pt x="5816655" y="4539657"/>
                </a:cubicBezTo>
                <a:cubicBezTo>
                  <a:pt x="5789409" y="4539657"/>
                  <a:pt x="5767323" y="4561743"/>
                  <a:pt x="5767323" y="4588989"/>
                </a:cubicBezTo>
                <a:lnTo>
                  <a:pt x="5767671" y="4592446"/>
                </a:lnTo>
                <a:lnTo>
                  <a:pt x="5758733" y="4589671"/>
                </a:lnTo>
                <a:cubicBezTo>
                  <a:pt x="5755522" y="4589014"/>
                  <a:pt x="5752197" y="4588669"/>
                  <a:pt x="5748791" y="4588669"/>
                </a:cubicBezTo>
                <a:cubicBezTo>
                  <a:pt x="5721546" y="4588669"/>
                  <a:pt x="5699459" y="4610756"/>
                  <a:pt x="5699459" y="4638001"/>
                </a:cubicBezTo>
                <a:cubicBezTo>
                  <a:pt x="5699459" y="4648218"/>
                  <a:pt x="5702565" y="4657709"/>
                  <a:pt x="5707884" y="4665583"/>
                </a:cubicBezTo>
                <a:lnTo>
                  <a:pt x="5710520" y="4668777"/>
                </a:lnTo>
                <a:lnTo>
                  <a:pt x="5704140" y="4670757"/>
                </a:lnTo>
                <a:cubicBezTo>
                  <a:pt x="5686434" y="4678246"/>
                  <a:pt x="5674010" y="4695778"/>
                  <a:pt x="5674010" y="4716212"/>
                </a:cubicBezTo>
                <a:cubicBezTo>
                  <a:pt x="5674010" y="4736646"/>
                  <a:pt x="5686434" y="4754178"/>
                  <a:pt x="5704140" y="4761667"/>
                </a:cubicBezTo>
                <a:lnTo>
                  <a:pt x="5711152" y="4763844"/>
                </a:lnTo>
                <a:lnTo>
                  <a:pt x="5707884" y="4767804"/>
                </a:lnTo>
                <a:cubicBezTo>
                  <a:pt x="5702565" y="4775677"/>
                  <a:pt x="5699459" y="4785169"/>
                  <a:pt x="5699459" y="4795386"/>
                </a:cubicBezTo>
                <a:cubicBezTo>
                  <a:pt x="5699459" y="4822631"/>
                  <a:pt x="5721546" y="4844717"/>
                  <a:pt x="5748791" y="4844717"/>
                </a:cubicBezTo>
                <a:cubicBezTo>
                  <a:pt x="5752197" y="4844717"/>
                  <a:pt x="5755522" y="4844372"/>
                  <a:pt x="5758733" y="4843715"/>
                </a:cubicBezTo>
                <a:lnTo>
                  <a:pt x="5767671" y="4840941"/>
                </a:lnTo>
                <a:lnTo>
                  <a:pt x="5767323" y="4844398"/>
                </a:lnTo>
                <a:cubicBezTo>
                  <a:pt x="5767323" y="4871643"/>
                  <a:pt x="5789409" y="4893730"/>
                  <a:pt x="5816655" y="4893730"/>
                </a:cubicBezTo>
                <a:close/>
                <a:moveTo>
                  <a:pt x="5107403" y="4893730"/>
                </a:moveTo>
                <a:cubicBezTo>
                  <a:pt x="5121025" y="4893730"/>
                  <a:pt x="5133358" y="4888208"/>
                  <a:pt x="5142285" y="4879281"/>
                </a:cubicBezTo>
                <a:lnTo>
                  <a:pt x="5147932" y="4872437"/>
                </a:lnTo>
                <a:lnTo>
                  <a:pt x="5153579" y="4879281"/>
                </a:lnTo>
                <a:cubicBezTo>
                  <a:pt x="5162506" y="4888208"/>
                  <a:pt x="5174839" y="4893730"/>
                  <a:pt x="5188462" y="4893730"/>
                </a:cubicBezTo>
                <a:cubicBezTo>
                  <a:pt x="5215707" y="4893730"/>
                  <a:pt x="5237794" y="4871643"/>
                  <a:pt x="5237794" y="4844398"/>
                </a:cubicBezTo>
                <a:lnTo>
                  <a:pt x="5237445" y="4840941"/>
                </a:lnTo>
                <a:lnTo>
                  <a:pt x="5246383" y="4843715"/>
                </a:lnTo>
                <a:cubicBezTo>
                  <a:pt x="5249595" y="4844372"/>
                  <a:pt x="5252920" y="4844717"/>
                  <a:pt x="5256325" y="4844717"/>
                </a:cubicBezTo>
                <a:cubicBezTo>
                  <a:pt x="5283571" y="4844717"/>
                  <a:pt x="5305657" y="4822631"/>
                  <a:pt x="5305657" y="4795386"/>
                </a:cubicBezTo>
                <a:cubicBezTo>
                  <a:pt x="5305657" y="4785169"/>
                  <a:pt x="5302551" y="4775677"/>
                  <a:pt x="5297232" y="4767804"/>
                </a:cubicBezTo>
                <a:lnTo>
                  <a:pt x="5293965" y="4763844"/>
                </a:lnTo>
                <a:lnTo>
                  <a:pt x="5300977" y="4761667"/>
                </a:lnTo>
                <a:cubicBezTo>
                  <a:pt x="5318683" y="4754178"/>
                  <a:pt x="5331106" y="4736646"/>
                  <a:pt x="5331106" y="4716212"/>
                </a:cubicBezTo>
                <a:cubicBezTo>
                  <a:pt x="5331106" y="4695778"/>
                  <a:pt x="5318683" y="4678246"/>
                  <a:pt x="5300977" y="4670757"/>
                </a:cubicBezTo>
                <a:lnTo>
                  <a:pt x="5294597" y="4668777"/>
                </a:lnTo>
                <a:lnTo>
                  <a:pt x="5297232" y="4665583"/>
                </a:lnTo>
                <a:cubicBezTo>
                  <a:pt x="5302551" y="4657709"/>
                  <a:pt x="5305657" y="4648218"/>
                  <a:pt x="5305657" y="4638001"/>
                </a:cubicBezTo>
                <a:cubicBezTo>
                  <a:pt x="5305657" y="4610756"/>
                  <a:pt x="5283571" y="4588669"/>
                  <a:pt x="5256325" y="4588669"/>
                </a:cubicBezTo>
                <a:cubicBezTo>
                  <a:pt x="5251217" y="4588669"/>
                  <a:pt x="5246290" y="4589446"/>
                  <a:pt x="5241656" y="4590887"/>
                </a:cubicBezTo>
                <a:lnTo>
                  <a:pt x="5237396" y="4592935"/>
                </a:lnTo>
                <a:lnTo>
                  <a:pt x="5237794" y="4588989"/>
                </a:lnTo>
                <a:cubicBezTo>
                  <a:pt x="5237794" y="4561743"/>
                  <a:pt x="5215707" y="4539657"/>
                  <a:pt x="5188462" y="4539657"/>
                </a:cubicBezTo>
                <a:cubicBezTo>
                  <a:pt x="5174839" y="4539657"/>
                  <a:pt x="5162507" y="4545179"/>
                  <a:pt x="5153579" y="4554106"/>
                </a:cubicBezTo>
                <a:lnTo>
                  <a:pt x="5147932" y="4560950"/>
                </a:lnTo>
                <a:lnTo>
                  <a:pt x="5142286" y="4554106"/>
                </a:lnTo>
                <a:cubicBezTo>
                  <a:pt x="5133358" y="4545179"/>
                  <a:pt x="5121025" y="4539657"/>
                  <a:pt x="5107403" y="4539657"/>
                </a:cubicBezTo>
                <a:cubicBezTo>
                  <a:pt x="5080157" y="4539657"/>
                  <a:pt x="5058071" y="4561743"/>
                  <a:pt x="5058071" y="4588989"/>
                </a:cubicBezTo>
                <a:lnTo>
                  <a:pt x="5058419" y="4592446"/>
                </a:lnTo>
                <a:lnTo>
                  <a:pt x="5049481" y="4589671"/>
                </a:lnTo>
                <a:cubicBezTo>
                  <a:pt x="5046270" y="4589014"/>
                  <a:pt x="5042945" y="4588669"/>
                  <a:pt x="5039539" y="4588669"/>
                </a:cubicBezTo>
                <a:cubicBezTo>
                  <a:pt x="5012294" y="4588669"/>
                  <a:pt x="4990207" y="4610756"/>
                  <a:pt x="4990207" y="4638001"/>
                </a:cubicBezTo>
                <a:cubicBezTo>
                  <a:pt x="4990207" y="4648218"/>
                  <a:pt x="4993313" y="4657709"/>
                  <a:pt x="4998632" y="4665583"/>
                </a:cubicBezTo>
                <a:lnTo>
                  <a:pt x="5001268" y="4668777"/>
                </a:lnTo>
                <a:lnTo>
                  <a:pt x="4994888" y="4670757"/>
                </a:lnTo>
                <a:cubicBezTo>
                  <a:pt x="4977182" y="4678246"/>
                  <a:pt x="4964758" y="4695778"/>
                  <a:pt x="4964758" y="4716212"/>
                </a:cubicBezTo>
                <a:cubicBezTo>
                  <a:pt x="4964758" y="4736646"/>
                  <a:pt x="4977182" y="4754178"/>
                  <a:pt x="4994888" y="4761667"/>
                </a:cubicBezTo>
                <a:lnTo>
                  <a:pt x="5001900" y="4763844"/>
                </a:lnTo>
                <a:lnTo>
                  <a:pt x="4998632" y="4767804"/>
                </a:lnTo>
                <a:cubicBezTo>
                  <a:pt x="4993313" y="4775677"/>
                  <a:pt x="4990207" y="4785169"/>
                  <a:pt x="4990207" y="4795386"/>
                </a:cubicBezTo>
                <a:cubicBezTo>
                  <a:pt x="4990207" y="4822631"/>
                  <a:pt x="5012294" y="4844717"/>
                  <a:pt x="5039539" y="4844717"/>
                </a:cubicBezTo>
                <a:cubicBezTo>
                  <a:pt x="5042945" y="4844717"/>
                  <a:pt x="5046270" y="4844372"/>
                  <a:pt x="5049481" y="4843715"/>
                </a:cubicBezTo>
                <a:lnTo>
                  <a:pt x="5058419" y="4840941"/>
                </a:lnTo>
                <a:lnTo>
                  <a:pt x="5058071" y="4844398"/>
                </a:lnTo>
                <a:cubicBezTo>
                  <a:pt x="5058071" y="4871643"/>
                  <a:pt x="5080157" y="4893730"/>
                  <a:pt x="5107403" y="4893730"/>
                </a:cubicBezTo>
                <a:close/>
                <a:moveTo>
                  <a:pt x="4398151" y="4893730"/>
                </a:moveTo>
                <a:cubicBezTo>
                  <a:pt x="4411773" y="4893730"/>
                  <a:pt x="4424106" y="4888208"/>
                  <a:pt x="4433033" y="4879281"/>
                </a:cubicBezTo>
                <a:lnTo>
                  <a:pt x="4438680" y="4872437"/>
                </a:lnTo>
                <a:lnTo>
                  <a:pt x="4444327" y="4879281"/>
                </a:lnTo>
                <a:cubicBezTo>
                  <a:pt x="4453254" y="4888208"/>
                  <a:pt x="4465587" y="4893730"/>
                  <a:pt x="4479210" y="4893730"/>
                </a:cubicBezTo>
                <a:cubicBezTo>
                  <a:pt x="4506455" y="4893730"/>
                  <a:pt x="4528542" y="4871643"/>
                  <a:pt x="4528542" y="4844398"/>
                </a:cubicBezTo>
                <a:lnTo>
                  <a:pt x="4528193" y="4840941"/>
                </a:lnTo>
                <a:lnTo>
                  <a:pt x="4537131" y="4843715"/>
                </a:lnTo>
                <a:cubicBezTo>
                  <a:pt x="4540343" y="4844372"/>
                  <a:pt x="4543668" y="4844717"/>
                  <a:pt x="4547073" y="4844717"/>
                </a:cubicBezTo>
                <a:cubicBezTo>
                  <a:pt x="4574319" y="4844717"/>
                  <a:pt x="4596405" y="4822631"/>
                  <a:pt x="4596405" y="4795386"/>
                </a:cubicBezTo>
                <a:cubicBezTo>
                  <a:pt x="4596405" y="4785169"/>
                  <a:pt x="4593299" y="4775677"/>
                  <a:pt x="4587980" y="4767804"/>
                </a:cubicBezTo>
                <a:lnTo>
                  <a:pt x="4584713" y="4763844"/>
                </a:lnTo>
                <a:lnTo>
                  <a:pt x="4591725" y="4761667"/>
                </a:lnTo>
                <a:cubicBezTo>
                  <a:pt x="4609431" y="4754178"/>
                  <a:pt x="4621854" y="4736646"/>
                  <a:pt x="4621854" y="4716212"/>
                </a:cubicBezTo>
                <a:cubicBezTo>
                  <a:pt x="4621854" y="4695778"/>
                  <a:pt x="4609431" y="4678246"/>
                  <a:pt x="4591725" y="4670757"/>
                </a:cubicBezTo>
                <a:lnTo>
                  <a:pt x="4585345" y="4668777"/>
                </a:lnTo>
                <a:lnTo>
                  <a:pt x="4587980" y="4665583"/>
                </a:lnTo>
                <a:cubicBezTo>
                  <a:pt x="4593299" y="4657709"/>
                  <a:pt x="4596405" y="4648218"/>
                  <a:pt x="4596405" y="4638001"/>
                </a:cubicBezTo>
                <a:cubicBezTo>
                  <a:pt x="4596405" y="4610756"/>
                  <a:pt x="4574319" y="4588669"/>
                  <a:pt x="4547073" y="4588669"/>
                </a:cubicBezTo>
                <a:cubicBezTo>
                  <a:pt x="4541965" y="4588669"/>
                  <a:pt x="4537038" y="4589446"/>
                  <a:pt x="4532404" y="4590887"/>
                </a:cubicBezTo>
                <a:lnTo>
                  <a:pt x="4528144" y="4592935"/>
                </a:lnTo>
                <a:lnTo>
                  <a:pt x="4528542" y="4588989"/>
                </a:lnTo>
                <a:cubicBezTo>
                  <a:pt x="4528542" y="4561743"/>
                  <a:pt x="4506455" y="4539657"/>
                  <a:pt x="4479210" y="4539657"/>
                </a:cubicBezTo>
                <a:cubicBezTo>
                  <a:pt x="4465587" y="4539657"/>
                  <a:pt x="4453255" y="4545179"/>
                  <a:pt x="4444327" y="4554106"/>
                </a:cubicBezTo>
                <a:lnTo>
                  <a:pt x="4438680" y="4560950"/>
                </a:lnTo>
                <a:lnTo>
                  <a:pt x="4433034" y="4554106"/>
                </a:lnTo>
                <a:cubicBezTo>
                  <a:pt x="4424106" y="4545179"/>
                  <a:pt x="4411773" y="4539657"/>
                  <a:pt x="4398151" y="4539657"/>
                </a:cubicBezTo>
                <a:cubicBezTo>
                  <a:pt x="4370905" y="4539657"/>
                  <a:pt x="4348819" y="4561743"/>
                  <a:pt x="4348819" y="4588989"/>
                </a:cubicBezTo>
                <a:lnTo>
                  <a:pt x="4349167" y="4592446"/>
                </a:lnTo>
                <a:lnTo>
                  <a:pt x="4340229" y="4589671"/>
                </a:lnTo>
                <a:cubicBezTo>
                  <a:pt x="4337018" y="4589014"/>
                  <a:pt x="4333693" y="4588669"/>
                  <a:pt x="4330287" y="4588669"/>
                </a:cubicBezTo>
                <a:cubicBezTo>
                  <a:pt x="4303042" y="4588669"/>
                  <a:pt x="4280955" y="4610756"/>
                  <a:pt x="4280955" y="4638001"/>
                </a:cubicBezTo>
                <a:cubicBezTo>
                  <a:pt x="4280955" y="4648218"/>
                  <a:pt x="4284061" y="4657709"/>
                  <a:pt x="4289380" y="4665583"/>
                </a:cubicBezTo>
                <a:lnTo>
                  <a:pt x="4292016" y="4668777"/>
                </a:lnTo>
                <a:lnTo>
                  <a:pt x="4285636" y="4670757"/>
                </a:lnTo>
                <a:cubicBezTo>
                  <a:pt x="4267930" y="4678246"/>
                  <a:pt x="4255506" y="4695778"/>
                  <a:pt x="4255506" y="4716212"/>
                </a:cubicBezTo>
                <a:cubicBezTo>
                  <a:pt x="4255506" y="4736646"/>
                  <a:pt x="4267930" y="4754178"/>
                  <a:pt x="4285636" y="4761667"/>
                </a:cubicBezTo>
                <a:lnTo>
                  <a:pt x="4292648" y="4763844"/>
                </a:lnTo>
                <a:lnTo>
                  <a:pt x="4289380" y="4767804"/>
                </a:lnTo>
                <a:cubicBezTo>
                  <a:pt x="4284061" y="4775677"/>
                  <a:pt x="4280955" y="4785169"/>
                  <a:pt x="4280955" y="4795386"/>
                </a:cubicBezTo>
                <a:cubicBezTo>
                  <a:pt x="4280955" y="4822631"/>
                  <a:pt x="4303042" y="4844717"/>
                  <a:pt x="4330287" y="4844717"/>
                </a:cubicBezTo>
                <a:cubicBezTo>
                  <a:pt x="4333693" y="4844717"/>
                  <a:pt x="4337018" y="4844372"/>
                  <a:pt x="4340229" y="4843715"/>
                </a:cubicBezTo>
                <a:lnTo>
                  <a:pt x="4349167" y="4840941"/>
                </a:lnTo>
                <a:lnTo>
                  <a:pt x="4348819" y="4844398"/>
                </a:lnTo>
                <a:cubicBezTo>
                  <a:pt x="4348819" y="4871643"/>
                  <a:pt x="4370905" y="4893730"/>
                  <a:pt x="4398151" y="4893730"/>
                </a:cubicBezTo>
                <a:close/>
                <a:moveTo>
                  <a:pt x="3688906" y="4893730"/>
                </a:moveTo>
                <a:cubicBezTo>
                  <a:pt x="3702529" y="4893730"/>
                  <a:pt x="3714861" y="4888208"/>
                  <a:pt x="3723789" y="4879281"/>
                </a:cubicBezTo>
                <a:lnTo>
                  <a:pt x="3729435" y="4872437"/>
                </a:lnTo>
                <a:lnTo>
                  <a:pt x="3735082" y="4879281"/>
                </a:lnTo>
                <a:cubicBezTo>
                  <a:pt x="3744010" y="4888208"/>
                  <a:pt x="3756344" y="4893730"/>
                  <a:pt x="3769966" y="4893730"/>
                </a:cubicBezTo>
                <a:cubicBezTo>
                  <a:pt x="3797211" y="4893730"/>
                  <a:pt x="3819297" y="4871643"/>
                  <a:pt x="3819297" y="4844398"/>
                </a:cubicBezTo>
                <a:lnTo>
                  <a:pt x="3818949" y="4840941"/>
                </a:lnTo>
                <a:lnTo>
                  <a:pt x="3827887" y="4843715"/>
                </a:lnTo>
                <a:cubicBezTo>
                  <a:pt x="3831098" y="4844372"/>
                  <a:pt x="3834423" y="4844717"/>
                  <a:pt x="3837829" y="4844717"/>
                </a:cubicBezTo>
                <a:cubicBezTo>
                  <a:pt x="3865074" y="4844717"/>
                  <a:pt x="3887161" y="4822631"/>
                  <a:pt x="3887161" y="4795386"/>
                </a:cubicBezTo>
                <a:cubicBezTo>
                  <a:pt x="3887161" y="4785169"/>
                  <a:pt x="3884055" y="4775677"/>
                  <a:pt x="3878736" y="4767804"/>
                </a:cubicBezTo>
                <a:lnTo>
                  <a:pt x="3875469" y="4763844"/>
                </a:lnTo>
                <a:lnTo>
                  <a:pt x="3882480" y="4761667"/>
                </a:lnTo>
                <a:cubicBezTo>
                  <a:pt x="3900186" y="4754178"/>
                  <a:pt x="3912610" y="4736646"/>
                  <a:pt x="3912610" y="4716212"/>
                </a:cubicBezTo>
                <a:cubicBezTo>
                  <a:pt x="3912610" y="4695778"/>
                  <a:pt x="3900186" y="4678246"/>
                  <a:pt x="3882480" y="4670757"/>
                </a:cubicBezTo>
                <a:lnTo>
                  <a:pt x="3876100" y="4668777"/>
                </a:lnTo>
                <a:lnTo>
                  <a:pt x="3878736" y="4665583"/>
                </a:lnTo>
                <a:cubicBezTo>
                  <a:pt x="3884055" y="4657709"/>
                  <a:pt x="3887161" y="4648218"/>
                  <a:pt x="3887161" y="4638001"/>
                </a:cubicBezTo>
                <a:cubicBezTo>
                  <a:pt x="3887161" y="4610756"/>
                  <a:pt x="3865074" y="4588669"/>
                  <a:pt x="3837829" y="4588669"/>
                </a:cubicBezTo>
                <a:cubicBezTo>
                  <a:pt x="3832720" y="4588669"/>
                  <a:pt x="3827793" y="4589446"/>
                  <a:pt x="3823160" y="4590887"/>
                </a:cubicBezTo>
                <a:lnTo>
                  <a:pt x="3818900" y="4592935"/>
                </a:lnTo>
                <a:lnTo>
                  <a:pt x="3819297" y="4588989"/>
                </a:lnTo>
                <a:cubicBezTo>
                  <a:pt x="3819297" y="4561743"/>
                  <a:pt x="3797211" y="4539657"/>
                  <a:pt x="3769966" y="4539657"/>
                </a:cubicBezTo>
                <a:cubicBezTo>
                  <a:pt x="3756344" y="4539657"/>
                  <a:pt x="3744010" y="4545179"/>
                  <a:pt x="3735082" y="4554106"/>
                </a:cubicBezTo>
                <a:lnTo>
                  <a:pt x="3729437" y="4560950"/>
                </a:lnTo>
                <a:lnTo>
                  <a:pt x="3723789" y="4554106"/>
                </a:lnTo>
                <a:cubicBezTo>
                  <a:pt x="3714861" y="4545179"/>
                  <a:pt x="3702529" y="4539657"/>
                  <a:pt x="3688906" y="4539657"/>
                </a:cubicBezTo>
                <a:cubicBezTo>
                  <a:pt x="3661661" y="4539657"/>
                  <a:pt x="3639575" y="4561743"/>
                  <a:pt x="3639575" y="4588989"/>
                </a:cubicBezTo>
                <a:lnTo>
                  <a:pt x="3639922" y="4592446"/>
                </a:lnTo>
                <a:lnTo>
                  <a:pt x="3630985" y="4589671"/>
                </a:lnTo>
                <a:cubicBezTo>
                  <a:pt x="3627773" y="4589014"/>
                  <a:pt x="3624449" y="4588669"/>
                  <a:pt x="3621044" y="4588669"/>
                </a:cubicBezTo>
                <a:cubicBezTo>
                  <a:pt x="3593798" y="4588669"/>
                  <a:pt x="3571711" y="4610756"/>
                  <a:pt x="3571711" y="4638001"/>
                </a:cubicBezTo>
                <a:cubicBezTo>
                  <a:pt x="3571711" y="4648218"/>
                  <a:pt x="3574817" y="4657709"/>
                  <a:pt x="3580137" y="4665583"/>
                </a:cubicBezTo>
                <a:lnTo>
                  <a:pt x="3582772" y="4668777"/>
                </a:lnTo>
                <a:lnTo>
                  <a:pt x="3576392" y="4670757"/>
                </a:lnTo>
                <a:cubicBezTo>
                  <a:pt x="3558686" y="4678246"/>
                  <a:pt x="3546263" y="4695778"/>
                  <a:pt x="3546263" y="4716212"/>
                </a:cubicBezTo>
                <a:cubicBezTo>
                  <a:pt x="3546263" y="4736646"/>
                  <a:pt x="3558686" y="4754178"/>
                  <a:pt x="3576392" y="4761667"/>
                </a:cubicBezTo>
                <a:lnTo>
                  <a:pt x="3583404" y="4763844"/>
                </a:lnTo>
                <a:lnTo>
                  <a:pt x="3580137" y="4767804"/>
                </a:lnTo>
                <a:cubicBezTo>
                  <a:pt x="3574817" y="4775677"/>
                  <a:pt x="3571711" y="4785169"/>
                  <a:pt x="3571711" y="4795386"/>
                </a:cubicBezTo>
                <a:cubicBezTo>
                  <a:pt x="3571711" y="4822631"/>
                  <a:pt x="3593798" y="4844717"/>
                  <a:pt x="3621044" y="4844717"/>
                </a:cubicBezTo>
                <a:cubicBezTo>
                  <a:pt x="3624449" y="4844717"/>
                  <a:pt x="3627773" y="4844372"/>
                  <a:pt x="3630986" y="4843715"/>
                </a:cubicBezTo>
                <a:lnTo>
                  <a:pt x="3639922" y="4840941"/>
                </a:lnTo>
                <a:lnTo>
                  <a:pt x="3639575" y="4844398"/>
                </a:lnTo>
                <a:cubicBezTo>
                  <a:pt x="3639575" y="4871643"/>
                  <a:pt x="3661661" y="4893730"/>
                  <a:pt x="3688906" y="4893730"/>
                </a:cubicBezTo>
                <a:close/>
                <a:moveTo>
                  <a:pt x="2979655" y="4893730"/>
                </a:moveTo>
                <a:cubicBezTo>
                  <a:pt x="2993277" y="4893730"/>
                  <a:pt x="3005610" y="4888208"/>
                  <a:pt x="3014537" y="4879281"/>
                </a:cubicBezTo>
                <a:lnTo>
                  <a:pt x="3020184" y="4872437"/>
                </a:lnTo>
                <a:lnTo>
                  <a:pt x="3025830" y="4879281"/>
                </a:lnTo>
                <a:cubicBezTo>
                  <a:pt x="3034758" y="4888208"/>
                  <a:pt x="3047090" y="4893730"/>
                  <a:pt x="3060713" y="4893730"/>
                </a:cubicBezTo>
                <a:cubicBezTo>
                  <a:pt x="3087958" y="4893730"/>
                  <a:pt x="3110044" y="4871643"/>
                  <a:pt x="3110044" y="4844398"/>
                </a:cubicBezTo>
                <a:lnTo>
                  <a:pt x="3109696" y="4840941"/>
                </a:lnTo>
                <a:lnTo>
                  <a:pt x="3118635" y="4843715"/>
                </a:lnTo>
                <a:cubicBezTo>
                  <a:pt x="3121846" y="4844372"/>
                  <a:pt x="3125171" y="4844717"/>
                  <a:pt x="3128576" y="4844717"/>
                </a:cubicBezTo>
                <a:cubicBezTo>
                  <a:pt x="3155823" y="4844717"/>
                  <a:pt x="3177909" y="4822631"/>
                  <a:pt x="3177909" y="4795386"/>
                </a:cubicBezTo>
                <a:cubicBezTo>
                  <a:pt x="3177909" y="4785169"/>
                  <a:pt x="3174802" y="4775677"/>
                  <a:pt x="3169483" y="4767804"/>
                </a:cubicBezTo>
                <a:lnTo>
                  <a:pt x="3166215" y="4763844"/>
                </a:lnTo>
                <a:lnTo>
                  <a:pt x="3173228" y="4761667"/>
                </a:lnTo>
                <a:cubicBezTo>
                  <a:pt x="3190933" y="4754178"/>
                  <a:pt x="3203355" y="4736646"/>
                  <a:pt x="3203355" y="4716212"/>
                </a:cubicBezTo>
                <a:cubicBezTo>
                  <a:pt x="3203355" y="4695778"/>
                  <a:pt x="3190933" y="4678246"/>
                  <a:pt x="3173228" y="4670757"/>
                </a:cubicBezTo>
                <a:lnTo>
                  <a:pt x="3166849" y="4668777"/>
                </a:lnTo>
                <a:lnTo>
                  <a:pt x="3169483" y="4665583"/>
                </a:lnTo>
                <a:cubicBezTo>
                  <a:pt x="3174802" y="4657709"/>
                  <a:pt x="3177909" y="4648218"/>
                  <a:pt x="3177909" y="4638001"/>
                </a:cubicBezTo>
                <a:cubicBezTo>
                  <a:pt x="3177909" y="4610756"/>
                  <a:pt x="3155823" y="4588669"/>
                  <a:pt x="3128576" y="4588669"/>
                </a:cubicBezTo>
                <a:cubicBezTo>
                  <a:pt x="3123469" y="4588669"/>
                  <a:pt x="3118541" y="4589446"/>
                  <a:pt x="3113908" y="4590887"/>
                </a:cubicBezTo>
                <a:lnTo>
                  <a:pt x="3109647" y="4592935"/>
                </a:lnTo>
                <a:lnTo>
                  <a:pt x="3110044" y="4588989"/>
                </a:lnTo>
                <a:cubicBezTo>
                  <a:pt x="3110044" y="4561743"/>
                  <a:pt x="3087959" y="4539657"/>
                  <a:pt x="3060713" y="4539657"/>
                </a:cubicBezTo>
                <a:cubicBezTo>
                  <a:pt x="3047090" y="4539657"/>
                  <a:pt x="3034758" y="4545179"/>
                  <a:pt x="3025830" y="4554106"/>
                </a:cubicBezTo>
                <a:lnTo>
                  <a:pt x="3020184" y="4560950"/>
                </a:lnTo>
                <a:lnTo>
                  <a:pt x="3014537" y="4554106"/>
                </a:lnTo>
                <a:cubicBezTo>
                  <a:pt x="3005610" y="4545179"/>
                  <a:pt x="2993277" y="4539657"/>
                  <a:pt x="2979655" y="4539657"/>
                </a:cubicBezTo>
                <a:cubicBezTo>
                  <a:pt x="2952409" y="4539657"/>
                  <a:pt x="2930324" y="4561743"/>
                  <a:pt x="2930324" y="4588989"/>
                </a:cubicBezTo>
                <a:lnTo>
                  <a:pt x="2930672" y="4592446"/>
                </a:lnTo>
                <a:lnTo>
                  <a:pt x="2921734" y="4589671"/>
                </a:lnTo>
                <a:cubicBezTo>
                  <a:pt x="2918523" y="4589014"/>
                  <a:pt x="2915197" y="4588669"/>
                  <a:pt x="2911792" y="4588669"/>
                </a:cubicBezTo>
                <a:cubicBezTo>
                  <a:pt x="2884547" y="4588669"/>
                  <a:pt x="2862460" y="4610756"/>
                  <a:pt x="2862460" y="4638001"/>
                </a:cubicBezTo>
                <a:cubicBezTo>
                  <a:pt x="2862460" y="4648218"/>
                  <a:pt x="2865567" y="4657709"/>
                  <a:pt x="2870885" y="4665583"/>
                </a:cubicBezTo>
                <a:lnTo>
                  <a:pt x="2873521" y="4668777"/>
                </a:lnTo>
                <a:lnTo>
                  <a:pt x="2867140" y="4670757"/>
                </a:lnTo>
                <a:cubicBezTo>
                  <a:pt x="2849436" y="4678246"/>
                  <a:pt x="2837012" y="4695778"/>
                  <a:pt x="2837012" y="4716212"/>
                </a:cubicBezTo>
                <a:cubicBezTo>
                  <a:pt x="2837012" y="4736646"/>
                  <a:pt x="2849436" y="4754178"/>
                  <a:pt x="2867140" y="4761667"/>
                </a:cubicBezTo>
                <a:lnTo>
                  <a:pt x="2874154" y="4763844"/>
                </a:lnTo>
                <a:lnTo>
                  <a:pt x="2870885" y="4767804"/>
                </a:lnTo>
                <a:cubicBezTo>
                  <a:pt x="2865567" y="4775677"/>
                  <a:pt x="2862460" y="4785169"/>
                  <a:pt x="2862460" y="4795386"/>
                </a:cubicBezTo>
                <a:cubicBezTo>
                  <a:pt x="2862460" y="4822631"/>
                  <a:pt x="2884547" y="4844717"/>
                  <a:pt x="2911792" y="4844717"/>
                </a:cubicBezTo>
                <a:cubicBezTo>
                  <a:pt x="2915197" y="4844717"/>
                  <a:pt x="2918523" y="4844372"/>
                  <a:pt x="2921734" y="4843715"/>
                </a:cubicBezTo>
                <a:lnTo>
                  <a:pt x="2930672" y="4840941"/>
                </a:lnTo>
                <a:lnTo>
                  <a:pt x="2930324" y="4844398"/>
                </a:lnTo>
                <a:cubicBezTo>
                  <a:pt x="2930324" y="4871643"/>
                  <a:pt x="2952409" y="4893730"/>
                  <a:pt x="2979655" y="4893730"/>
                </a:cubicBezTo>
                <a:close/>
                <a:moveTo>
                  <a:pt x="2270403" y="4893730"/>
                </a:moveTo>
                <a:cubicBezTo>
                  <a:pt x="2284025" y="4893730"/>
                  <a:pt x="2296358" y="4888208"/>
                  <a:pt x="2305285" y="4879281"/>
                </a:cubicBezTo>
                <a:lnTo>
                  <a:pt x="2310932" y="4872437"/>
                </a:lnTo>
                <a:lnTo>
                  <a:pt x="2316578" y="4879281"/>
                </a:lnTo>
                <a:cubicBezTo>
                  <a:pt x="2325505" y="4888208"/>
                  <a:pt x="2337838" y="4893730"/>
                  <a:pt x="2351461" y="4893730"/>
                </a:cubicBezTo>
                <a:cubicBezTo>
                  <a:pt x="2378707" y="4893730"/>
                  <a:pt x="2400794" y="4871643"/>
                  <a:pt x="2400794" y="4844398"/>
                </a:cubicBezTo>
                <a:lnTo>
                  <a:pt x="2400445" y="4840941"/>
                </a:lnTo>
                <a:lnTo>
                  <a:pt x="2409382" y="4843715"/>
                </a:lnTo>
                <a:cubicBezTo>
                  <a:pt x="2412594" y="4844372"/>
                  <a:pt x="2415919" y="4844717"/>
                  <a:pt x="2419325" y="4844717"/>
                </a:cubicBezTo>
                <a:cubicBezTo>
                  <a:pt x="2446571" y="4844717"/>
                  <a:pt x="2468657" y="4822631"/>
                  <a:pt x="2468657" y="4795386"/>
                </a:cubicBezTo>
                <a:cubicBezTo>
                  <a:pt x="2468657" y="4785169"/>
                  <a:pt x="2465552" y="4775677"/>
                  <a:pt x="2460232" y="4767804"/>
                </a:cubicBezTo>
                <a:lnTo>
                  <a:pt x="2456965" y="4763844"/>
                </a:lnTo>
                <a:lnTo>
                  <a:pt x="2463977" y="4761667"/>
                </a:lnTo>
                <a:cubicBezTo>
                  <a:pt x="2481683" y="4754178"/>
                  <a:pt x="2494106" y="4736646"/>
                  <a:pt x="2494106" y="4716212"/>
                </a:cubicBezTo>
                <a:cubicBezTo>
                  <a:pt x="2494106" y="4695778"/>
                  <a:pt x="2481683" y="4678246"/>
                  <a:pt x="2463977" y="4670757"/>
                </a:cubicBezTo>
                <a:lnTo>
                  <a:pt x="2457596" y="4668777"/>
                </a:lnTo>
                <a:lnTo>
                  <a:pt x="2460232" y="4665583"/>
                </a:lnTo>
                <a:cubicBezTo>
                  <a:pt x="2465552" y="4657709"/>
                  <a:pt x="2468657" y="4648218"/>
                  <a:pt x="2468657" y="4638001"/>
                </a:cubicBezTo>
                <a:cubicBezTo>
                  <a:pt x="2468657" y="4610756"/>
                  <a:pt x="2446571" y="4588669"/>
                  <a:pt x="2419325" y="4588669"/>
                </a:cubicBezTo>
                <a:cubicBezTo>
                  <a:pt x="2414217" y="4588669"/>
                  <a:pt x="2409289" y="4589446"/>
                  <a:pt x="2404655" y="4590887"/>
                </a:cubicBezTo>
                <a:lnTo>
                  <a:pt x="2400396" y="4592935"/>
                </a:lnTo>
                <a:lnTo>
                  <a:pt x="2400794" y="4588989"/>
                </a:lnTo>
                <a:cubicBezTo>
                  <a:pt x="2400794" y="4561743"/>
                  <a:pt x="2378707" y="4539657"/>
                  <a:pt x="2351461" y="4539657"/>
                </a:cubicBezTo>
                <a:cubicBezTo>
                  <a:pt x="2337838" y="4539657"/>
                  <a:pt x="2325505" y="4545179"/>
                  <a:pt x="2316578" y="4554106"/>
                </a:cubicBezTo>
                <a:lnTo>
                  <a:pt x="2310933" y="4560950"/>
                </a:lnTo>
                <a:lnTo>
                  <a:pt x="2305285" y="4554106"/>
                </a:lnTo>
                <a:cubicBezTo>
                  <a:pt x="2296358" y="4545179"/>
                  <a:pt x="2284025" y="4539657"/>
                  <a:pt x="2270403" y="4539657"/>
                </a:cubicBezTo>
                <a:cubicBezTo>
                  <a:pt x="2243157" y="4539657"/>
                  <a:pt x="2221070" y="4561743"/>
                  <a:pt x="2221070" y="4588989"/>
                </a:cubicBezTo>
                <a:lnTo>
                  <a:pt x="2221420" y="4592446"/>
                </a:lnTo>
                <a:lnTo>
                  <a:pt x="2212481" y="4589671"/>
                </a:lnTo>
                <a:cubicBezTo>
                  <a:pt x="2209269" y="4589014"/>
                  <a:pt x="2205944" y="4588669"/>
                  <a:pt x="2202539" y="4588669"/>
                </a:cubicBezTo>
                <a:cubicBezTo>
                  <a:pt x="2175294" y="4588669"/>
                  <a:pt x="2153208" y="4610756"/>
                  <a:pt x="2153208" y="4638001"/>
                </a:cubicBezTo>
                <a:cubicBezTo>
                  <a:pt x="2153208" y="4648218"/>
                  <a:pt x="2156314" y="4657709"/>
                  <a:pt x="2161632" y="4665583"/>
                </a:cubicBezTo>
                <a:lnTo>
                  <a:pt x="2164267" y="4668777"/>
                </a:lnTo>
                <a:lnTo>
                  <a:pt x="2157888" y="4670757"/>
                </a:lnTo>
                <a:cubicBezTo>
                  <a:pt x="2140182" y="4678246"/>
                  <a:pt x="2127759" y="4695778"/>
                  <a:pt x="2127759" y="4716212"/>
                </a:cubicBezTo>
                <a:cubicBezTo>
                  <a:pt x="2127759" y="4736646"/>
                  <a:pt x="2140182" y="4754178"/>
                  <a:pt x="2157888" y="4761667"/>
                </a:cubicBezTo>
                <a:lnTo>
                  <a:pt x="2164900" y="4763844"/>
                </a:lnTo>
                <a:lnTo>
                  <a:pt x="2161632" y="4767804"/>
                </a:lnTo>
                <a:cubicBezTo>
                  <a:pt x="2156314" y="4775677"/>
                  <a:pt x="2153208" y="4785169"/>
                  <a:pt x="2153208" y="4795386"/>
                </a:cubicBezTo>
                <a:cubicBezTo>
                  <a:pt x="2153208" y="4822631"/>
                  <a:pt x="2175294" y="4844717"/>
                  <a:pt x="2202539" y="4844717"/>
                </a:cubicBezTo>
                <a:cubicBezTo>
                  <a:pt x="2205944" y="4844717"/>
                  <a:pt x="2209269" y="4844372"/>
                  <a:pt x="2212481" y="4843715"/>
                </a:cubicBezTo>
                <a:lnTo>
                  <a:pt x="2221419" y="4840941"/>
                </a:lnTo>
                <a:lnTo>
                  <a:pt x="2221070" y="4844398"/>
                </a:lnTo>
                <a:cubicBezTo>
                  <a:pt x="2221070" y="4871643"/>
                  <a:pt x="2243157" y="4893730"/>
                  <a:pt x="2270403" y="4893730"/>
                </a:cubicBezTo>
                <a:close/>
                <a:moveTo>
                  <a:pt x="1561150" y="4893730"/>
                </a:moveTo>
                <a:cubicBezTo>
                  <a:pt x="1574773" y="4893730"/>
                  <a:pt x="1587106" y="4888208"/>
                  <a:pt x="1596033" y="4879281"/>
                </a:cubicBezTo>
                <a:lnTo>
                  <a:pt x="1601680" y="4872437"/>
                </a:lnTo>
                <a:lnTo>
                  <a:pt x="1607327" y="4879281"/>
                </a:lnTo>
                <a:cubicBezTo>
                  <a:pt x="1616254" y="4888208"/>
                  <a:pt x="1628587" y="4893730"/>
                  <a:pt x="1642209" y="4893730"/>
                </a:cubicBezTo>
                <a:cubicBezTo>
                  <a:pt x="1669454" y="4893730"/>
                  <a:pt x="1691542" y="4871643"/>
                  <a:pt x="1691542" y="4844398"/>
                </a:cubicBezTo>
                <a:lnTo>
                  <a:pt x="1691193" y="4840941"/>
                </a:lnTo>
                <a:lnTo>
                  <a:pt x="1700131" y="4843715"/>
                </a:lnTo>
                <a:cubicBezTo>
                  <a:pt x="1703343" y="4844372"/>
                  <a:pt x="1706668" y="4844717"/>
                  <a:pt x="1710073" y="4844717"/>
                </a:cubicBezTo>
                <a:cubicBezTo>
                  <a:pt x="1737319" y="4844717"/>
                  <a:pt x="1759405" y="4822631"/>
                  <a:pt x="1759405" y="4795386"/>
                </a:cubicBezTo>
                <a:cubicBezTo>
                  <a:pt x="1759405" y="4785169"/>
                  <a:pt x="1756299" y="4775677"/>
                  <a:pt x="1750980" y="4767804"/>
                </a:cubicBezTo>
                <a:lnTo>
                  <a:pt x="1747712" y="4763844"/>
                </a:lnTo>
                <a:lnTo>
                  <a:pt x="1754724" y="4761667"/>
                </a:lnTo>
                <a:cubicBezTo>
                  <a:pt x="1772430" y="4754178"/>
                  <a:pt x="1784854" y="4736646"/>
                  <a:pt x="1784854" y="4716212"/>
                </a:cubicBezTo>
                <a:cubicBezTo>
                  <a:pt x="1784854" y="4695778"/>
                  <a:pt x="1772430" y="4678246"/>
                  <a:pt x="1754724" y="4670757"/>
                </a:cubicBezTo>
                <a:lnTo>
                  <a:pt x="1748345" y="4668777"/>
                </a:lnTo>
                <a:lnTo>
                  <a:pt x="1750980" y="4665583"/>
                </a:lnTo>
                <a:cubicBezTo>
                  <a:pt x="1756299" y="4657709"/>
                  <a:pt x="1759405" y="4648218"/>
                  <a:pt x="1759405" y="4638001"/>
                </a:cubicBezTo>
                <a:cubicBezTo>
                  <a:pt x="1759405" y="4610756"/>
                  <a:pt x="1737319" y="4588669"/>
                  <a:pt x="1710073" y="4588669"/>
                </a:cubicBezTo>
                <a:cubicBezTo>
                  <a:pt x="1704965" y="4588669"/>
                  <a:pt x="1700038" y="4589446"/>
                  <a:pt x="1695403" y="4590887"/>
                </a:cubicBezTo>
                <a:lnTo>
                  <a:pt x="1691144" y="4592935"/>
                </a:lnTo>
                <a:lnTo>
                  <a:pt x="1691542" y="4588989"/>
                </a:lnTo>
                <a:cubicBezTo>
                  <a:pt x="1691542" y="4561743"/>
                  <a:pt x="1669455" y="4539657"/>
                  <a:pt x="1642209" y="4539657"/>
                </a:cubicBezTo>
                <a:cubicBezTo>
                  <a:pt x="1628587" y="4539657"/>
                  <a:pt x="1616254" y="4545179"/>
                  <a:pt x="1607327" y="4554106"/>
                </a:cubicBezTo>
                <a:lnTo>
                  <a:pt x="1601680" y="4560950"/>
                </a:lnTo>
                <a:lnTo>
                  <a:pt x="1596034" y="4554106"/>
                </a:lnTo>
                <a:cubicBezTo>
                  <a:pt x="1587106" y="4545179"/>
                  <a:pt x="1574773" y="4539657"/>
                  <a:pt x="1561151" y="4539657"/>
                </a:cubicBezTo>
                <a:cubicBezTo>
                  <a:pt x="1533905" y="4539657"/>
                  <a:pt x="1511819" y="4561743"/>
                  <a:pt x="1511819" y="4588989"/>
                </a:cubicBezTo>
                <a:lnTo>
                  <a:pt x="1512167" y="4592446"/>
                </a:lnTo>
                <a:lnTo>
                  <a:pt x="1503230" y="4589671"/>
                </a:lnTo>
                <a:cubicBezTo>
                  <a:pt x="1500018" y="4589014"/>
                  <a:pt x="1496692" y="4588669"/>
                  <a:pt x="1493287" y="4588669"/>
                </a:cubicBezTo>
                <a:cubicBezTo>
                  <a:pt x="1466041" y="4588669"/>
                  <a:pt x="1443955" y="4610756"/>
                  <a:pt x="1443955" y="4638001"/>
                </a:cubicBezTo>
                <a:cubicBezTo>
                  <a:pt x="1443955" y="4648218"/>
                  <a:pt x="1447060" y="4657709"/>
                  <a:pt x="1452380" y="4665583"/>
                </a:cubicBezTo>
                <a:lnTo>
                  <a:pt x="1455015" y="4668777"/>
                </a:lnTo>
                <a:lnTo>
                  <a:pt x="1448636" y="4670757"/>
                </a:lnTo>
                <a:cubicBezTo>
                  <a:pt x="1430930" y="4678246"/>
                  <a:pt x="1418506" y="4695778"/>
                  <a:pt x="1418506" y="4716212"/>
                </a:cubicBezTo>
                <a:cubicBezTo>
                  <a:pt x="1418506" y="4736646"/>
                  <a:pt x="1430930" y="4754178"/>
                  <a:pt x="1448636" y="4761667"/>
                </a:cubicBezTo>
                <a:lnTo>
                  <a:pt x="1455648" y="4763844"/>
                </a:lnTo>
                <a:lnTo>
                  <a:pt x="1452380" y="4767804"/>
                </a:lnTo>
                <a:cubicBezTo>
                  <a:pt x="1447060" y="4775677"/>
                  <a:pt x="1443955" y="4785169"/>
                  <a:pt x="1443955" y="4795386"/>
                </a:cubicBezTo>
                <a:cubicBezTo>
                  <a:pt x="1443955" y="4822631"/>
                  <a:pt x="1466041" y="4844717"/>
                  <a:pt x="1493287" y="4844717"/>
                </a:cubicBezTo>
                <a:cubicBezTo>
                  <a:pt x="1496692" y="4844717"/>
                  <a:pt x="1500018" y="4844372"/>
                  <a:pt x="1503230" y="4843715"/>
                </a:cubicBezTo>
                <a:lnTo>
                  <a:pt x="1512167" y="4840941"/>
                </a:lnTo>
                <a:lnTo>
                  <a:pt x="1511818" y="4844398"/>
                </a:lnTo>
                <a:cubicBezTo>
                  <a:pt x="1511818" y="4871643"/>
                  <a:pt x="1533905" y="4893730"/>
                  <a:pt x="1561150" y="4893730"/>
                </a:cubicBezTo>
                <a:close/>
                <a:moveTo>
                  <a:pt x="851898" y="4893730"/>
                </a:moveTo>
                <a:cubicBezTo>
                  <a:pt x="865520" y="4893730"/>
                  <a:pt x="877853" y="4888208"/>
                  <a:pt x="886780" y="4879281"/>
                </a:cubicBezTo>
                <a:lnTo>
                  <a:pt x="892427" y="4872437"/>
                </a:lnTo>
                <a:lnTo>
                  <a:pt x="898074" y="4879281"/>
                </a:lnTo>
                <a:cubicBezTo>
                  <a:pt x="907001" y="4888208"/>
                  <a:pt x="919337" y="4893730"/>
                  <a:pt x="932958" y="4893730"/>
                </a:cubicBezTo>
                <a:cubicBezTo>
                  <a:pt x="960204" y="4893730"/>
                  <a:pt x="982290" y="4871643"/>
                  <a:pt x="982290" y="4844398"/>
                </a:cubicBezTo>
                <a:lnTo>
                  <a:pt x="981941" y="4840941"/>
                </a:lnTo>
                <a:lnTo>
                  <a:pt x="990880" y="4843715"/>
                </a:lnTo>
                <a:cubicBezTo>
                  <a:pt x="994091" y="4844372"/>
                  <a:pt x="997417" y="4844717"/>
                  <a:pt x="1000822" y="4844717"/>
                </a:cubicBezTo>
                <a:cubicBezTo>
                  <a:pt x="1028066" y="4844717"/>
                  <a:pt x="1050154" y="4822631"/>
                  <a:pt x="1050154" y="4795386"/>
                </a:cubicBezTo>
                <a:cubicBezTo>
                  <a:pt x="1050154" y="4785169"/>
                  <a:pt x="1047048" y="4775677"/>
                  <a:pt x="1041729" y="4767804"/>
                </a:cubicBezTo>
                <a:lnTo>
                  <a:pt x="1038461" y="4763844"/>
                </a:lnTo>
                <a:lnTo>
                  <a:pt x="1045473" y="4761667"/>
                </a:lnTo>
                <a:cubicBezTo>
                  <a:pt x="1063179" y="4754178"/>
                  <a:pt x="1075602" y="4736646"/>
                  <a:pt x="1075602" y="4716212"/>
                </a:cubicBezTo>
                <a:cubicBezTo>
                  <a:pt x="1075602" y="4695778"/>
                  <a:pt x="1063179" y="4678246"/>
                  <a:pt x="1045473" y="4670757"/>
                </a:cubicBezTo>
                <a:lnTo>
                  <a:pt x="1039092" y="4668777"/>
                </a:lnTo>
                <a:lnTo>
                  <a:pt x="1041729" y="4665583"/>
                </a:lnTo>
                <a:cubicBezTo>
                  <a:pt x="1047048" y="4657709"/>
                  <a:pt x="1050154" y="4648218"/>
                  <a:pt x="1050154" y="4638001"/>
                </a:cubicBezTo>
                <a:cubicBezTo>
                  <a:pt x="1050154" y="4610756"/>
                  <a:pt x="1028066" y="4588669"/>
                  <a:pt x="1000822" y="4588669"/>
                </a:cubicBezTo>
                <a:cubicBezTo>
                  <a:pt x="995713" y="4588669"/>
                  <a:pt x="990787" y="4589446"/>
                  <a:pt x="986151" y="4590887"/>
                </a:cubicBezTo>
                <a:lnTo>
                  <a:pt x="981892" y="4592935"/>
                </a:lnTo>
                <a:lnTo>
                  <a:pt x="982290" y="4588989"/>
                </a:lnTo>
                <a:cubicBezTo>
                  <a:pt x="982290" y="4561743"/>
                  <a:pt x="960204" y="4539657"/>
                  <a:pt x="932959" y="4539657"/>
                </a:cubicBezTo>
                <a:cubicBezTo>
                  <a:pt x="919337" y="4539657"/>
                  <a:pt x="907001" y="4545179"/>
                  <a:pt x="898074" y="4554106"/>
                </a:cubicBezTo>
                <a:lnTo>
                  <a:pt x="892427" y="4560950"/>
                </a:lnTo>
                <a:lnTo>
                  <a:pt x="886781" y="4554106"/>
                </a:lnTo>
                <a:cubicBezTo>
                  <a:pt x="877854" y="4545179"/>
                  <a:pt x="865520" y="4539657"/>
                  <a:pt x="851898" y="4539657"/>
                </a:cubicBezTo>
                <a:cubicBezTo>
                  <a:pt x="824653" y="4539657"/>
                  <a:pt x="802566" y="4561743"/>
                  <a:pt x="802566" y="4588989"/>
                </a:cubicBezTo>
                <a:lnTo>
                  <a:pt x="802914" y="4592446"/>
                </a:lnTo>
                <a:lnTo>
                  <a:pt x="793976" y="4589671"/>
                </a:lnTo>
                <a:cubicBezTo>
                  <a:pt x="790765" y="4589014"/>
                  <a:pt x="787440" y="4588669"/>
                  <a:pt x="784034" y="4588669"/>
                </a:cubicBezTo>
                <a:cubicBezTo>
                  <a:pt x="756789" y="4588669"/>
                  <a:pt x="734702" y="4610756"/>
                  <a:pt x="734702" y="4638001"/>
                </a:cubicBezTo>
                <a:cubicBezTo>
                  <a:pt x="734702" y="4648218"/>
                  <a:pt x="737808" y="4657709"/>
                  <a:pt x="743127" y="4665583"/>
                </a:cubicBezTo>
                <a:lnTo>
                  <a:pt x="745763" y="4668777"/>
                </a:lnTo>
                <a:lnTo>
                  <a:pt x="739383" y="4670757"/>
                </a:lnTo>
                <a:cubicBezTo>
                  <a:pt x="721677" y="4678246"/>
                  <a:pt x="709253" y="4695778"/>
                  <a:pt x="709253" y="4716212"/>
                </a:cubicBezTo>
                <a:cubicBezTo>
                  <a:pt x="709253" y="4736646"/>
                  <a:pt x="721677" y="4754178"/>
                  <a:pt x="739383" y="4761667"/>
                </a:cubicBezTo>
                <a:lnTo>
                  <a:pt x="746395" y="4763844"/>
                </a:lnTo>
                <a:lnTo>
                  <a:pt x="743127" y="4767804"/>
                </a:lnTo>
                <a:cubicBezTo>
                  <a:pt x="737808" y="4775677"/>
                  <a:pt x="734702" y="4785169"/>
                  <a:pt x="734702" y="4795386"/>
                </a:cubicBezTo>
                <a:cubicBezTo>
                  <a:pt x="734702" y="4822631"/>
                  <a:pt x="756789" y="4844717"/>
                  <a:pt x="784034" y="4844717"/>
                </a:cubicBezTo>
                <a:cubicBezTo>
                  <a:pt x="787440" y="4844717"/>
                  <a:pt x="790765" y="4844372"/>
                  <a:pt x="793976" y="4843715"/>
                </a:cubicBezTo>
                <a:lnTo>
                  <a:pt x="802914" y="4840941"/>
                </a:lnTo>
                <a:lnTo>
                  <a:pt x="802566" y="4844398"/>
                </a:lnTo>
                <a:cubicBezTo>
                  <a:pt x="802566" y="4871643"/>
                  <a:pt x="824652" y="4893730"/>
                  <a:pt x="851898" y="4893730"/>
                </a:cubicBezTo>
                <a:close/>
                <a:moveTo>
                  <a:pt x="142646" y="4893730"/>
                </a:moveTo>
                <a:cubicBezTo>
                  <a:pt x="156269" y="4893730"/>
                  <a:pt x="168602" y="4888208"/>
                  <a:pt x="177529" y="4879281"/>
                </a:cubicBezTo>
                <a:lnTo>
                  <a:pt x="183175" y="4872437"/>
                </a:lnTo>
                <a:lnTo>
                  <a:pt x="188822" y="4879281"/>
                </a:lnTo>
                <a:cubicBezTo>
                  <a:pt x="197750" y="4888208"/>
                  <a:pt x="210083" y="4893730"/>
                  <a:pt x="223705" y="4893730"/>
                </a:cubicBezTo>
                <a:cubicBezTo>
                  <a:pt x="250950" y="4893730"/>
                  <a:pt x="273037" y="4871643"/>
                  <a:pt x="273037" y="4844398"/>
                </a:cubicBezTo>
                <a:lnTo>
                  <a:pt x="272688" y="4840941"/>
                </a:lnTo>
                <a:lnTo>
                  <a:pt x="281627" y="4843715"/>
                </a:lnTo>
                <a:cubicBezTo>
                  <a:pt x="284838" y="4844372"/>
                  <a:pt x="288163" y="4844717"/>
                  <a:pt x="291569" y="4844717"/>
                </a:cubicBezTo>
                <a:cubicBezTo>
                  <a:pt x="318814" y="4844717"/>
                  <a:pt x="340901" y="4822631"/>
                  <a:pt x="340901" y="4795386"/>
                </a:cubicBezTo>
                <a:cubicBezTo>
                  <a:pt x="340901" y="4785169"/>
                  <a:pt x="337795" y="4775677"/>
                  <a:pt x="332476" y="4767804"/>
                </a:cubicBezTo>
                <a:lnTo>
                  <a:pt x="329208" y="4763844"/>
                </a:lnTo>
                <a:lnTo>
                  <a:pt x="336220" y="4761667"/>
                </a:lnTo>
                <a:cubicBezTo>
                  <a:pt x="353926" y="4754178"/>
                  <a:pt x="366349" y="4736646"/>
                  <a:pt x="366349" y="4716212"/>
                </a:cubicBezTo>
                <a:cubicBezTo>
                  <a:pt x="366349" y="4695778"/>
                  <a:pt x="353926" y="4678246"/>
                  <a:pt x="336220" y="4670757"/>
                </a:cubicBezTo>
                <a:lnTo>
                  <a:pt x="329840" y="4668777"/>
                </a:lnTo>
                <a:lnTo>
                  <a:pt x="332476" y="4665583"/>
                </a:lnTo>
                <a:cubicBezTo>
                  <a:pt x="337795" y="4657709"/>
                  <a:pt x="340901" y="4648218"/>
                  <a:pt x="340901" y="4638001"/>
                </a:cubicBezTo>
                <a:cubicBezTo>
                  <a:pt x="340901" y="4610756"/>
                  <a:pt x="318814" y="4588669"/>
                  <a:pt x="291569" y="4588669"/>
                </a:cubicBezTo>
                <a:cubicBezTo>
                  <a:pt x="286460" y="4588669"/>
                  <a:pt x="281533" y="4589446"/>
                  <a:pt x="276899" y="4590887"/>
                </a:cubicBezTo>
                <a:lnTo>
                  <a:pt x="272640" y="4592935"/>
                </a:lnTo>
                <a:lnTo>
                  <a:pt x="273037" y="4588989"/>
                </a:lnTo>
                <a:cubicBezTo>
                  <a:pt x="273037" y="4561743"/>
                  <a:pt x="250951" y="4539657"/>
                  <a:pt x="223705" y="4539657"/>
                </a:cubicBezTo>
                <a:cubicBezTo>
                  <a:pt x="210083" y="4539657"/>
                  <a:pt x="197750" y="4545179"/>
                  <a:pt x="188823" y="4554106"/>
                </a:cubicBezTo>
                <a:lnTo>
                  <a:pt x="183176" y="4560950"/>
                </a:lnTo>
                <a:lnTo>
                  <a:pt x="177529" y="4554106"/>
                </a:lnTo>
                <a:cubicBezTo>
                  <a:pt x="168602" y="4545179"/>
                  <a:pt x="156269" y="4539657"/>
                  <a:pt x="142646" y="4539657"/>
                </a:cubicBezTo>
                <a:cubicBezTo>
                  <a:pt x="115401" y="4539657"/>
                  <a:pt x="93314" y="4561743"/>
                  <a:pt x="93314" y="4588989"/>
                </a:cubicBezTo>
                <a:lnTo>
                  <a:pt x="93663" y="4592446"/>
                </a:lnTo>
                <a:lnTo>
                  <a:pt x="84725" y="4589671"/>
                </a:lnTo>
                <a:cubicBezTo>
                  <a:pt x="81513" y="4589014"/>
                  <a:pt x="78188" y="4588669"/>
                  <a:pt x="74783" y="4588669"/>
                </a:cubicBezTo>
                <a:cubicBezTo>
                  <a:pt x="47537" y="4588669"/>
                  <a:pt x="25451" y="4610756"/>
                  <a:pt x="25451" y="4638001"/>
                </a:cubicBezTo>
                <a:cubicBezTo>
                  <a:pt x="25451" y="4648218"/>
                  <a:pt x="28557" y="4657709"/>
                  <a:pt x="33876" y="4665583"/>
                </a:cubicBezTo>
                <a:lnTo>
                  <a:pt x="36511" y="4668777"/>
                </a:lnTo>
                <a:lnTo>
                  <a:pt x="30131" y="4670757"/>
                </a:lnTo>
                <a:cubicBezTo>
                  <a:pt x="12426" y="4678246"/>
                  <a:pt x="2" y="4695778"/>
                  <a:pt x="2" y="4716212"/>
                </a:cubicBezTo>
                <a:cubicBezTo>
                  <a:pt x="2" y="4736646"/>
                  <a:pt x="12426" y="4754178"/>
                  <a:pt x="30131" y="4761667"/>
                </a:cubicBezTo>
                <a:lnTo>
                  <a:pt x="37144" y="4763844"/>
                </a:lnTo>
                <a:lnTo>
                  <a:pt x="33876" y="4767804"/>
                </a:lnTo>
                <a:cubicBezTo>
                  <a:pt x="28557" y="4775677"/>
                  <a:pt x="25451" y="4785169"/>
                  <a:pt x="25451" y="4795386"/>
                </a:cubicBezTo>
                <a:cubicBezTo>
                  <a:pt x="25451" y="4822631"/>
                  <a:pt x="47537" y="4844717"/>
                  <a:pt x="74783" y="4844717"/>
                </a:cubicBezTo>
                <a:cubicBezTo>
                  <a:pt x="78188" y="4844717"/>
                  <a:pt x="81513" y="4844372"/>
                  <a:pt x="84725" y="4843715"/>
                </a:cubicBezTo>
                <a:lnTo>
                  <a:pt x="93663" y="4840941"/>
                </a:lnTo>
                <a:lnTo>
                  <a:pt x="93314" y="4844398"/>
                </a:lnTo>
                <a:cubicBezTo>
                  <a:pt x="93314" y="4871643"/>
                  <a:pt x="115401" y="4893730"/>
                  <a:pt x="142646" y="489373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Text Placeholder 18">
            <a:extLst>
              <a:ext uri="{FF2B5EF4-FFF2-40B4-BE49-F238E27FC236}">
                <a16:creationId xmlns:a16="http://schemas.microsoft.com/office/drawing/2014/main" id="{A0962502-0013-77C2-9858-EA9284577F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34067" y="1092199"/>
            <a:ext cx="5875866" cy="2959100"/>
          </a:xfrm>
        </p:spPr>
        <p:txBody>
          <a:bodyPr anchor="ctr">
            <a:noAutofit/>
          </a:bodyPr>
          <a:lstStyle>
            <a:lvl1pPr marL="0" indent="0" algn="ctr">
              <a:buNone/>
              <a:defRPr sz="45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70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70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70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70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Statement Text</a:t>
            </a:r>
          </a:p>
        </p:txBody>
      </p:sp>
    </p:spTree>
    <p:extLst>
      <p:ext uri="{BB962C8B-B14F-4D97-AF65-F5344CB8AC3E}">
        <p14:creationId xmlns:p14="http://schemas.microsoft.com/office/powerpoint/2010/main" val="163153984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Statement Slide | Frame-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9AB767B-5D1D-0E96-8010-15EE708036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347B7C-6A57-24B0-1CB5-AFD6F68C1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©2024 Girl Scouts of the USA. All Rights Reserved. Not for public distribution.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D03D312-6F91-C655-8A1D-38D39468B676}"/>
              </a:ext>
            </a:extLst>
          </p:cNvPr>
          <p:cNvGrpSpPr/>
          <p:nvPr userDrawn="1"/>
        </p:nvGrpSpPr>
        <p:grpSpPr>
          <a:xfrm>
            <a:off x="157818" y="173258"/>
            <a:ext cx="8822758" cy="4476474"/>
            <a:chOff x="421988" y="396706"/>
            <a:chExt cx="11348025" cy="5757739"/>
          </a:xfrm>
          <a:solidFill>
            <a:schemeClr val="accent3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52241305-B02B-2CF0-540E-36136399BCEE}"/>
                </a:ext>
              </a:extLst>
            </p:cNvPr>
            <p:cNvSpPr/>
            <p:nvPr/>
          </p:nvSpPr>
          <p:spPr>
            <a:xfrm>
              <a:off x="1145985" y="396706"/>
              <a:ext cx="542575" cy="272910"/>
            </a:xfrm>
            <a:custGeom>
              <a:avLst/>
              <a:gdLst>
                <a:gd name="connsiteX0" fmla="*/ 570975 w 1141950"/>
                <a:gd name="connsiteY0" fmla="*/ 0 h 574390"/>
                <a:gd name="connsiteX1" fmla="*/ 1141950 w 1141950"/>
                <a:gd name="connsiteY1" fmla="*/ 570975 h 574390"/>
                <a:gd name="connsiteX2" fmla="*/ 1141606 w 1141950"/>
                <a:gd name="connsiteY2" fmla="*/ 574390 h 574390"/>
                <a:gd name="connsiteX3" fmla="*/ 345 w 1141950"/>
                <a:gd name="connsiteY3" fmla="*/ 574390 h 574390"/>
                <a:gd name="connsiteX4" fmla="*/ 0 w 1141950"/>
                <a:gd name="connsiteY4" fmla="*/ 570975 h 574390"/>
                <a:gd name="connsiteX5" fmla="*/ 570975 w 1141950"/>
                <a:gd name="connsiteY5" fmla="*/ 0 h 57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1950" h="574390">
                  <a:moveTo>
                    <a:pt x="570975" y="0"/>
                  </a:moveTo>
                  <a:cubicBezTo>
                    <a:pt x="886316" y="0"/>
                    <a:pt x="1141950" y="255634"/>
                    <a:pt x="1141950" y="570975"/>
                  </a:cubicBezTo>
                  <a:lnTo>
                    <a:pt x="1141606" y="574390"/>
                  </a:lnTo>
                  <a:lnTo>
                    <a:pt x="345" y="574390"/>
                  </a:lnTo>
                  <a:lnTo>
                    <a:pt x="0" y="570975"/>
                  </a:lnTo>
                  <a:cubicBezTo>
                    <a:pt x="0" y="255634"/>
                    <a:pt x="255634" y="0"/>
                    <a:pt x="5709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7A2F556B-1205-67A3-857F-7938B8C791C5}"/>
                </a:ext>
              </a:extLst>
            </p:cNvPr>
            <p:cNvSpPr/>
            <p:nvPr/>
          </p:nvSpPr>
          <p:spPr>
            <a:xfrm rot="10800000">
              <a:off x="421988" y="397483"/>
              <a:ext cx="550362" cy="271355"/>
            </a:xfrm>
            <a:custGeom>
              <a:avLst/>
              <a:gdLst>
                <a:gd name="connsiteX0" fmla="*/ 760815 w 1521631"/>
                <a:gd name="connsiteY0" fmla="*/ 0 h 750239"/>
                <a:gd name="connsiteX1" fmla="*/ 1507335 w 1521631"/>
                <a:gd name="connsiteY1" fmla="*/ 608431 h 750239"/>
                <a:gd name="connsiteX2" fmla="*/ 1521631 w 1521631"/>
                <a:gd name="connsiteY2" fmla="*/ 750239 h 750239"/>
                <a:gd name="connsiteX3" fmla="*/ 1214421 w 1521631"/>
                <a:gd name="connsiteY3" fmla="*/ 750239 h 750239"/>
                <a:gd name="connsiteX4" fmla="*/ 1206367 w 1521631"/>
                <a:gd name="connsiteY4" fmla="*/ 670345 h 750239"/>
                <a:gd name="connsiteX5" fmla="*/ 760814 w 1521631"/>
                <a:gd name="connsiteY5" fmla="*/ 307209 h 750239"/>
                <a:gd name="connsiteX6" fmla="*/ 315262 w 1521631"/>
                <a:gd name="connsiteY6" fmla="*/ 670345 h 750239"/>
                <a:gd name="connsiteX7" fmla="*/ 307208 w 1521631"/>
                <a:gd name="connsiteY7" fmla="*/ 750239 h 750239"/>
                <a:gd name="connsiteX8" fmla="*/ 0 w 1521631"/>
                <a:gd name="connsiteY8" fmla="*/ 750239 h 750239"/>
                <a:gd name="connsiteX9" fmla="*/ 14295 w 1521631"/>
                <a:gd name="connsiteY9" fmla="*/ 608431 h 750239"/>
                <a:gd name="connsiteX10" fmla="*/ 760815 w 1521631"/>
                <a:gd name="connsiteY10" fmla="*/ 0 h 75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31" h="750239">
                  <a:moveTo>
                    <a:pt x="760815" y="0"/>
                  </a:moveTo>
                  <a:cubicBezTo>
                    <a:pt x="1129052" y="0"/>
                    <a:pt x="1436281" y="261200"/>
                    <a:pt x="1507335" y="608431"/>
                  </a:cubicBezTo>
                  <a:lnTo>
                    <a:pt x="1521631" y="750239"/>
                  </a:lnTo>
                  <a:lnTo>
                    <a:pt x="1214421" y="750239"/>
                  </a:lnTo>
                  <a:lnTo>
                    <a:pt x="1206367" y="670345"/>
                  </a:lnTo>
                  <a:cubicBezTo>
                    <a:pt x="1163959" y="463104"/>
                    <a:pt x="980592" y="307209"/>
                    <a:pt x="760814" y="307209"/>
                  </a:cubicBezTo>
                  <a:cubicBezTo>
                    <a:pt x="541036" y="307209"/>
                    <a:pt x="357670" y="463104"/>
                    <a:pt x="315262" y="670345"/>
                  </a:cubicBezTo>
                  <a:lnTo>
                    <a:pt x="307208" y="750239"/>
                  </a:lnTo>
                  <a:lnTo>
                    <a:pt x="0" y="750239"/>
                  </a:lnTo>
                  <a:lnTo>
                    <a:pt x="14295" y="608431"/>
                  </a:lnTo>
                  <a:cubicBezTo>
                    <a:pt x="85349" y="261200"/>
                    <a:pt x="392579" y="0"/>
                    <a:pt x="76081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7975838A-821D-027F-AE4C-A69668CD936E}"/>
                </a:ext>
              </a:extLst>
            </p:cNvPr>
            <p:cNvSpPr/>
            <p:nvPr/>
          </p:nvSpPr>
          <p:spPr>
            <a:xfrm>
              <a:off x="2586193" y="396706"/>
              <a:ext cx="542575" cy="272910"/>
            </a:xfrm>
            <a:custGeom>
              <a:avLst/>
              <a:gdLst>
                <a:gd name="connsiteX0" fmla="*/ 570975 w 1141950"/>
                <a:gd name="connsiteY0" fmla="*/ 0 h 574390"/>
                <a:gd name="connsiteX1" fmla="*/ 1141950 w 1141950"/>
                <a:gd name="connsiteY1" fmla="*/ 570975 h 574390"/>
                <a:gd name="connsiteX2" fmla="*/ 1141606 w 1141950"/>
                <a:gd name="connsiteY2" fmla="*/ 574390 h 574390"/>
                <a:gd name="connsiteX3" fmla="*/ 345 w 1141950"/>
                <a:gd name="connsiteY3" fmla="*/ 574390 h 574390"/>
                <a:gd name="connsiteX4" fmla="*/ 0 w 1141950"/>
                <a:gd name="connsiteY4" fmla="*/ 570975 h 574390"/>
                <a:gd name="connsiteX5" fmla="*/ 570975 w 1141950"/>
                <a:gd name="connsiteY5" fmla="*/ 0 h 57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1950" h="574390">
                  <a:moveTo>
                    <a:pt x="570975" y="0"/>
                  </a:moveTo>
                  <a:cubicBezTo>
                    <a:pt x="886316" y="0"/>
                    <a:pt x="1141950" y="255634"/>
                    <a:pt x="1141950" y="570975"/>
                  </a:cubicBezTo>
                  <a:lnTo>
                    <a:pt x="1141606" y="574390"/>
                  </a:lnTo>
                  <a:lnTo>
                    <a:pt x="345" y="574390"/>
                  </a:lnTo>
                  <a:lnTo>
                    <a:pt x="0" y="570975"/>
                  </a:lnTo>
                  <a:cubicBezTo>
                    <a:pt x="0" y="255634"/>
                    <a:pt x="255634" y="0"/>
                    <a:pt x="5709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F886B4FC-FAD8-ED97-AA8B-5DF94AA4FE5D}"/>
                </a:ext>
              </a:extLst>
            </p:cNvPr>
            <p:cNvSpPr/>
            <p:nvPr/>
          </p:nvSpPr>
          <p:spPr>
            <a:xfrm rot="10800000">
              <a:off x="1862196" y="397483"/>
              <a:ext cx="550362" cy="271355"/>
            </a:xfrm>
            <a:custGeom>
              <a:avLst/>
              <a:gdLst>
                <a:gd name="connsiteX0" fmla="*/ 760815 w 1521631"/>
                <a:gd name="connsiteY0" fmla="*/ 0 h 750239"/>
                <a:gd name="connsiteX1" fmla="*/ 1507335 w 1521631"/>
                <a:gd name="connsiteY1" fmla="*/ 608431 h 750239"/>
                <a:gd name="connsiteX2" fmla="*/ 1521631 w 1521631"/>
                <a:gd name="connsiteY2" fmla="*/ 750239 h 750239"/>
                <a:gd name="connsiteX3" fmla="*/ 1214421 w 1521631"/>
                <a:gd name="connsiteY3" fmla="*/ 750239 h 750239"/>
                <a:gd name="connsiteX4" fmla="*/ 1206367 w 1521631"/>
                <a:gd name="connsiteY4" fmla="*/ 670345 h 750239"/>
                <a:gd name="connsiteX5" fmla="*/ 760814 w 1521631"/>
                <a:gd name="connsiteY5" fmla="*/ 307209 h 750239"/>
                <a:gd name="connsiteX6" fmla="*/ 315262 w 1521631"/>
                <a:gd name="connsiteY6" fmla="*/ 670345 h 750239"/>
                <a:gd name="connsiteX7" fmla="*/ 307208 w 1521631"/>
                <a:gd name="connsiteY7" fmla="*/ 750239 h 750239"/>
                <a:gd name="connsiteX8" fmla="*/ 0 w 1521631"/>
                <a:gd name="connsiteY8" fmla="*/ 750239 h 750239"/>
                <a:gd name="connsiteX9" fmla="*/ 14295 w 1521631"/>
                <a:gd name="connsiteY9" fmla="*/ 608431 h 750239"/>
                <a:gd name="connsiteX10" fmla="*/ 760815 w 1521631"/>
                <a:gd name="connsiteY10" fmla="*/ 0 h 75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31" h="750239">
                  <a:moveTo>
                    <a:pt x="760815" y="0"/>
                  </a:moveTo>
                  <a:cubicBezTo>
                    <a:pt x="1129052" y="0"/>
                    <a:pt x="1436281" y="261200"/>
                    <a:pt x="1507335" y="608431"/>
                  </a:cubicBezTo>
                  <a:lnTo>
                    <a:pt x="1521631" y="750239"/>
                  </a:lnTo>
                  <a:lnTo>
                    <a:pt x="1214421" y="750239"/>
                  </a:lnTo>
                  <a:lnTo>
                    <a:pt x="1206367" y="670345"/>
                  </a:lnTo>
                  <a:cubicBezTo>
                    <a:pt x="1163959" y="463104"/>
                    <a:pt x="980592" y="307209"/>
                    <a:pt x="760814" y="307209"/>
                  </a:cubicBezTo>
                  <a:cubicBezTo>
                    <a:pt x="541036" y="307209"/>
                    <a:pt x="357670" y="463104"/>
                    <a:pt x="315262" y="670345"/>
                  </a:cubicBezTo>
                  <a:lnTo>
                    <a:pt x="307208" y="750239"/>
                  </a:lnTo>
                  <a:lnTo>
                    <a:pt x="0" y="750239"/>
                  </a:lnTo>
                  <a:lnTo>
                    <a:pt x="14295" y="608431"/>
                  </a:lnTo>
                  <a:cubicBezTo>
                    <a:pt x="85349" y="261200"/>
                    <a:pt x="392579" y="0"/>
                    <a:pt x="76081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88827E0B-BC17-8EAD-4020-44C283792CC2}"/>
                </a:ext>
              </a:extLst>
            </p:cNvPr>
            <p:cNvSpPr/>
            <p:nvPr/>
          </p:nvSpPr>
          <p:spPr>
            <a:xfrm>
              <a:off x="4026401" y="396706"/>
              <a:ext cx="542575" cy="272910"/>
            </a:xfrm>
            <a:custGeom>
              <a:avLst/>
              <a:gdLst>
                <a:gd name="connsiteX0" fmla="*/ 570975 w 1141950"/>
                <a:gd name="connsiteY0" fmla="*/ 0 h 574390"/>
                <a:gd name="connsiteX1" fmla="*/ 1141950 w 1141950"/>
                <a:gd name="connsiteY1" fmla="*/ 570975 h 574390"/>
                <a:gd name="connsiteX2" fmla="*/ 1141606 w 1141950"/>
                <a:gd name="connsiteY2" fmla="*/ 574390 h 574390"/>
                <a:gd name="connsiteX3" fmla="*/ 345 w 1141950"/>
                <a:gd name="connsiteY3" fmla="*/ 574390 h 574390"/>
                <a:gd name="connsiteX4" fmla="*/ 0 w 1141950"/>
                <a:gd name="connsiteY4" fmla="*/ 570975 h 574390"/>
                <a:gd name="connsiteX5" fmla="*/ 570975 w 1141950"/>
                <a:gd name="connsiteY5" fmla="*/ 0 h 57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1950" h="574390">
                  <a:moveTo>
                    <a:pt x="570975" y="0"/>
                  </a:moveTo>
                  <a:cubicBezTo>
                    <a:pt x="886316" y="0"/>
                    <a:pt x="1141950" y="255634"/>
                    <a:pt x="1141950" y="570975"/>
                  </a:cubicBezTo>
                  <a:lnTo>
                    <a:pt x="1141606" y="574390"/>
                  </a:lnTo>
                  <a:lnTo>
                    <a:pt x="345" y="574390"/>
                  </a:lnTo>
                  <a:lnTo>
                    <a:pt x="0" y="570975"/>
                  </a:lnTo>
                  <a:cubicBezTo>
                    <a:pt x="0" y="255634"/>
                    <a:pt x="255634" y="0"/>
                    <a:pt x="5709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0E1DF2A1-1409-DCD6-49A9-9CEA93329D22}"/>
                </a:ext>
              </a:extLst>
            </p:cNvPr>
            <p:cNvSpPr/>
            <p:nvPr/>
          </p:nvSpPr>
          <p:spPr>
            <a:xfrm rot="10800000">
              <a:off x="3302403" y="397483"/>
              <a:ext cx="550362" cy="271355"/>
            </a:xfrm>
            <a:custGeom>
              <a:avLst/>
              <a:gdLst>
                <a:gd name="connsiteX0" fmla="*/ 760815 w 1521631"/>
                <a:gd name="connsiteY0" fmla="*/ 0 h 750239"/>
                <a:gd name="connsiteX1" fmla="*/ 1507335 w 1521631"/>
                <a:gd name="connsiteY1" fmla="*/ 608431 h 750239"/>
                <a:gd name="connsiteX2" fmla="*/ 1521631 w 1521631"/>
                <a:gd name="connsiteY2" fmla="*/ 750239 h 750239"/>
                <a:gd name="connsiteX3" fmla="*/ 1214421 w 1521631"/>
                <a:gd name="connsiteY3" fmla="*/ 750239 h 750239"/>
                <a:gd name="connsiteX4" fmla="*/ 1206367 w 1521631"/>
                <a:gd name="connsiteY4" fmla="*/ 670345 h 750239"/>
                <a:gd name="connsiteX5" fmla="*/ 760814 w 1521631"/>
                <a:gd name="connsiteY5" fmla="*/ 307209 h 750239"/>
                <a:gd name="connsiteX6" fmla="*/ 315262 w 1521631"/>
                <a:gd name="connsiteY6" fmla="*/ 670345 h 750239"/>
                <a:gd name="connsiteX7" fmla="*/ 307208 w 1521631"/>
                <a:gd name="connsiteY7" fmla="*/ 750239 h 750239"/>
                <a:gd name="connsiteX8" fmla="*/ 0 w 1521631"/>
                <a:gd name="connsiteY8" fmla="*/ 750239 h 750239"/>
                <a:gd name="connsiteX9" fmla="*/ 14295 w 1521631"/>
                <a:gd name="connsiteY9" fmla="*/ 608431 h 750239"/>
                <a:gd name="connsiteX10" fmla="*/ 760815 w 1521631"/>
                <a:gd name="connsiteY10" fmla="*/ 0 h 75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31" h="750239">
                  <a:moveTo>
                    <a:pt x="760815" y="0"/>
                  </a:moveTo>
                  <a:cubicBezTo>
                    <a:pt x="1129052" y="0"/>
                    <a:pt x="1436281" y="261200"/>
                    <a:pt x="1507335" y="608431"/>
                  </a:cubicBezTo>
                  <a:lnTo>
                    <a:pt x="1521631" y="750239"/>
                  </a:lnTo>
                  <a:lnTo>
                    <a:pt x="1214421" y="750239"/>
                  </a:lnTo>
                  <a:lnTo>
                    <a:pt x="1206367" y="670345"/>
                  </a:lnTo>
                  <a:cubicBezTo>
                    <a:pt x="1163959" y="463104"/>
                    <a:pt x="980592" y="307209"/>
                    <a:pt x="760814" y="307209"/>
                  </a:cubicBezTo>
                  <a:cubicBezTo>
                    <a:pt x="541036" y="307209"/>
                    <a:pt x="357670" y="463104"/>
                    <a:pt x="315262" y="670345"/>
                  </a:cubicBezTo>
                  <a:lnTo>
                    <a:pt x="307208" y="750239"/>
                  </a:lnTo>
                  <a:lnTo>
                    <a:pt x="0" y="750239"/>
                  </a:lnTo>
                  <a:lnTo>
                    <a:pt x="14295" y="608431"/>
                  </a:lnTo>
                  <a:cubicBezTo>
                    <a:pt x="85349" y="261200"/>
                    <a:pt x="392579" y="0"/>
                    <a:pt x="76081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EAB14EBB-04E8-A56B-0BEF-CF663C7853F4}"/>
                </a:ext>
              </a:extLst>
            </p:cNvPr>
            <p:cNvSpPr/>
            <p:nvPr/>
          </p:nvSpPr>
          <p:spPr>
            <a:xfrm>
              <a:off x="5466608" y="396706"/>
              <a:ext cx="542575" cy="272910"/>
            </a:xfrm>
            <a:custGeom>
              <a:avLst/>
              <a:gdLst>
                <a:gd name="connsiteX0" fmla="*/ 570975 w 1141950"/>
                <a:gd name="connsiteY0" fmla="*/ 0 h 574390"/>
                <a:gd name="connsiteX1" fmla="*/ 1141950 w 1141950"/>
                <a:gd name="connsiteY1" fmla="*/ 570975 h 574390"/>
                <a:gd name="connsiteX2" fmla="*/ 1141606 w 1141950"/>
                <a:gd name="connsiteY2" fmla="*/ 574390 h 574390"/>
                <a:gd name="connsiteX3" fmla="*/ 345 w 1141950"/>
                <a:gd name="connsiteY3" fmla="*/ 574390 h 574390"/>
                <a:gd name="connsiteX4" fmla="*/ 0 w 1141950"/>
                <a:gd name="connsiteY4" fmla="*/ 570975 h 574390"/>
                <a:gd name="connsiteX5" fmla="*/ 570975 w 1141950"/>
                <a:gd name="connsiteY5" fmla="*/ 0 h 57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1950" h="574390">
                  <a:moveTo>
                    <a:pt x="570975" y="0"/>
                  </a:moveTo>
                  <a:cubicBezTo>
                    <a:pt x="886316" y="0"/>
                    <a:pt x="1141950" y="255634"/>
                    <a:pt x="1141950" y="570975"/>
                  </a:cubicBezTo>
                  <a:lnTo>
                    <a:pt x="1141606" y="574390"/>
                  </a:lnTo>
                  <a:lnTo>
                    <a:pt x="345" y="574390"/>
                  </a:lnTo>
                  <a:lnTo>
                    <a:pt x="0" y="570975"/>
                  </a:lnTo>
                  <a:cubicBezTo>
                    <a:pt x="0" y="255634"/>
                    <a:pt x="255634" y="0"/>
                    <a:pt x="5709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EE6A7E6F-CB02-0A48-420D-BA97BA9FC377}"/>
                </a:ext>
              </a:extLst>
            </p:cNvPr>
            <p:cNvSpPr/>
            <p:nvPr/>
          </p:nvSpPr>
          <p:spPr>
            <a:xfrm rot="10800000">
              <a:off x="4742611" y="397483"/>
              <a:ext cx="550362" cy="271355"/>
            </a:xfrm>
            <a:custGeom>
              <a:avLst/>
              <a:gdLst>
                <a:gd name="connsiteX0" fmla="*/ 760815 w 1521631"/>
                <a:gd name="connsiteY0" fmla="*/ 0 h 750239"/>
                <a:gd name="connsiteX1" fmla="*/ 1507335 w 1521631"/>
                <a:gd name="connsiteY1" fmla="*/ 608431 h 750239"/>
                <a:gd name="connsiteX2" fmla="*/ 1521631 w 1521631"/>
                <a:gd name="connsiteY2" fmla="*/ 750239 h 750239"/>
                <a:gd name="connsiteX3" fmla="*/ 1214421 w 1521631"/>
                <a:gd name="connsiteY3" fmla="*/ 750239 h 750239"/>
                <a:gd name="connsiteX4" fmla="*/ 1206367 w 1521631"/>
                <a:gd name="connsiteY4" fmla="*/ 670345 h 750239"/>
                <a:gd name="connsiteX5" fmla="*/ 760814 w 1521631"/>
                <a:gd name="connsiteY5" fmla="*/ 307209 h 750239"/>
                <a:gd name="connsiteX6" fmla="*/ 315262 w 1521631"/>
                <a:gd name="connsiteY6" fmla="*/ 670345 h 750239"/>
                <a:gd name="connsiteX7" fmla="*/ 307208 w 1521631"/>
                <a:gd name="connsiteY7" fmla="*/ 750239 h 750239"/>
                <a:gd name="connsiteX8" fmla="*/ 0 w 1521631"/>
                <a:gd name="connsiteY8" fmla="*/ 750239 h 750239"/>
                <a:gd name="connsiteX9" fmla="*/ 14295 w 1521631"/>
                <a:gd name="connsiteY9" fmla="*/ 608431 h 750239"/>
                <a:gd name="connsiteX10" fmla="*/ 760815 w 1521631"/>
                <a:gd name="connsiteY10" fmla="*/ 0 h 75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31" h="750239">
                  <a:moveTo>
                    <a:pt x="760815" y="0"/>
                  </a:moveTo>
                  <a:cubicBezTo>
                    <a:pt x="1129052" y="0"/>
                    <a:pt x="1436281" y="261200"/>
                    <a:pt x="1507335" y="608431"/>
                  </a:cubicBezTo>
                  <a:lnTo>
                    <a:pt x="1521631" y="750239"/>
                  </a:lnTo>
                  <a:lnTo>
                    <a:pt x="1214421" y="750239"/>
                  </a:lnTo>
                  <a:lnTo>
                    <a:pt x="1206367" y="670345"/>
                  </a:lnTo>
                  <a:cubicBezTo>
                    <a:pt x="1163959" y="463104"/>
                    <a:pt x="980592" y="307209"/>
                    <a:pt x="760814" y="307209"/>
                  </a:cubicBezTo>
                  <a:cubicBezTo>
                    <a:pt x="541036" y="307209"/>
                    <a:pt x="357670" y="463104"/>
                    <a:pt x="315262" y="670345"/>
                  </a:cubicBezTo>
                  <a:lnTo>
                    <a:pt x="307208" y="750239"/>
                  </a:lnTo>
                  <a:lnTo>
                    <a:pt x="0" y="750239"/>
                  </a:lnTo>
                  <a:lnTo>
                    <a:pt x="14295" y="608431"/>
                  </a:lnTo>
                  <a:cubicBezTo>
                    <a:pt x="85349" y="261200"/>
                    <a:pt x="392579" y="0"/>
                    <a:pt x="76081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1C37CC3-A091-0A78-0D27-D4AD15CF6F7B}"/>
                </a:ext>
              </a:extLst>
            </p:cNvPr>
            <p:cNvSpPr/>
            <p:nvPr/>
          </p:nvSpPr>
          <p:spPr>
            <a:xfrm>
              <a:off x="6906816" y="396706"/>
              <a:ext cx="542575" cy="272910"/>
            </a:xfrm>
            <a:custGeom>
              <a:avLst/>
              <a:gdLst>
                <a:gd name="connsiteX0" fmla="*/ 570975 w 1141950"/>
                <a:gd name="connsiteY0" fmla="*/ 0 h 574390"/>
                <a:gd name="connsiteX1" fmla="*/ 1141950 w 1141950"/>
                <a:gd name="connsiteY1" fmla="*/ 570975 h 574390"/>
                <a:gd name="connsiteX2" fmla="*/ 1141606 w 1141950"/>
                <a:gd name="connsiteY2" fmla="*/ 574390 h 574390"/>
                <a:gd name="connsiteX3" fmla="*/ 345 w 1141950"/>
                <a:gd name="connsiteY3" fmla="*/ 574390 h 574390"/>
                <a:gd name="connsiteX4" fmla="*/ 0 w 1141950"/>
                <a:gd name="connsiteY4" fmla="*/ 570975 h 574390"/>
                <a:gd name="connsiteX5" fmla="*/ 570975 w 1141950"/>
                <a:gd name="connsiteY5" fmla="*/ 0 h 57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1950" h="574390">
                  <a:moveTo>
                    <a:pt x="570975" y="0"/>
                  </a:moveTo>
                  <a:cubicBezTo>
                    <a:pt x="886316" y="0"/>
                    <a:pt x="1141950" y="255634"/>
                    <a:pt x="1141950" y="570975"/>
                  </a:cubicBezTo>
                  <a:lnTo>
                    <a:pt x="1141606" y="574390"/>
                  </a:lnTo>
                  <a:lnTo>
                    <a:pt x="345" y="574390"/>
                  </a:lnTo>
                  <a:lnTo>
                    <a:pt x="0" y="570975"/>
                  </a:lnTo>
                  <a:cubicBezTo>
                    <a:pt x="0" y="255634"/>
                    <a:pt x="255634" y="0"/>
                    <a:pt x="5709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7B5B55B-ADD1-75A2-FE4B-5AC98EFAEA4F}"/>
                </a:ext>
              </a:extLst>
            </p:cNvPr>
            <p:cNvSpPr/>
            <p:nvPr/>
          </p:nvSpPr>
          <p:spPr>
            <a:xfrm rot="10800000">
              <a:off x="6182819" y="397483"/>
              <a:ext cx="550362" cy="271355"/>
            </a:xfrm>
            <a:custGeom>
              <a:avLst/>
              <a:gdLst>
                <a:gd name="connsiteX0" fmla="*/ 760815 w 1521631"/>
                <a:gd name="connsiteY0" fmla="*/ 0 h 750239"/>
                <a:gd name="connsiteX1" fmla="*/ 1507335 w 1521631"/>
                <a:gd name="connsiteY1" fmla="*/ 608431 h 750239"/>
                <a:gd name="connsiteX2" fmla="*/ 1521631 w 1521631"/>
                <a:gd name="connsiteY2" fmla="*/ 750239 h 750239"/>
                <a:gd name="connsiteX3" fmla="*/ 1214421 w 1521631"/>
                <a:gd name="connsiteY3" fmla="*/ 750239 h 750239"/>
                <a:gd name="connsiteX4" fmla="*/ 1206367 w 1521631"/>
                <a:gd name="connsiteY4" fmla="*/ 670345 h 750239"/>
                <a:gd name="connsiteX5" fmla="*/ 760814 w 1521631"/>
                <a:gd name="connsiteY5" fmla="*/ 307209 h 750239"/>
                <a:gd name="connsiteX6" fmla="*/ 315262 w 1521631"/>
                <a:gd name="connsiteY6" fmla="*/ 670345 h 750239"/>
                <a:gd name="connsiteX7" fmla="*/ 307208 w 1521631"/>
                <a:gd name="connsiteY7" fmla="*/ 750239 h 750239"/>
                <a:gd name="connsiteX8" fmla="*/ 0 w 1521631"/>
                <a:gd name="connsiteY8" fmla="*/ 750239 h 750239"/>
                <a:gd name="connsiteX9" fmla="*/ 14295 w 1521631"/>
                <a:gd name="connsiteY9" fmla="*/ 608431 h 750239"/>
                <a:gd name="connsiteX10" fmla="*/ 760815 w 1521631"/>
                <a:gd name="connsiteY10" fmla="*/ 0 h 75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31" h="750239">
                  <a:moveTo>
                    <a:pt x="760815" y="0"/>
                  </a:moveTo>
                  <a:cubicBezTo>
                    <a:pt x="1129052" y="0"/>
                    <a:pt x="1436281" y="261200"/>
                    <a:pt x="1507335" y="608431"/>
                  </a:cubicBezTo>
                  <a:lnTo>
                    <a:pt x="1521631" y="750239"/>
                  </a:lnTo>
                  <a:lnTo>
                    <a:pt x="1214421" y="750239"/>
                  </a:lnTo>
                  <a:lnTo>
                    <a:pt x="1206367" y="670345"/>
                  </a:lnTo>
                  <a:cubicBezTo>
                    <a:pt x="1163959" y="463104"/>
                    <a:pt x="980592" y="307209"/>
                    <a:pt x="760814" y="307209"/>
                  </a:cubicBezTo>
                  <a:cubicBezTo>
                    <a:pt x="541036" y="307209"/>
                    <a:pt x="357670" y="463104"/>
                    <a:pt x="315262" y="670345"/>
                  </a:cubicBezTo>
                  <a:lnTo>
                    <a:pt x="307208" y="750239"/>
                  </a:lnTo>
                  <a:lnTo>
                    <a:pt x="0" y="750239"/>
                  </a:lnTo>
                  <a:lnTo>
                    <a:pt x="14295" y="608431"/>
                  </a:lnTo>
                  <a:cubicBezTo>
                    <a:pt x="85349" y="261200"/>
                    <a:pt x="392579" y="0"/>
                    <a:pt x="76081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7FA6143D-DE3F-3527-D8EE-6D65ED2B499A}"/>
                </a:ext>
              </a:extLst>
            </p:cNvPr>
            <p:cNvSpPr/>
            <p:nvPr/>
          </p:nvSpPr>
          <p:spPr>
            <a:xfrm>
              <a:off x="8347023" y="396706"/>
              <a:ext cx="542575" cy="272910"/>
            </a:xfrm>
            <a:custGeom>
              <a:avLst/>
              <a:gdLst>
                <a:gd name="connsiteX0" fmla="*/ 570975 w 1141950"/>
                <a:gd name="connsiteY0" fmla="*/ 0 h 574390"/>
                <a:gd name="connsiteX1" fmla="*/ 1141950 w 1141950"/>
                <a:gd name="connsiteY1" fmla="*/ 570975 h 574390"/>
                <a:gd name="connsiteX2" fmla="*/ 1141606 w 1141950"/>
                <a:gd name="connsiteY2" fmla="*/ 574390 h 574390"/>
                <a:gd name="connsiteX3" fmla="*/ 345 w 1141950"/>
                <a:gd name="connsiteY3" fmla="*/ 574390 h 574390"/>
                <a:gd name="connsiteX4" fmla="*/ 0 w 1141950"/>
                <a:gd name="connsiteY4" fmla="*/ 570975 h 574390"/>
                <a:gd name="connsiteX5" fmla="*/ 570975 w 1141950"/>
                <a:gd name="connsiteY5" fmla="*/ 0 h 57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1950" h="574390">
                  <a:moveTo>
                    <a:pt x="570975" y="0"/>
                  </a:moveTo>
                  <a:cubicBezTo>
                    <a:pt x="886316" y="0"/>
                    <a:pt x="1141950" y="255634"/>
                    <a:pt x="1141950" y="570975"/>
                  </a:cubicBezTo>
                  <a:lnTo>
                    <a:pt x="1141606" y="574390"/>
                  </a:lnTo>
                  <a:lnTo>
                    <a:pt x="345" y="574390"/>
                  </a:lnTo>
                  <a:lnTo>
                    <a:pt x="0" y="570975"/>
                  </a:lnTo>
                  <a:cubicBezTo>
                    <a:pt x="0" y="255634"/>
                    <a:pt x="255634" y="0"/>
                    <a:pt x="5709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7BABA0AE-12D4-81B1-43ED-551F2F38B8E9}"/>
                </a:ext>
              </a:extLst>
            </p:cNvPr>
            <p:cNvSpPr/>
            <p:nvPr/>
          </p:nvSpPr>
          <p:spPr>
            <a:xfrm rot="10800000">
              <a:off x="7623026" y="397483"/>
              <a:ext cx="550362" cy="271355"/>
            </a:xfrm>
            <a:custGeom>
              <a:avLst/>
              <a:gdLst>
                <a:gd name="connsiteX0" fmla="*/ 760815 w 1521631"/>
                <a:gd name="connsiteY0" fmla="*/ 0 h 750239"/>
                <a:gd name="connsiteX1" fmla="*/ 1507335 w 1521631"/>
                <a:gd name="connsiteY1" fmla="*/ 608431 h 750239"/>
                <a:gd name="connsiteX2" fmla="*/ 1521631 w 1521631"/>
                <a:gd name="connsiteY2" fmla="*/ 750239 h 750239"/>
                <a:gd name="connsiteX3" fmla="*/ 1214421 w 1521631"/>
                <a:gd name="connsiteY3" fmla="*/ 750239 h 750239"/>
                <a:gd name="connsiteX4" fmla="*/ 1206367 w 1521631"/>
                <a:gd name="connsiteY4" fmla="*/ 670345 h 750239"/>
                <a:gd name="connsiteX5" fmla="*/ 760814 w 1521631"/>
                <a:gd name="connsiteY5" fmla="*/ 307209 h 750239"/>
                <a:gd name="connsiteX6" fmla="*/ 315262 w 1521631"/>
                <a:gd name="connsiteY6" fmla="*/ 670345 h 750239"/>
                <a:gd name="connsiteX7" fmla="*/ 307208 w 1521631"/>
                <a:gd name="connsiteY7" fmla="*/ 750239 h 750239"/>
                <a:gd name="connsiteX8" fmla="*/ 0 w 1521631"/>
                <a:gd name="connsiteY8" fmla="*/ 750239 h 750239"/>
                <a:gd name="connsiteX9" fmla="*/ 14295 w 1521631"/>
                <a:gd name="connsiteY9" fmla="*/ 608431 h 750239"/>
                <a:gd name="connsiteX10" fmla="*/ 760815 w 1521631"/>
                <a:gd name="connsiteY10" fmla="*/ 0 h 75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31" h="750239">
                  <a:moveTo>
                    <a:pt x="760815" y="0"/>
                  </a:moveTo>
                  <a:cubicBezTo>
                    <a:pt x="1129052" y="0"/>
                    <a:pt x="1436281" y="261200"/>
                    <a:pt x="1507335" y="608431"/>
                  </a:cubicBezTo>
                  <a:lnTo>
                    <a:pt x="1521631" y="750239"/>
                  </a:lnTo>
                  <a:lnTo>
                    <a:pt x="1214421" y="750239"/>
                  </a:lnTo>
                  <a:lnTo>
                    <a:pt x="1206367" y="670345"/>
                  </a:lnTo>
                  <a:cubicBezTo>
                    <a:pt x="1163959" y="463104"/>
                    <a:pt x="980592" y="307209"/>
                    <a:pt x="760814" y="307209"/>
                  </a:cubicBezTo>
                  <a:cubicBezTo>
                    <a:pt x="541036" y="307209"/>
                    <a:pt x="357670" y="463104"/>
                    <a:pt x="315262" y="670345"/>
                  </a:cubicBezTo>
                  <a:lnTo>
                    <a:pt x="307208" y="750239"/>
                  </a:lnTo>
                  <a:lnTo>
                    <a:pt x="0" y="750239"/>
                  </a:lnTo>
                  <a:lnTo>
                    <a:pt x="14295" y="608431"/>
                  </a:lnTo>
                  <a:cubicBezTo>
                    <a:pt x="85349" y="261200"/>
                    <a:pt x="392579" y="0"/>
                    <a:pt x="76081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F6548012-8A6D-4027-9DC5-550E3C52905E}"/>
                </a:ext>
              </a:extLst>
            </p:cNvPr>
            <p:cNvSpPr/>
            <p:nvPr/>
          </p:nvSpPr>
          <p:spPr>
            <a:xfrm>
              <a:off x="9787231" y="396706"/>
              <a:ext cx="542575" cy="272910"/>
            </a:xfrm>
            <a:custGeom>
              <a:avLst/>
              <a:gdLst>
                <a:gd name="connsiteX0" fmla="*/ 570975 w 1141950"/>
                <a:gd name="connsiteY0" fmla="*/ 0 h 574390"/>
                <a:gd name="connsiteX1" fmla="*/ 1141950 w 1141950"/>
                <a:gd name="connsiteY1" fmla="*/ 570975 h 574390"/>
                <a:gd name="connsiteX2" fmla="*/ 1141606 w 1141950"/>
                <a:gd name="connsiteY2" fmla="*/ 574390 h 574390"/>
                <a:gd name="connsiteX3" fmla="*/ 345 w 1141950"/>
                <a:gd name="connsiteY3" fmla="*/ 574390 h 574390"/>
                <a:gd name="connsiteX4" fmla="*/ 0 w 1141950"/>
                <a:gd name="connsiteY4" fmla="*/ 570975 h 574390"/>
                <a:gd name="connsiteX5" fmla="*/ 570975 w 1141950"/>
                <a:gd name="connsiteY5" fmla="*/ 0 h 57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1950" h="574390">
                  <a:moveTo>
                    <a:pt x="570975" y="0"/>
                  </a:moveTo>
                  <a:cubicBezTo>
                    <a:pt x="886316" y="0"/>
                    <a:pt x="1141950" y="255634"/>
                    <a:pt x="1141950" y="570975"/>
                  </a:cubicBezTo>
                  <a:lnTo>
                    <a:pt x="1141606" y="574390"/>
                  </a:lnTo>
                  <a:lnTo>
                    <a:pt x="345" y="574390"/>
                  </a:lnTo>
                  <a:lnTo>
                    <a:pt x="0" y="570975"/>
                  </a:lnTo>
                  <a:cubicBezTo>
                    <a:pt x="0" y="255634"/>
                    <a:pt x="255634" y="0"/>
                    <a:pt x="5709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0999FF53-E5B9-93EE-A342-8017D81CA9B6}"/>
                </a:ext>
              </a:extLst>
            </p:cNvPr>
            <p:cNvSpPr/>
            <p:nvPr/>
          </p:nvSpPr>
          <p:spPr>
            <a:xfrm rot="10800000">
              <a:off x="9063234" y="397483"/>
              <a:ext cx="550362" cy="271355"/>
            </a:xfrm>
            <a:custGeom>
              <a:avLst/>
              <a:gdLst>
                <a:gd name="connsiteX0" fmla="*/ 760815 w 1521631"/>
                <a:gd name="connsiteY0" fmla="*/ 0 h 750239"/>
                <a:gd name="connsiteX1" fmla="*/ 1507335 w 1521631"/>
                <a:gd name="connsiteY1" fmla="*/ 608431 h 750239"/>
                <a:gd name="connsiteX2" fmla="*/ 1521631 w 1521631"/>
                <a:gd name="connsiteY2" fmla="*/ 750239 h 750239"/>
                <a:gd name="connsiteX3" fmla="*/ 1214421 w 1521631"/>
                <a:gd name="connsiteY3" fmla="*/ 750239 h 750239"/>
                <a:gd name="connsiteX4" fmla="*/ 1206367 w 1521631"/>
                <a:gd name="connsiteY4" fmla="*/ 670345 h 750239"/>
                <a:gd name="connsiteX5" fmla="*/ 760814 w 1521631"/>
                <a:gd name="connsiteY5" fmla="*/ 307209 h 750239"/>
                <a:gd name="connsiteX6" fmla="*/ 315262 w 1521631"/>
                <a:gd name="connsiteY6" fmla="*/ 670345 h 750239"/>
                <a:gd name="connsiteX7" fmla="*/ 307208 w 1521631"/>
                <a:gd name="connsiteY7" fmla="*/ 750239 h 750239"/>
                <a:gd name="connsiteX8" fmla="*/ 0 w 1521631"/>
                <a:gd name="connsiteY8" fmla="*/ 750239 h 750239"/>
                <a:gd name="connsiteX9" fmla="*/ 14295 w 1521631"/>
                <a:gd name="connsiteY9" fmla="*/ 608431 h 750239"/>
                <a:gd name="connsiteX10" fmla="*/ 760815 w 1521631"/>
                <a:gd name="connsiteY10" fmla="*/ 0 h 75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31" h="750239">
                  <a:moveTo>
                    <a:pt x="760815" y="0"/>
                  </a:moveTo>
                  <a:cubicBezTo>
                    <a:pt x="1129052" y="0"/>
                    <a:pt x="1436281" y="261200"/>
                    <a:pt x="1507335" y="608431"/>
                  </a:cubicBezTo>
                  <a:lnTo>
                    <a:pt x="1521631" y="750239"/>
                  </a:lnTo>
                  <a:lnTo>
                    <a:pt x="1214421" y="750239"/>
                  </a:lnTo>
                  <a:lnTo>
                    <a:pt x="1206367" y="670345"/>
                  </a:lnTo>
                  <a:cubicBezTo>
                    <a:pt x="1163959" y="463104"/>
                    <a:pt x="980592" y="307209"/>
                    <a:pt x="760814" y="307209"/>
                  </a:cubicBezTo>
                  <a:cubicBezTo>
                    <a:pt x="541036" y="307209"/>
                    <a:pt x="357670" y="463104"/>
                    <a:pt x="315262" y="670345"/>
                  </a:cubicBezTo>
                  <a:lnTo>
                    <a:pt x="307208" y="750239"/>
                  </a:lnTo>
                  <a:lnTo>
                    <a:pt x="0" y="750239"/>
                  </a:lnTo>
                  <a:lnTo>
                    <a:pt x="14295" y="608431"/>
                  </a:lnTo>
                  <a:cubicBezTo>
                    <a:pt x="85349" y="261200"/>
                    <a:pt x="392579" y="0"/>
                    <a:pt x="76081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6B421A5-39AF-F720-180F-1C3608E147DF}"/>
                </a:ext>
              </a:extLst>
            </p:cNvPr>
            <p:cNvSpPr/>
            <p:nvPr/>
          </p:nvSpPr>
          <p:spPr>
            <a:xfrm>
              <a:off x="11227438" y="404279"/>
              <a:ext cx="542575" cy="272910"/>
            </a:xfrm>
            <a:custGeom>
              <a:avLst/>
              <a:gdLst>
                <a:gd name="connsiteX0" fmla="*/ 570975 w 1141950"/>
                <a:gd name="connsiteY0" fmla="*/ 0 h 574390"/>
                <a:gd name="connsiteX1" fmla="*/ 1141950 w 1141950"/>
                <a:gd name="connsiteY1" fmla="*/ 570975 h 574390"/>
                <a:gd name="connsiteX2" fmla="*/ 1141606 w 1141950"/>
                <a:gd name="connsiteY2" fmla="*/ 574390 h 574390"/>
                <a:gd name="connsiteX3" fmla="*/ 345 w 1141950"/>
                <a:gd name="connsiteY3" fmla="*/ 574390 h 574390"/>
                <a:gd name="connsiteX4" fmla="*/ 0 w 1141950"/>
                <a:gd name="connsiteY4" fmla="*/ 570975 h 574390"/>
                <a:gd name="connsiteX5" fmla="*/ 570975 w 1141950"/>
                <a:gd name="connsiteY5" fmla="*/ 0 h 57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1950" h="574390">
                  <a:moveTo>
                    <a:pt x="570975" y="0"/>
                  </a:moveTo>
                  <a:cubicBezTo>
                    <a:pt x="886316" y="0"/>
                    <a:pt x="1141950" y="255634"/>
                    <a:pt x="1141950" y="570975"/>
                  </a:cubicBezTo>
                  <a:lnTo>
                    <a:pt x="1141606" y="574390"/>
                  </a:lnTo>
                  <a:lnTo>
                    <a:pt x="345" y="574390"/>
                  </a:lnTo>
                  <a:lnTo>
                    <a:pt x="0" y="570975"/>
                  </a:lnTo>
                  <a:cubicBezTo>
                    <a:pt x="0" y="255634"/>
                    <a:pt x="255634" y="0"/>
                    <a:pt x="5709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03E51BD3-DC84-FD95-0774-87308EA0CBC8}"/>
                </a:ext>
              </a:extLst>
            </p:cNvPr>
            <p:cNvSpPr/>
            <p:nvPr/>
          </p:nvSpPr>
          <p:spPr>
            <a:xfrm rot="10800000">
              <a:off x="10503441" y="397483"/>
              <a:ext cx="550362" cy="271355"/>
            </a:xfrm>
            <a:custGeom>
              <a:avLst/>
              <a:gdLst>
                <a:gd name="connsiteX0" fmla="*/ 760815 w 1521631"/>
                <a:gd name="connsiteY0" fmla="*/ 0 h 750239"/>
                <a:gd name="connsiteX1" fmla="*/ 1507335 w 1521631"/>
                <a:gd name="connsiteY1" fmla="*/ 608431 h 750239"/>
                <a:gd name="connsiteX2" fmla="*/ 1521631 w 1521631"/>
                <a:gd name="connsiteY2" fmla="*/ 750239 h 750239"/>
                <a:gd name="connsiteX3" fmla="*/ 1214421 w 1521631"/>
                <a:gd name="connsiteY3" fmla="*/ 750239 h 750239"/>
                <a:gd name="connsiteX4" fmla="*/ 1206367 w 1521631"/>
                <a:gd name="connsiteY4" fmla="*/ 670345 h 750239"/>
                <a:gd name="connsiteX5" fmla="*/ 760814 w 1521631"/>
                <a:gd name="connsiteY5" fmla="*/ 307209 h 750239"/>
                <a:gd name="connsiteX6" fmla="*/ 315262 w 1521631"/>
                <a:gd name="connsiteY6" fmla="*/ 670345 h 750239"/>
                <a:gd name="connsiteX7" fmla="*/ 307208 w 1521631"/>
                <a:gd name="connsiteY7" fmla="*/ 750239 h 750239"/>
                <a:gd name="connsiteX8" fmla="*/ 0 w 1521631"/>
                <a:gd name="connsiteY8" fmla="*/ 750239 h 750239"/>
                <a:gd name="connsiteX9" fmla="*/ 14295 w 1521631"/>
                <a:gd name="connsiteY9" fmla="*/ 608431 h 750239"/>
                <a:gd name="connsiteX10" fmla="*/ 760815 w 1521631"/>
                <a:gd name="connsiteY10" fmla="*/ 0 h 75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31" h="750239">
                  <a:moveTo>
                    <a:pt x="760815" y="0"/>
                  </a:moveTo>
                  <a:cubicBezTo>
                    <a:pt x="1129052" y="0"/>
                    <a:pt x="1436281" y="261200"/>
                    <a:pt x="1507335" y="608431"/>
                  </a:cubicBezTo>
                  <a:lnTo>
                    <a:pt x="1521631" y="750239"/>
                  </a:lnTo>
                  <a:lnTo>
                    <a:pt x="1214421" y="750239"/>
                  </a:lnTo>
                  <a:lnTo>
                    <a:pt x="1206367" y="670345"/>
                  </a:lnTo>
                  <a:cubicBezTo>
                    <a:pt x="1163959" y="463104"/>
                    <a:pt x="980592" y="307209"/>
                    <a:pt x="760814" y="307209"/>
                  </a:cubicBezTo>
                  <a:cubicBezTo>
                    <a:pt x="541036" y="307209"/>
                    <a:pt x="357670" y="463104"/>
                    <a:pt x="315262" y="670345"/>
                  </a:cubicBezTo>
                  <a:lnTo>
                    <a:pt x="307208" y="750239"/>
                  </a:lnTo>
                  <a:lnTo>
                    <a:pt x="0" y="750239"/>
                  </a:lnTo>
                  <a:lnTo>
                    <a:pt x="14295" y="608431"/>
                  </a:lnTo>
                  <a:cubicBezTo>
                    <a:pt x="85349" y="261200"/>
                    <a:pt x="392579" y="0"/>
                    <a:pt x="76081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87043D8C-8AC9-7275-63AF-E1F78286981B}"/>
                </a:ext>
              </a:extLst>
            </p:cNvPr>
            <p:cNvSpPr/>
            <p:nvPr/>
          </p:nvSpPr>
          <p:spPr>
            <a:xfrm>
              <a:off x="1145985" y="5873962"/>
              <a:ext cx="542575" cy="272910"/>
            </a:xfrm>
            <a:custGeom>
              <a:avLst/>
              <a:gdLst>
                <a:gd name="connsiteX0" fmla="*/ 570975 w 1141950"/>
                <a:gd name="connsiteY0" fmla="*/ 0 h 574390"/>
                <a:gd name="connsiteX1" fmla="*/ 1141950 w 1141950"/>
                <a:gd name="connsiteY1" fmla="*/ 570975 h 574390"/>
                <a:gd name="connsiteX2" fmla="*/ 1141606 w 1141950"/>
                <a:gd name="connsiteY2" fmla="*/ 574390 h 574390"/>
                <a:gd name="connsiteX3" fmla="*/ 345 w 1141950"/>
                <a:gd name="connsiteY3" fmla="*/ 574390 h 574390"/>
                <a:gd name="connsiteX4" fmla="*/ 0 w 1141950"/>
                <a:gd name="connsiteY4" fmla="*/ 570975 h 574390"/>
                <a:gd name="connsiteX5" fmla="*/ 570975 w 1141950"/>
                <a:gd name="connsiteY5" fmla="*/ 0 h 57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1950" h="574390">
                  <a:moveTo>
                    <a:pt x="570975" y="0"/>
                  </a:moveTo>
                  <a:cubicBezTo>
                    <a:pt x="886316" y="0"/>
                    <a:pt x="1141950" y="255634"/>
                    <a:pt x="1141950" y="570975"/>
                  </a:cubicBezTo>
                  <a:lnTo>
                    <a:pt x="1141606" y="574390"/>
                  </a:lnTo>
                  <a:lnTo>
                    <a:pt x="345" y="574390"/>
                  </a:lnTo>
                  <a:lnTo>
                    <a:pt x="0" y="570975"/>
                  </a:lnTo>
                  <a:cubicBezTo>
                    <a:pt x="0" y="255634"/>
                    <a:pt x="255634" y="0"/>
                    <a:pt x="5709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D1E707E4-0F2B-2D06-A51E-B1ABDA3ED7BF}"/>
                </a:ext>
              </a:extLst>
            </p:cNvPr>
            <p:cNvSpPr/>
            <p:nvPr/>
          </p:nvSpPr>
          <p:spPr>
            <a:xfrm rot="10800000">
              <a:off x="421988" y="5874739"/>
              <a:ext cx="550362" cy="271355"/>
            </a:xfrm>
            <a:custGeom>
              <a:avLst/>
              <a:gdLst>
                <a:gd name="connsiteX0" fmla="*/ 760815 w 1521631"/>
                <a:gd name="connsiteY0" fmla="*/ 0 h 750239"/>
                <a:gd name="connsiteX1" fmla="*/ 1507335 w 1521631"/>
                <a:gd name="connsiteY1" fmla="*/ 608431 h 750239"/>
                <a:gd name="connsiteX2" fmla="*/ 1521631 w 1521631"/>
                <a:gd name="connsiteY2" fmla="*/ 750239 h 750239"/>
                <a:gd name="connsiteX3" fmla="*/ 1214421 w 1521631"/>
                <a:gd name="connsiteY3" fmla="*/ 750239 h 750239"/>
                <a:gd name="connsiteX4" fmla="*/ 1206367 w 1521631"/>
                <a:gd name="connsiteY4" fmla="*/ 670345 h 750239"/>
                <a:gd name="connsiteX5" fmla="*/ 760814 w 1521631"/>
                <a:gd name="connsiteY5" fmla="*/ 307209 h 750239"/>
                <a:gd name="connsiteX6" fmla="*/ 315262 w 1521631"/>
                <a:gd name="connsiteY6" fmla="*/ 670345 h 750239"/>
                <a:gd name="connsiteX7" fmla="*/ 307208 w 1521631"/>
                <a:gd name="connsiteY7" fmla="*/ 750239 h 750239"/>
                <a:gd name="connsiteX8" fmla="*/ 0 w 1521631"/>
                <a:gd name="connsiteY8" fmla="*/ 750239 h 750239"/>
                <a:gd name="connsiteX9" fmla="*/ 14295 w 1521631"/>
                <a:gd name="connsiteY9" fmla="*/ 608431 h 750239"/>
                <a:gd name="connsiteX10" fmla="*/ 760815 w 1521631"/>
                <a:gd name="connsiteY10" fmla="*/ 0 h 75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31" h="750239">
                  <a:moveTo>
                    <a:pt x="760815" y="0"/>
                  </a:moveTo>
                  <a:cubicBezTo>
                    <a:pt x="1129052" y="0"/>
                    <a:pt x="1436281" y="261200"/>
                    <a:pt x="1507335" y="608431"/>
                  </a:cubicBezTo>
                  <a:lnTo>
                    <a:pt x="1521631" y="750239"/>
                  </a:lnTo>
                  <a:lnTo>
                    <a:pt x="1214421" y="750239"/>
                  </a:lnTo>
                  <a:lnTo>
                    <a:pt x="1206367" y="670345"/>
                  </a:lnTo>
                  <a:cubicBezTo>
                    <a:pt x="1163959" y="463104"/>
                    <a:pt x="980592" y="307209"/>
                    <a:pt x="760814" y="307209"/>
                  </a:cubicBezTo>
                  <a:cubicBezTo>
                    <a:pt x="541036" y="307209"/>
                    <a:pt x="357670" y="463104"/>
                    <a:pt x="315262" y="670345"/>
                  </a:cubicBezTo>
                  <a:lnTo>
                    <a:pt x="307208" y="750239"/>
                  </a:lnTo>
                  <a:lnTo>
                    <a:pt x="0" y="750239"/>
                  </a:lnTo>
                  <a:lnTo>
                    <a:pt x="14295" y="608431"/>
                  </a:lnTo>
                  <a:cubicBezTo>
                    <a:pt x="85349" y="261200"/>
                    <a:pt x="392579" y="0"/>
                    <a:pt x="76081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E4171F72-F83F-CD19-4BBB-BED6DAD5B30A}"/>
                </a:ext>
              </a:extLst>
            </p:cNvPr>
            <p:cNvSpPr/>
            <p:nvPr/>
          </p:nvSpPr>
          <p:spPr>
            <a:xfrm>
              <a:off x="2586193" y="5873962"/>
              <a:ext cx="542575" cy="272910"/>
            </a:xfrm>
            <a:custGeom>
              <a:avLst/>
              <a:gdLst>
                <a:gd name="connsiteX0" fmla="*/ 570975 w 1141950"/>
                <a:gd name="connsiteY0" fmla="*/ 0 h 574390"/>
                <a:gd name="connsiteX1" fmla="*/ 1141950 w 1141950"/>
                <a:gd name="connsiteY1" fmla="*/ 570975 h 574390"/>
                <a:gd name="connsiteX2" fmla="*/ 1141606 w 1141950"/>
                <a:gd name="connsiteY2" fmla="*/ 574390 h 574390"/>
                <a:gd name="connsiteX3" fmla="*/ 345 w 1141950"/>
                <a:gd name="connsiteY3" fmla="*/ 574390 h 574390"/>
                <a:gd name="connsiteX4" fmla="*/ 0 w 1141950"/>
                <a:gd name="connsiteY4" fmla="*/ 570975 h 574390"/>
                <a:gd name="connsiteX5" fmla="*/ 570975 w 1141950"/>
                <a:gd name="connsiteY5" fmla="*/ 0 h 57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1950" h="574390">
                  <a:moveTo>
                    <a:pt x="570975" y="0"/>
                  </a:moveTo>
                  <a:cubicBezTo>
                    <a:pt x="886316" y="0"/>
                    <a:pt x="1141950" y="255634"/>
                    <a:pt x="1141950" y="570975"/>
                  </a:cubicBezTo>
                  <a:lnTo>
                    <a:pt x="1141606" y="574390"/>
                  </a:lnTo>
                  <a:lnTo>
                    <a:pt x="345" y="574390"/>
                  </a:lnTo>
                  <a:lnTo>
                    <a:pt x="0" y="570975"/>
                  </a:lnTo>
                  <a:cubicBezTo>
                    <a:pt x="0" y="255634"/>
                    <a:pt x="255634" y="0"/>
                    <a:pt x="5709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0CC76DF-A9C1-9BC5-52FD-C94ACBE3B829}"/>
                </a:ext>
              </a:extLst>
            </p:cNvPr>
            <p:cNvSpPr/>
            <p:nvPr/>
          </p:nvSpPr>
          <p:spPr>
            <a:xfrm rot="10800000">
              <a:off x="1862196" y="5874739"/>
              <a:ext cx="550362" cy="271355"/>
            </a:xfrm>
            <a:custGeom>
              <a:avLst/>
              <a:gdLst>
                <a:gd name="connsiteX0" fmla="*/ 760815 w 1521631"/>
                <a:gd name="connsiteY0" fmla="*/ 0 h 750239"/>
                <a:gd name="connsiteX1" fmla="*/ 1507335 w 1521631"/>
                <a:gd name="connsiteY1" fmla="*/ 608431 h 750239"/>
                <a:gd name="connsiteX2" fmla="*/ 1521631 w 1521631"/>
                <a:gd name="connsiteY2" fmla="*/ 750239 h 750239"/>
                <a:gd name="connsiteX3" fmla="*/ 1214421 w 1521631"/>
                <a:gd name="connsiteY3" fmla="*/ 750239 h 750239"/>
                <a:gd name="connsiteX4" fmla="*/ 1206367 w 1521631"/>
                <a:gd name="connsiteY4" fmla="*/ 670345 h 750239"/>
                <a:gd name="connsiteX5" fmla="*/ 760814 w 1521631"/>
                <a:gd name="connsiteY5" fmla="*/ 307209 h 750239"/>
                <a:gd name="connsiteX6" fmla="*/ 315262 w 1521631"/>
                <a:gd name="connsiteY6" fmla="*/ 670345 h 750239"/>
                <a:gd name="connsiteX7" fmla="*/ 307208 w 1521631"/>
                <a:gd name="connsiteY7" fmla="*/ 750239 h 750239"/>
                <a:gd name="connsiteX8" fmla="*/ 0 w 1521631"/>
                <a:gd name="connsiteY8" fmla="*/ 750239 h 750239"/>
                <a:gd name="connsiteX9" fmla="*/ 14295 w 1521631"/>
                <a:gd name="connsiteY9" fmla="*/ 608431 h 750239"/>
                <a:gd name="connsiteX10" fmla="*/ 760815 w 1521631"/>
                <a:gd name="connsiteY10" fmla="*/ 0 h 75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31" h="750239">
                  <a:moveTo>
                    <a:pt x="760815" y="0"/>
                  </a:moveTo>
                  <a:cubicBezTo>
                    <a:pt x="1129052" y="0"/>
                    <a:pt x="1436281" y="261200"/>
                    <a:pt x="1507335" y="608431"/>
                  </a:cubicBezTo>
                  <a:lnTo>
                    <a:pt x="1521631" y="750239"/>
                  </a:lnTo>
                  <a:lnTo>
                    <a:pt x="1214421" y="750239"/>
                  </a:lnTo>
                  <a:lnTo>
                    <a:pt x="1206367" y="670345"/>
                  </a:lnTo>
                  <a:cubicBezTo>
                    <a:pt x="1163959" y="463104"/>
                    <a:pt x="980592" y="307209"/>
                    <a:pt x="760814" y="307209"/>
                  </a:cubicBezTo>
                  <a:cubicBezTo>
                    <a:pt x="541036" y="307209"/>
                    <a:pt x="357670" y="463104"/>
                    <a:pt x="315262" y="670345"/>
                  </a:cubicBezTo>
                  <a:lnTo>
                    <a:pt x="307208" y="750239"/>
                  </a:lnTo>
                  <a:lnTo>
                    <a:pt x="0" y="750239"/>
                  </a:lnTo>
                  <a:lnTo>
                    <a:pt x="14295" y="608431"/>
                  </a:lnTo>
                  <a:cubicBezTo>
                    <a:pt x="85349" y="261200"/>
                    <a:pt x="392579" y="0"/>
                    <a:pt x="76081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9FBFBC27-1DC4-84B8-6ADF-F60973392983}"/>
                </a:ext>
              </a:extLst>
            </p:cNvPr>
            <p:cNvSpPr/>
            <p:nvPr/>
          </p:nvSpPr>
          <p:spPr>
            <a:xfrm>
              <a:off x="4026401" y="5873962"/>
              <a:ext cx="542575" cy="272910"/>
            </a:xfrm>
            <a:custGeom>
              <a:avLst/>
              <a:gdLst>
                <a:gd name="connsiteX0" fmla="*/ 570975 w 1141950"/>
                <a:gd name="connsiteY0" fmla="*/ 0 h 574390"/>
                <a:gd name="connsiteX1" fmla="*/ 1141950 w 1141950"/>
                <a:gd name="connsiteY1" fmla="*/ 570975 h 574390"/>
                <a:gd name="connsiteX2" fmla="*/ 1141606 w 1141950"/>
                <a:gd name="connsiteY2" fmla="*/ 574390 h 574390"/>
                <a:gd name="connsiteX3" fmla="*/ 345 w 1141950"/>
                <a:gd name="connsiteY3" fmla="*/ 574390 h 574390"/>
                <a:gd name="connsiteX4" fmla="*/ 0 w 1141950"/>
                <a:gd name="connsiteY4" fmla="*/ 570975 h 574390"/>
                <a:gd name="connsiteX5" fmla="*/ 570975 w 1141950"/>
                <a:gd name="connsiteY5" fmla="*/ 0 h 57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1950" h="574390">
                  <a:moveTo>
                    <a:pt x="570975" y="0"/>
                  </a:moveTo>
                  <a:cubicBezTo>
                    <a:pt x="886316" y="0"/>
                    <a:pt x="1141950" y="255634"/>
                    <a:pt x="1141950" y="570975"/>
                  </a:cubicBezTo>
                  <a:lnTo>
                    <a:pt x="1141606" y="574390"/>
                  </a:lnTo>
                  <a:lnTo>
                    <a:pt x="345" y="574390"/>
                  </a:lnTo>
                  <a:lnTo>
                    <a:pt x="0" y="570975"/>
                  </a:lnTo>
                  <a:cubicBezTo>
                    <a:pt x="0" y="255634"/>
                    <a:pt x="255634" y="0"/>
                    <a:pt x="5709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52B360CD-4242-4266-C6CD-11D55DDE3297}"/>
                </a:ext>
              </a:extLst>
            </p:cNvPr>
            <p:cNvSpPr/>
            <p:nvPr/>
          </p:nvSpPr>
          <p:spPr>
            <a:xfrm rot="10800000">
              <a:off x="3302403" y="5874739"/>
              <a:ext cx="550362" cy="271355"/>
            </a:xfrm>
            <a:custGeom>
              <a:avLst/>
              <a:gdLst>
                <a:gd name="connsiteX0" fmla="*/ 760815 w 1521631"/>
                <a:gd name="connsiteY0" fmla="*/ 0 h 750239"/>
                <a:gd name="connsiteX1" fmla="*/ 1507335 w 1521631"/>
                <a:gd name="connsiteY1" fmla="*/ 608431 h 750239"/>
                <a:gd name="connsiteX2" fmla="*/ 1521631 w 1521631"/>
                <a:gd name="connsiteY2" fmla="*/ 750239 h 750239"/>
                <a:gd name="connsiteX3" fmla="*/ 1214421 w 1521631"/>
                <a:gd name="connsiteY3" fmla="*/ 750239 h 750239"/>
                <a:gd name="connsiteX4" fmla="*/ 1206367 w 1521631"/>
                <a:gd name="connsiteY4" fmla="*/ 670345 h 750239"/>
                <a:gd name="connsiteX5" fmla="*/ 760814 w 1521631"/>
                <a:gd name="connsiteY5" fmla="*/ 307209 h 750239"/>
                <a:gd name="connsiteX6" fmla="*/ 315262 w 1521631"/>
                <a:gd name="connsiteY6" fmla="*/ 670345 h 750239"/>
                <a:gd name="connsiteX7" fmla="*/ 307208 w 1521631"/>
                <a:gd name="connsiteY7" fmla="*/ 750239 h 750239"/>
                <a:gd name="connsiteX8" fmla="*/ 0 w 1521631"/>
                <a:gd name="connsiteY8" fmla="*/ 750239 h 750239"/>
                <a:gd name="connsiteX9" fmla="*/ 14295 w 1521631"/>
                <a:gd name="connsiteY9" fmla="*/ 608431 h 750239"/>
                <a:gd name="connsiteX10" fmla="*/ 760815 w 1521631"/>
                <a:gd name="connsiteY10" fmla="*/ 0 h 75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31" h="750239">
                  <a:moveTo>
                    <a:pt x="760815" y="0"/>
                  </a:moveTo>
                  <a:cubicBezTo>
                    <a:pt x="1129052" y="0"/>
                    <a:pt x="1436281" y="261200"/>
                    <a:pt x="1507335" y="608431"/>
                  </a:cubicBezTo>
                  <a:lnTo>
                    <a:pt x="1521631" y="750239"/>
                  </a:lnTo>
                  <a:lnTo>
                    <a:pt x="1214421" y="750239"/>
                  </a:lnTo>
                  <a:lnTo>
                    <a:pt x="1206367" y="670345"/>
                  </a:lnTo>
                  <a:cubicBezTo>
                    <a:pt x="1163959" y="463104"/>
                    <a:pt x="980592" y="307209"/>
                    <a:pt x="760814" y="307209"/>
                  </a:cubicBezTo>
                  <a:cubicBezTo>
                    <a:pt x="541036" y="307209"/>
                    <a:pt x="357670" y="463104"/>
                    <a:pt x="315262" y="670345"/>
                  </a:cubicBezTo>
                  <a:lnTo>
                    <a:pt x="307208" y="750239"/>
                  </a:lnTo>
                  <a:lnTo>
                    <a:pt x="0" y="750239"/>
                  </a:lnTo>
                  <a:lnTo>
                    <a:pt x="14295" y="608431"/>
                  </a:lnTo>
                  <a:cubicBezTo>
                    <a:pt x="85349" y="261200"/>
                    <a:pt x="392579" y="0"/>
                    <a:pt x="76081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94BA7AD4-2C3B-D003-82DB-711040D2604F}"/>
                </a:ext>
              </a:extLst>
            </p:cNvPr>
            <p:cNvSpPr/>
            <p:nvPr/>
          </p:nvSpPr>
          <p:spPr>
            <a:xfrm>
              <a:off x="5466608" y="5873962"/>
              <a:ext cx="542575" cy="272910"/>
            </a:xfrm>
            <a:custGeom>
              <a:avLst/>
              <a:gdLst>
                <a:gd name="connsiteX0" fmla="*/ 570975 w 1141950"/>
                <a:gd name="connsiteY0" fmla="*/ 0 h 574390"/>
                <a:gd name="connsiteX1" fmla="*/ 1141950 w 1141950"/>
                <a:gd name="connsiteY1" fmla="*/ 570975 h 574390"/>
                <a:gd name="connsiteX2" fmla="*/ 1141606 w 1141950"/>
                <a:gd name="connsiteY2" fmla="*/ 574390 h 574390"/>
                <a:gd name="connsiteX3" fmla="*/ 345 w 1141950"/>
                <a:gd name="connsiteY3" fmla="*/ 574390 h 574390"/>
                <a:gd name="connsiteX4" fmla="*/ 0 w 1141950"/>
                <a:gd name="connsiteY4" fmla="*/ 570975 h 574390"/>
                <a:gd name="connsiteX5" fmla="*/ 570975 w 1141950"/>
                <a:gd name="connsiteY5" fmla="*/ 0 h 57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1950" h="574390">
                  <a:moveTo>
                    <a:pt x="570975" y="0"/>
                  </a:moveTo>
                  <a:cubicBezTo>
                    <a:pt x="886316" y="0"/>
                    <a:pt x="1141950" y="255634"/>
                    <a:pt x="1141950" y="570975"/>
                  </a:cubicBezTo>
                  <a:lnTo>
                    <a:pt x="1141606" y="574390"/>
                  </a:lnTo>
                  <a:lnTo>
                    <a:pt x="345" y="574390"/>
                  </a:lnTo>
                  <a:lnTo>
                    <a:pt x="0" y="570975"/>
                  </a:lnTo>
                  <a:cubicBezTo>
                    <a:pt x="0" y="255634"/>
                    <a:pt x="255634" y="0"/>
                    <a:pt x="5709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1E556654-B985-5D11-EB26-D7A2B4F7CC6E}"/>
                </a:ext>
              </a:extLst>
            </p:cNvPr>
            <p:cNvSpPr/>
            <p:nvPr/>
          </p:nvSpPr>
          <p:spPr>
            <a:xfrm rot="10800000">
              <a:off x="4742611" y="5874739"/>
              <a:ext cx="550362" cy="271355"/>
            </a:xfrm>
            <a:custGeom>
              <a:avLst/>
              <a:gdLst>
                <a:gd name="connsiteX0" fmla="*/ 760815 w 1521631"/>
                <a:gd name="connsiteY0" fmla="*/ 0 h 750239"/>
                <a:gd name="connsiteX1" fmla="*/ 1507335 w 1521631"/>
                <a:gd name="connsiteY1" fmla="*/ 608431 h 750239"/>
                <a:gd name="connsiteX2" fmla="*/ 1521631 w 1521631"/>
                <a:gd name="connsiteY2" fmla="*/ 750239 h 750239"/>
                <a:gd name="connsiteX3" fmla="*/ 1214421 w 1521631"/>
                <a:gd name="connsiteY3" fmla="*/ 750239 h 750239"/>
                <a:gd name="connsiteX4" fmla="*/ 1206367 w 1521631"/>
                <a:gd name="connsiteY4" fmla="*/ 670345 h 750239"/>
                <a:gd name="connsiteX5" fmla="*/ 760814 w 1521631"/>
                <a:gd name="connsiteY5" fmla="*/ 307209 h 750239"/>
                <a:gd name="connsiteX6" fmla="*/ 315262 w 1521631"/>
                <a:gd name="connsiteY6" fmla="*/ 670345 h 750239"/>
                <a:gd name="connsiteX7" fmla="*/ 307208 w 1521631"/>
                <a:gd name="connsiteY7" fmla="*/ 750239 h 750239"/>
                <a:gd name="connsiteX8" fmla="*/ 0 w 1521631"/>
                <a:gd name="connsiteY8" fmla="*/ 750239 h 750239"/>
                <a:gd name="connsiteX9" fmla="*/ 14295 w 1521631"/>
                <a:gd name="connsiteY9" fmla="*/ 608431 h 750239"/>
                <a:gd name="connsiteX10" fmla="*/ 760815 w 1521631"/>
                <a:gd name="connsiteY10" fmla="*/ 0 h 75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31" h="750239">
                  <a:moveTo>
                    <a:pt x="760815" y="0"/>
                  </a:moveTo>
                  <a:cubicBezTo>
                    <a:pt x="1129052" y="0"/>
                    <a:pt x="1436281" y="261200"/>
                    <a:pt x="1507335" y="608431"/>
                  </a:cubicBezTo>
                  <a:lnTo>
                    <a:pt x="1521631" y="750239"/>
                  </a:lnTo>
                  <a:lnTo>
                    <a:pt x="1214421" y="750239"/>
                  </a:lnTo>
                  <a:lnTo>
                    <a:pt x="1206367" y="670345"/>
                  </a:lnTo>
                  <a:cubicBezTo>
                    <a:pt x="1163959" y="463104"/>
                    <a:pt x="980592" y="307209"/>
                    <a:pt x="760814" y="307209"/>
                  </a:cubicBezTo>
                  <a:cubicBezTo>
                    <a:pt x="541036" y="307209"/>
                    <a:pt x="357670" y="463104"/>
                    <a:pt x="315262" y="670345"/>
                  </a:cubicBezTo>
                  <a:lnTo>
                    <a:pt x="307208" y="750239"/>
                  </a:lnTo>
                  <a:lnTo>
                    <a:pt x="0" y="750239"/>
                  </a:lnTo>
                  <a:lnTo>
                    <a:pt x="14295" y="608431"/>
                  </a:lnTo>
                  <a:cubicBezTo>
                    <a:pt x="85349" y="261200"/>
                    <a:pt x="392579" y="0"/>
                    <a:pt x="76081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6A9D15E7-4116-F990-5DE0-07648845FB8D}"/>
                </a:ext>
              </a:extLst>
            </p:cNvPr>
            <p:cNvSpPr/>
            <p:nvPr/>
          </p:nvSpPr>
          <p:spPr>
            <a:xfrm>
              <a:off x="6906816" y="5873962"/>
              <a:ext cx="542575" cy="272910"/>
            </a:xfrm>
            <a:custGeom>
              <a:avLst/>
              <a:gdLst>
                <a:gd name="connsiteX0" fmla="*/ 570975 w 1141950"/>
                <a:gd name="connsiteY0" fmla="*/ 0 h 574390"/>
                <a:gd name="connsiteX1" fmla="*/ 1141950 w 1141950"/>
                <a:gd name="connsiteY1" fmla="*/ 570975 h 574390"/>
                <a:gd name="connsiteX2" fmla="*/ 1141606 w 1141950"/>
                <a:gd name="connsiteY2" fmla="*/ 574390 h 574390"/>
                <a:gd name="connsiteX3" fmla="*/ 345 w 1141950"/>
                <a:gd name="connsiteY3" fmla="*/ 574390 h 574390"/>
                <a:gd name="connsiteX4" fmla="*/ 0 w 1141950"/>
                <a:gd name="connsiteY4" fmla="*/ 570975 h 574390"/>
                <a:gd name="connsiteX5" fmla="*/ 570975 w 1141950"/>
                <a:gd name="connsiteY5" fmla="*/ 0 h 57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1950" h="574390">
                  <a:moveTo>
                    <a:pt x="570975" y="0"/>
                  </a:moveTo>
                  <a:cubicBezTo>
                    <a:pt x="886316" y="0"/>
                    <a:pt x="1141950" y="255634"/>
                    <a:pt x="1141950" y="570975"/>
                  </a:cubicBezTo>
                  <a:lnTo>
                    <a:pt x="1141606" y="574390"/>
                  </a:lnTo>
                  <a:lnTo>
                    <a:pt x="345" y="574390"/>
                  </a:lnTo>
                  <a:lnTo>
                    <a:pt x="0" y="570975"/>
                  </a:lnTo>
                  <a:cubicBezTo>
                    <a:pt x="0" y="255634"/>
                    <a:pt x="255634" y="0"/>
                    <a:pt x="5709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2B0C7D96-BA89-D086-6583-0C97268A3B45}"/>
                </a:ext>
              </a:extLst>
            </p:cNvPr>
            <p:cNvSpPr/>
            <p:nvPr/>
          </p:nvSpPr>
          <p:spPr>
            <a:xfrm rot="10800000">
              <a:off x="6182819" y="5874739"/>
              <a:ext cx="550362" cy="271355"/>
            </a:xfrm>
            <a:custGeom>
              <a:avLst/>
              <a:gdLst>
                <a:gd name="connsiteX0" fmla="*/ 760815 w 1521631"/>
                <a:gd name="connsiteY0" fmla="*/ 0 h 750239"/>
                <a:gd name="connsiteX1" fmla="*/ 1507335 w 1521631"/>
                <a:gd name="connsiteY1" fmla="*/ 608431 h 750239"/>
                <a:gd name="connsiteX2" fmla="*/ 1521631 w 1521631"/>
                <a:gd name="connsiteY2" fmla="*/ 750239 h 750239"/>
                <a:gd name="connsiteX3" fmla="*/ 1214421 w 1521631"/>
                <a:gd name="connsiteY3" fmla="*/ 750239 h 750239"/>
                <a:gd name="connsiteX4" fmla="*/ 1206367 w 1521631"/>
                <a:gd name="connsiteY4" fmla="*/ 670345 h 750239"/>
                <a:gd name="connsiteX5" fmla="*/ 760814 w 1521631"/>
                <a:gd name="connsiteY5" fmla="*/ 307209 h 750239"/>
                <a:gd name="connsiteX6" fmla="*/ 315262 w 1521631"/>
                <a:gd name="connsiteY6" fmla="*/ 670345 h 750239"/>
                <a:gd name="connsiteX7" fmla="*/ 307208 w 1521631"/>
                <a:gd name="connsiteY7" fmla="*/ 750239 h 750239"/>
                <a:gd name="connsiteX8" fmla="*/ 0 w 1521631"/>
                <a:gd name="connsiteY8" fmla="*/ 750239 h 750239"/>
                <a:gd name="connsiteX9" fmla="*/ 14295 w 1521631"/>
                <a:gd name="connsiteY9" fmla="*/ 608431 h 750239"/>
                <a:gd name="connsiteX10" fmla="*/ 760815 w 1521631"/>
                <a:gd name="connsiteY10" fmla="*/ 0 h 75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31" h="750239">
                  <a:moveTo>
                    <a:pt x="760815" y="0"/>
                  </a:moveTo>
                  <a:cubicBezTo>
                    <a:pt x="1129052" y="0"/>
                    <a:pt x="1436281" y="261200"/>
                    <a:pt x="1507335" y="608431"/>
                  </a:cubicBezTo>
                  <a:lnTo>
                    <a:pt x="1521631" y="750239"/>
                  </a:lnTo>
                  <a:lnTo>
                    <a:pt x="1214421" y="750239"/>
                  </a:lnTo>
                  <a:lnTo>
                    <a:pt x="1206367" y="670345"/>
                  </a:lnTo>
                  <a:cubicBezTo>
                    <a:pt x="1163959" y="463104"/>
                    <a:pt x="980592" y="307209"/>
                    <a:pt x="760814" y="307209"/>
                  </a:cubicBezTo>
                  <a:cubicBezTo>
                    <a:pt x="541036" y="307209"/>
                    <a:pt x="357670" y="463104"/>
                    <a:pt x="315262" y="670345"/>
                  </a:cubicBezTo>
                  <a:lnTo>
                    <a:pt x="307208" y="750239"/>
                  </a:lnTo>
                  <a:lnTo>
                    <a:pt x="0" y="750239"/>
                  </a:lnTo>
                  <a:lnTo>
                    <a:pt x="14295" y="608431"/>
                  </a:lnTo>
                  <a:cubicBezTo>
                    <a:pt x="85349" y="261200"/>
                    <a:pt x="392579" y="0"/>
                    <a:pt x="76081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430484E1-DDF5-EE41-18C1-379A5C99FB3C}"/>
                </a:ext>
              </a:extLst>
            </p:cNvPr>
            <p:cNvSpPr/>
            <p:nvPr/>
          </p:nvSpPr>
          <p:spPr>
            <a:xfrm>
              <a:off x="8347023" y="5873962"/>
              <a:ext cx="542575" cy="272910"/>
            </a:xfrm>
            <a:custGeom>
              <a:avLst/>
              <a:gdLst>
                <a:gd name="connsiteX0" fmla="*/ 570975 w 1141950"/>
                <a:gd name="connsiteY0" fmla="*/ 0 h 574390"/>
                <a:gd name="connsiteX1" fmla="*/ 1141950 w 1141950"/>
                <a:gd name="connsiteY1" fmla="*/ 570975 h 574390"/>
                <a:gd name="connsiteX2" fmla="*/ 1141606 w 1141950"/>
                <a:gd name="connsiteY2" fmla="*/ 574390 h 574390"/>
                <a:gd name="connsiteX3" fmla="*/ 345 w 1141950"/>
                <a:gd name="connsiteY3" fmla="*/ 574390 h 574390"/>
                <a:gd name="connsiteX4" fmla="*/ 0 w 1141950"/>
                <a:gd name="connsiteY4" fmla="*/ 570975 h 574390"/>
                <a:gd name="connsiteX5" fmla="*/ 570975 w 1141950"/>
                <a:gd name="connsiteY5" fmla="*/ 0 h 57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1950" h="574390">
                  <a:moveTo>
                    <a:pt x="570975" y="0"/>
                  </a:moveTo>
                  <a:cubicBezTo>
                    <a:pt x="886316" y="0"/>
                    <a:pt x="1141950" y="255634"/>
                    <a:pt x="1141950" y="570975"/>
                  </a:cubicBezTo>
                  <a:lnTo>
                    <a:pt x="1141606" y="574390"/>
                  </a:lnTo>
                  <a:lnTo>
                    <a:pt x="345" y="574390"/>
                  </a:lnTo>
                  <a:lnTo>
                    <a:pt x="0" y="570975"/>
                  </a:lnTo>
                  <a:cubicBezTo>
                    <a:pt x="0" y="255634"/>
                    <a:pt x="255634" y="0"/>
                    <a:pt x="5709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72961C71-40E4-2803-CCA5-F0BAA2C655EA}"/>
                </a:ext>
              </a:extLst>
            </p:cNvPr>
            <p:cNvSpPr/>
            <p:nvPr/>
          </p:nvSpPr>
          <p:spPr>
            <a:xfrm rot="10800000">
              <a:off x="7623026" y="5874739"/>
              <a:ext cx="550362" cy="271355"/>
            </a:xfrm>
            <a:custGeom>
              <a:avLst/>
              <a:gdLst>
                <a:gd name="connsiteX0" fmla="*/ 760815 w 1521631"/>
                <a:gd name="connsiteY0" fmla="*/ 0 h 750239"/>
                <a:gd name="connsiteX1" fmla="*/ 1507335 w 1521631"/>
                <a:gd name="connsiteY1" fmla="*/ 608431 h 750239"/>
                <a:gd name="connsiteX2" fmla="*/ 1521631 w 1521631"/>
                <a:gd name="connsiteY2" fmla="*/ 750239 h 750239"/>
                <a:gd name="connsiteX3" fmla="*/ 1214421 w 1521631"/>
                <a:gd name="connsiteY3" fmla="*/ 750239 h 750239"/>
                <a:gd name="connsiteX4" fmla="*/ 1206367 w 1521631"/>
                <a:gd name="connsiteY4" fmla="*/ 670345 h 750239"/>
                <a:gd name="connsiteX5" fmla="*/ 760814 w 1521631"/>
                <a:gd name="connsiteY5" fmla="*/ 307209 h 750239"/>
                <a:gd name="connsiteX6" fmla="*/ 315262 w 1521631"/>
                <a:gd name="connsiteY6" fmla="*/ 670345 h 750239"/>
                <a:gd name="connsiteX7" fmla="*/ 307208 w 1521631"/>
                <a:gd name="connsiteY7" fmla="*/ 750239 h 750239"/>
                <a:gd name="connsiteX8" fmla="*/ 0 w 1521631"/>
                <a:gd name="connsiteY8" fmla="*/ 750239 h 750239"/>
                <a:gd name="connsiteX9" fmla="*/ 14295 w 1521631"/>
                <a:gd name="connsiteY9" fmla="*/ 608431 h 750239"/>
                <a:gd name="connsiteX10" fmla="*/ 760815 w 1521631"/>
                <a:gd name="connsiteY10" fmla="*/ 0 h 75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31" h="750239">
                  <a:moveTo>
                    <a:pt x="760815" y="0"/>
                  </a:moveTo>
                  <a:cubicBezTo>
                    <a:pt x="1129052" y="0"/>
                    <a:pt x="1436281" y="261200"/>
                    <a:pt x="1507335" y="608431"/>
                  </a:cubicBezTo>
                  <a:lnTo>
                    <a:pt x="1521631" y="750239"/>
                  </a:lnTo>
                  <a:lnTo>
                    <a:pt x="1214421" y="750239"/>
                  </a:lnTo>
                  <a:lnTo>
                    <a:pt x="1206367" y="670345"/>
                  </a:lnTo>
                  <a:cubicBezTo>
                    <a:pt x="1163959" y="463104"/>
                    <a:pt x="980592" y="307209"/>
                    <a:pt x="760814" y="307209"/>
                  </a:cubicBezTo>
                  <a:cubicBezTo>
                    <a:pt x="541036" y="307209"/>
                    <a:pt x="357670" y="463104"/>
                    <a:pt x="315262" y="670345"/>
                  </a:cubicBezTo>
                  <a:lnTo>
                    <a:pt x="307208" y="750239"/>
                  </a:lnTo>
                  <a:lnTo>
                    <a:pt x="0" y="750239"/>
                  </a:lnTo>
                  <a:lnTo>
                    <a:pt x="14295" y="608431"/>
                  </a:lnTo>
                  <a:cubicBezTo>
                    <a:pt x="85349" y="261200"/>
                    <a:pt x="392579" y="0"/>
                    <a:pt x="76081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ECC436D6-3028-543F-D3C8-E4F8B3BAE4F8}"/>
                </a:ext>
              </a:extLst>
            </p:cNvPr>
            <p:cNvSpPr/>
            <p:nvPr/>
          </p:nvSpPr>
          <p:spPr>
            <a:xfrm>
              <a:off x="9787231" y="5873962"/>
              <a:ext cx="542575" cy="272910"/>
            </a:xfrm>
            <a:custGeom>
              <a:avLst/>
              <a:gdLst>
                <a:gd name="connsiteX0" fmla="*/ 570975 w 1141950"/>
                <a:gd name="connsiteY0" fmla="*/ 0 h 574390"/>
                <a:gd name="connsiteX1" fmla="*/ 1141950 w 1141950"/>
                <a:gd name="connsiteY1" fmla="*/ 570975 h 574390"/>
                <a:gd name="connsiteX2" fmla="*/ 1141606 w 1141950"/>
                <a:gd name="connsiteY2" fmla="*/ 574390 h 574390"/>
                <a:gd name="connsiteX3" fmla="*/ 345 w 1141950"/>
                <a:gd name="connsiteY3" fmla="*/ 574390 h 574390"/>
                <a:gd name="connsiteX4" fmla="*/ 0 w 1141950"/>
                <a:gd name="connsiteY4" fmla="*/ 570975 h 574390"/>
                <a:gd name="connsiteX5" fmla="*/ 570975 w 1141950"/>
                <a:gd name="connsiteY5" fmla="*/ 0 h 57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1950" h="574390">
                  <a:moveTo>
                    <a:pt x="570975" y="0"/>
                  </a:moveTo>
                  <a:cubicBezTo>
                    <a:pt x="886316" y="0"/>
                    <a:pt x="1141950" y="255634"/>
                    <a:pt x="1141950" y="570975"/>
                  </a:cubicBezTo>
                  <a:lnTo>
                    <a:pt x="1141606" y="574390"/>
                  </a:lnTo>
                  <a:lnTo>
                    <a:pt x="345" y="574390"/>
                  </a:lnTo>
                  <a:lnTo>
                    <a:pt x="0" y="570975"/>
                  </a:lnTo>
                  <a:cubicBezTo>
                    <a:pt x="0" y="255634"/>
                    <a:pt x="255634" y="0"/>
                    <a:pt x="5709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FE902486-25CC-8F2D-8C62-2B6C2109B00F}"/>
                </a:ext>
              </a:extLst>
            </p:cNvPr>
            <p:cNvSpPr/>
            <p:nvPr/>
          </p:nvSpPr>
          <p:spPr>
            <a:xfrm rot="10800000">
              <a:off x="9063234" y="5874739"/>
              <a:ext cx="550362" cy="271355"/>
            </a:xfrm>
            <a:custGeom>
              <a:avLst/>
              <a:gdLst>
                <a:gd name="connsiteX0" fmla="*/ 760815 w 1521631"/>
                <a:gd name="connsiteY0" fmla="*/ 0 h 750239"/>
                <a:gd name="connsiteX1" fmla="*/ 1507335 w 1521631"/>
                <a:gd name="connsiteY1" fmla="*/ 608431 h 750239"/>
                <a:gd name="connsiteX2" fmla="*/ 1521631 w 1521631"/>
                <a:gd name="connsiteY2" fmla="*/ 750239 h 750239"/>
                <a:gd name="connsiteX3" fmla="*/ 1214421 w 1521631"/>
                <a:gd name="connsiteY3" fmla="*/ 750239 h 750239"/>
                <a:gd name="connsiteX4" fmla="*/ 1206367 w 1521631"/>
                <a:gd name="connsiteY4" fmla="*/ 670345 h 750239"/>
                <a:gd name="connsiteX5" fmla="*/ 760814 w 1521631"/>
                <a:gd name="connsiteY5" fmla="*/ 307209 h 750239"/>
                <a:gd name="connsiteX6" fmla="*/ 315262 w 1521631"/>
                <a:gd name="connsiteY6" fmla="*/ 670345 h 750239"/>
                <a:gd name="connsiteX7" fmla="*/ 307208 w 1521631"/>
                <a:gd name="connsiteY7" fmla="*/ 750239 h 750239"/>
                <a:gd name="connsiteX8" fmla="*/ 0 w 1521631"/>
                <a:gd name="connsiteY8" fmla="*/ 750239 h 750239"/>
                <a:gd name="connsiteX9" fmla="*/ 14295 w 1521631"/>
                <a:gd name="connsiteY9" fmla="*/ 608431 h 750239"/>
                <a:gd name="connsiteX10" fmla="*/ 760815 w 1521631"/>
                <a:gd name="connsiteY10" fmla="*/ 0 h 75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31" h="750239">
                  <a:moveTo>
                    <a:pt x="760815" y="0"/>
                  </a:moveTo>
                  <a:cubicBezTo>
                    <a:pt x="1129052" y="0"/>
                    <a:pt x="1436281" y="261200"/>
                    <a:pt x="1507335" y="608431"/>
                  </a:cubicBezTo>
                  <a:lnTo>
                    <a:pt x="1521631" y="750239"/>
                  </a:lnTo>
                  <a:lnTo>
                    <a:pt x="1214421" y="750239"/>
                  </a:lnTo>
                  <a:lnTo>
                    <a:pt x="1206367" y="670345"/>
                  </a:lnTo>
                  <a:cubicBezTo>
                    <a:pt x="1163959" y="463104"/>
                    <a:pt x="980592" y="307209"/>
                    <a:pt x="760814" y="307209"/>
                  </a:cubicBezTo>
                  <a:cubicBezTo>
                    <a:pt x="541036" y="307209"/>
                    <a:pt x="357670" y="463104"/>
                    <a:pt x="315262" y="670345"/>
                  </a:cubicBezTo>
                  <a:lnTo>
                    <a:pt x="307208" y="750239"/>
                  </a:lnTo>
                  <a:lnTo>
                    <a:pt x="0" y="750239"/>
                  </a:lnTo>
                  <a:lnTo>
                    <a:pt x="14295" y="608431"/>
                  </a:lnTo>
                  <a:cubicBezTo>
                    <a:pt x="85349" y="261200"/>
                    <a:pt x="392579" y="0"/>
                    <a:pt x="76081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E43A302E-8580-1E4E-3316-C6B3E41D8DF2}"/>
                </a:ext>
              </a:extLst>
            </p:cNvPr>
            <p:cNvSpPr/>
            <p:nvPr/>
          </p:nvSpPr>
          <p:spPr>
            <a:xfrm>
              <a:off x="11227438" y="5881535"/>
              <a:ext cx="542575" cy="272910"/>
            </a:xfrm>
            <a:custGeom>
              <a:avLst/>
              <a:gdLst>
                <a:gd name="connsiteX0" fmla="*/ 570975 w 1141950"/>
                <a:gd name="connsiteY0" fmla="*/ 0 h 574390"/>
                <a:gd name="connsiteX1" fmla="*/ 1141950 w 1141950"/>
                <a:gd name="connsiteY1" fmla="*/ 570975 h 574390"/>
                <a:gd name="connsiteX2" fmla="*/ 1141606 w 1141950"/>
                <a:gd name="connsiteY2" fmla="*/ 574390 h 574390"/>
                <a:gd name="connsiteX3" fmla="*/ 345 w 1141950"/>
                <a:gd name="connsiteY3" fmla="*/ 574390 h 574390"/>
                <a:gd name="connsiteX4" fmla="*/ 0 w 1141950"/>
                <a:gd name="connsiteY4" fmla="*/ 570975 h 574390"/>
                <a:gd name="connsiteX5" fmla="*/ 570975 w 1141950"/>
                <a:gd name="connsiteY5" fmla="*/ 0 h 57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1950" h="574390">
                  <a:moveTo>
                    <a:pt x="570975" y="0"/>
                  </a:moveTo>
                  <a:cubicBezTo>
                    <a:pt x="886316" y="0"/>
                    <a:pt x="1141950" y="255634"/>
                    <a:pt x="1141950" y="570975"/>
                  </a:cubicBezTo>
                  <a:lnTo>
                    <a:pt x="1141606" y="574390"/>
                  </a:lnTo>
                  <a:lnTo>
                    <a:pt x="345" y="574390"/>
                  </a:lnTo>
                  <a:lnTo>
                    <a:pt x="0" y="570975"/>
                  </a:lnTo>
                  <a:cubicBezTo>
                    <a:pt x="0" y="255634"/>
                    <a:pt x="255634" y="0"/>
                    <a:pt x="5709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8E4A1918-3693-BC69-620C-01E8B18F056C}"/>
                </a:ext>
              </a:extLst>
            </p:cNvPr>
            <p:cNvSpPr/>
            <p:nvPr/>
          </p:nvSpPr>
          <p:spPr>
            <a:xfrm rot="10800000">
              <a:off x="10503441" y="5874739"/>
              <a:ext cx="550362" cy="271355"/>
            </a:xfrm>
            <a:custGeom>
              <a:avLst/>
              <a:gdLst>
                <a:gd name="connsiteX0" fmla="*/ 760815 w 1521631"/>
                <a:gd name="connsiteY0" fmla="*/ 0 h 750239"/>
                <a:gd name="connsiteX1" fmla="*/ 1507335 w 1521631"/>
                <a:gd name="connsiteY1" fmla="*/ 608431 h 750239"/>
                <a:gd name="connsiteX2" fmla="*/ 1521631 w 1521631"/>
                <a:gd name="connsiteY2" fmla="*/ 750239 h 750239"/>
                <a:gd name="connsiteX3" fmla="*/ 1214421 w 1521631"/>
                <a:gd name="connsiteY3" fmla="*/ 750239 h 750239"/>
                <a:gd name="connsiteX4" fmla="*/ 1206367 w 1521631"/>
                <a:gd name="connsiteY4" fmla="*/ 670345 h 750239"/>
                <a:gd name="connsiteX5" fmla="*/ 760814 w 1521631"/>
                <a:gd name="connsiteY5" fmla="*/ 307209 h 750239"/>
                <a:gd name="connsiteX6" fmla="*/ 315262 w 1521631"/>
                <a:gd name="connsiteY6" fmla="*/ 670345 h 750239"/>
                <a:gd name="connsiteX7" fmla="*/ 307208 w 1521631"/>
                <a:gd name="connsiteY7" fmla="*/ 750239 h 750239"/>
                <a:gd name="connsiteX8" fmla="*/ 0 w 1521631"/>
                <a:gd name="connsiteY8" fmla="*/ 750239 h 750239"/>
                <a:gd name="connsiteX9" fmla="*/ 14295 w 1521631"/>
                <a:gd name="connsiteY9" fmla="*/ 608431 h 750239"/>
                <a:gd name="connsiteX10" fmla="*/ 760815 w 1521631"/>
                <a:gd name="connsiteY10" fmla="*/ 0 h 75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31" h="750239">
                  <a:moveTo>
                    <a:pt x="760815" y="0"/>
                  </a:moveTo>
                  <a:cubicBezTo>
                    <a:pt x="1129052" y="0"/>
                    <a:pt x="1436281" y="261200"/>
                    <a:pt x="1507335" y="608431"/>
                  </a:cubicBezTo>
                  <a:lnTo>
                    <a:pt x="1521631" y="750239"/>
                  </a:lnTo>
                  <a:lnTo>
                    <a:pt x="1214421" y="750239"/>
                  </a:lnTo>
                  <a:lnTo>
                    <a:pt x="1206367" y="670345"/>
                  </a:lnTo>
                  <a:cubicBezTo>
                    <a:pt x="1163959" y="463104"/>
                    <a:pt x="980592" y="307209"/>
                    <a:pt x="760814" y="307209"/>
                  </a:cubicBezTo>
                  <a:cubicBezTo>
                    <a:pt x="541036" y="307209"/>
                    <a:pt x="357670" y="463104"/>
                    <a:pt x="315262" y="670345"/>
                  </a:cubicBezTo>
                  <a:lnTo>
                    <a:pt x="307208" y="750239"/>
                  </a:lnTo>
                  <a:lnTo>
                    <a:pt x="0" y="750239"/>
                  </a:lnTo>
                  <a:lnTo>
                    <a:pt x="14295" y="608431"/>
                  </a:lnTo>
                  <a:cubicBezTo>
                    <a:pt x="85349" y="261200"/>
                    <a:pt x="392579" y="0"/>
                    <a:pt x="76081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7345A1A2-7BDB-D01A-77F0-9BFC77E70296}"/>
                </a:ext>
              </a:extLst>
            </p:cNvPr>
            <p:cNvSpPr/>
            <p:nvPr/>
          </p:nvSpPr>
          <p:spPr>
            <a:xfrm rot="16200000">
              <a:off x="289440" y="5297633"/>
              <a:ext cx="542575" cy="272910"/>
            </a:xfrm>
            <a:custGeom>
              <a:avLst/>
              <a:gdLst>
                <a:gd name="connsiteX0" fmla="*/ 570975 w 1141950"/>
                <a:gd name="connsiteY0" fmla="*/ 0 h 574390"/>
                <a:gd name="connsiteX1" fmla="*/ 1141950 w 1141950"/>
                <a:gd name="connsiteY1" fmla="*/ 570975 h 574390"/>
                <a:gd name="connsiteX2" fmla="*/ 1141606 w 1141950"/>
                <a:gd name="connsiteY2" fmla="*/ 574390 h 574390"/>
                <a:gd name="connsiteX3" fmla="*/ 345 w 1141950"/>
                <a:gd name="connsiteY3" fmla="*/ 574390 h 574390"/>
                <a:gd name="connsiteX4" fmla="*/ 0 w 1141950"/>
                <a:gd name="connsiteY4" fmla="*/ 570975 h 574390"/>
                <a:gd name="connsiteX5" fmla="*/ 570975 w 1141950"/>
                <a:gd name="connsiteY5" fmla="*/ 0 h 57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1950" h="574390">
                  <a:moveTo>
                    <a:pt x="570975" y="0"/>
                  </a:moveTo>
                  <a:cubicBezTo>
                    <a:pt x="886316" y="0"/>
                    <a:pt x="1141950" y="255634"/>
                    <a:pt x="1141950" y="570975"/>
                  </a:cubicBezTo>
                  <a:lnTo>
                    <a:pt x="1141606" y="574390"/>
                  </a:lnTo>
                  <a:lnTo>
                    <a:pt x="345" y="574390"/>
                  </a:lnTo>
                  <a:lnTo>
                    <a:pt x="0" y="570975"/>
                  </a:lnTo>
                  <a:cubicBezTo>
                    <a:pt x="0" y="255634"/>
                    <a:pt x="255634" y="0"/>
                    <a:pt x="5709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E537FD63-4FD3-2E23-2CC1-DFC7A1C45660}"/>
                </a:ext>
              </a:extLst>
            </p:cNvPr>
            <p:cNvSpPr/>
            <p:nvPr/>
          </p:nvSpPr>
          <p:spPr>
            <a:xfrm rot="16200000">
              <a:off x="289440" y="3857426"/>
              <a:ext cx="542575" cy="272910"/>
            </a:xfrm>
            <a:custGeom>
              <a:avLst/>
              <a:gdLst>
                <a:gd name="connsiteX0" fmla="*/ 570975 w 1141950"/>
                <a:gd name="connsiteY0" fmla="*/ 0 h 574390"/>
                <a:gd name="connsiteX1" fmla="*/ 1141950 w 1141950"/>
                <a:gd name="connsiteY1" fmla="*/ 570975 h 574390"/>
                <a:gd name="connsiteX2" fmla="*/ 1141606 w 1141950"/>
                <a:gd name="connsiteY2" fmla="*/ 574390 h 574390"/>
                <a:gd name="connsiteX3" fmla="*/ 345 w 1141950"/>
                <a:gd name="connsiteY3" fmla="*/ 574390 h 574390"/>
                <a:gd name="connsiteX4" fmla="*/ 0 w 1141950"/>
                <a:gd name="connsiteY4" fmla="*/ 570975 h 574390"/>
                <a:gd name="connsiteX5" fmla="*/ 570975 w 1141950"/>
                <a:gd name="connsiteY5" fmla="*/ 0 h 57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1950" h="574390">
                  <a:moveTo>
                    <a:pt x="570975" y="0"/>
                  </a:moveTo>
                  <a:cubicBezTo>
                    <a:pt x="886316" y="0"/>
                    <a:pt x="1141950" y="255634"/>
                    <a:pt x="1141950" y="570975"/>
                  </a:cubicBezTo>
                  <a:lnTo>
                    <a:pt x="1141606" y="574390"/>
                  </a:lnTo>
                  <a:lnTo>
                    <a:pt x="345" y="574390"/>
                  </a:lnTo>
                  <a:lnTo>
                    <a:pt x="0" y="570975"/>
                  </a:lnTo>
                  <a:cubicBezTo>
                    <a:pt x="0" y="255634"/>
                    <a:pt x="255634" y="0"/>
                    <a:pt x="5709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2BED532C-C35D-4B2C-0546-AD4ADEB61885}"/>
                </a:ext>
              </a:extLst>
            </p:cNvPr>
            <p:cNvSpPr/>
            <p:nvPr/>
          </p:nvSpPr>
          <p:spPr>
            <a:xfrm rot="5400000">
              <a:off x="285546" y="4578307"/>
              <a:ext cx="550362" cy="271355"/>
            </a:xfrm>
            <a:custGeom>
              <a:avLst/>
              <a:gdLst>
                <a:gd name="connsiteX0" fmla="*/ 760815 w 1521631"/>
                <a:gd name="connsiteY0" fmla="*/ 0 h 750239"/>
                <a:gd name="connsiteX1" fmla="*/ 1507335 w 1521631"/>
                <a:gd name="connsiteY1" fmla="*/ 608431 h 750239"/>
                <a:gd name="connsiteX2" fmla="*/ 1521631 w 1521631"/>
                <a:gd name="connsiteY2" fmla="*/ 750239 h 750239"/>
                <a:gd name="connsiteX3" fmla="*/ 1214421 w 1521631"/>
                <a:gd name="connsiteY3" fmla="*/ 750239 h 750239"/>
                <a:gd name="connsiteX4" fmla="*/ 1206367 w 1521631"/>
                <a:gd name="connsiteY4" fmla="*/ 670345 h 750239"/>
                <a:gd name="connsiteX5" fmla="*/ 760814 w 1521631"/>
                <a:gd name="connsiteY5" fmla="*/ 307209 h 750239"/>
                <a:gd name="connsiteX6" fmla="*/ 315262 w 1521631"/>
                <a:gd name="connsiteY6" fmla="*/ 670345 h 750239"/>
                <a:gd name="connsiteX7" fmla="*/ 307208 w 1521631"/>
                <a:gd name="connsiteY7" fmla="*/ 750239 h 750239"/>
                <a:gd name="connsiteX8" fmla="*/ 0 w 1521631"/>
                <a:gd name="connsiteY8" fmla="*/ 750239 h 750239"/>
                <a:gd name="connsiteX9" fmla="*/ 14295 w 1521631"/>
                <a:gd name="connsiteY9" fmla="*/ 608431 h 750239"/>
                <a:gd name="connsiteX10" fmla="*/ 760815 w 1521631"/>
                <a:gd name="connsiteY10" fmla="*/ 0 h 75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31" h="750239">
                  <a:moveTo>
                    <a:pt x="760815" y="0"/>
                  </a:moveTo>
                  <a:cubicBezTo>
                    <a:pt x="1129052" y="0"/>
                    <a:pt x="1436281" y="261200"/>
                    <a:pt x="1507335" y="608431"/>
                  </a:cubicBezTo>
                  <a:lnTo>
                    <a:pt x="1521631" y="750239"/>
                  </a:lnTo>
                  <a:lnTo>
                    <a:pt x="1214421" y="750239"/>
                  </a:lnTo>
                  <a:lnTo>
                    <a:pt x="1206367" y="670345"/>
                  </a:lnTo>
                  <a:cubicBezTo>
                    <a:pt x="1163959" y="463104"/>
                    <a:pt x="980592" y="307209"/>
                    <a:pt x="760814" y="307209"/>
                  </a:cubicBezTo>
                  <a:cubicBezTo>
                    <a:pt x="541036" y="307209"/>
                    <a:pt x="357670" y="463104"/>
                    <a:pt x="315262" y="670345"/>
                  </a:cubicBezTo>
                  <a:lnTo>
                    <a:pt x="307208" y="750239"/>
                  </a:lnTo>
                  <a:lnTo>
                    <a:pt x="0" y="750239"/>
                  </a:lnTo>
                  <a:lnTo>
                    <a:pt x="14295" y="608431"/>
                  </a:lnTo>
                  <a:cubicBezTo>
                    <a:pt x="85349" y="261200"/>
                    <a:pt x="392579" y="0"/>
                    <a:pt x="76081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DD65D1FD-B9CF-3CAF-CDB5-A0A265F09477}"/>
                </a:ext>
              </a:extLst>
            </p:cNvPr>
            <p:cNvSpPr/>
            <p:nvPr/>
          </p:nvSpPr>
          <p:spPr>
            <a:xfrm rot="16200000">
              <a:off x="289440" y="2417218"/>
              <a:ext cx="542575" cy="272910"/>
            </a:xfrm>
            <a:custGeom>
              <a:avLst/>
              <a:gdLst>
                <a:gd name="connsiteX0" fmla="*/ 570975 w 1141950"/>
                <a:gd name="connsiteY0" fmla="*/ 0 h 574390"/>
                <a:gd name="connsiteX1" fmla="*/ 1141950 w 1141950"/>
                <a:gd name="connsiteY1" fmla="*/ 570975 h 574390"/>
                <a:gd name="connsiteX2" fmla="*/ 1141606 w 1141950"/>
                <a:gd name="connsiteY2" fmla="*/ 574390 h 574390"/>
                <a:gd name="connsiteX3" fmla="*/ 345 w 1141950"/>
                <a:gd name="connsiteY3" fmla="*/ 574390 h 574390"/>
                <a:gd name="connsiteX4" fmla="*/ 0 w 1141950"/>
                <a:gd name="connsiteY4" fmla="*/ 570975 h 574390"/>
                <a:gd name="connsiteX5" fmla="*/ 570975 w 1141950"/>
                <a:gd name="connsiteY5" fmla="*/ 0 h 57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1950" h="574390">
                  <a:moveTo>
                    <a:pt x="570975" y="0"/>
                  </a:moveTo>
                  <a:cubicBezTo>
                    <a:pt x="886316" y="0"/>
                    <a:pt x="1141950" y="255634"/>
                    <a:pt x="1141950" y="570975"/>
                  </a:cubicBezTo>
                  <a:lnTo>
                    <a:pt x="1141606" y="574390"/>
                  </a:lnTo>
                  <a:lnTo>
                    <a:pt x="345" y="574390"/>
                  </a:lnTo>
                  <a:lnTo>
                    <a:pt x="0" y="570975"/>
                  </a:lnTo>
                  <a:cubicBezTo>
                    <a:pt x="0" y="255634"/>
                    <a:pt x="255634" y="0"/>
                    <a:pt x="5709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5B052AE9-83DA-AAB6-231F-EFF69193278A}"/>
                </a:ext>
              </a:extLst>
            </p:cNvPr>
            <p:cNvSpPr/>
            <p:nvPr/>
          </p:nvSpPr>
          <p:spPr>
            <a:xfrm rot="5400000">
              <a:off x="285546" y="3138099"/>
              <a:ext cx="550362" cy="271355"/>
            </a:xfrm>
            <a:custGeom>
              <a:avLst/>
              <a:gdLst>
                <a:gd name="connsiteX0" fmla="*/ 760815 w 1521631"/>
                <a:gd name="connsiteY0" fmla="*/ 0 h 750239"/>
                <a:gd name="connsiteX1" fmla="*/ 1507335 w 1521631"/>
                <a:gd name="connsiteY1" fmla="*/ 608431 h 750239"/>
                <a:gd name="connsiteX2" fmla="*/ 1521631 w 1521631"/>
                <a:gd name="connsiteY2" fmla="*/ 750239 h 750239"/>
                <a:gd name="connsiteX3" fmla="*/ 1214421 w 1521631"/>
                <a:gd name="connsiteY3" fmla="*/ 750239 h 750239"/>
                <a:gd name="connsiteX4" fmla="*/ 1206367 w 1521631"/>
                <a:gd name="connsiteY4" fmla="*/ 670345 h 750239"/>
                <a:gd name="connsiteX5" fmla="*/ 760814 w 1521631"/>
                <a:gd name="connsiteY5" fmla="*/ 307209 h 750239"/>
                <a:gd name="connsiteX6" fmla="*/ 315262 w 1521631"/>
                <a:gd name="connsiteY6" fmla="*/ 670345 h 750239"/>
                <a:gd name="connsiteX7" fmla="*/ 307208 w 1521631"/>
                <a:gd name="connsiteY7" fmla="*/ 750239 h 750239"/>
                <a:gd name="connsiteX8" fmla="*/ 0 w 1521631"/>
                <a:gd name="connsiteY8" fmla="*/ 750239 h 750239"/>
                <a:gd name="connsiteX9" fmla="*/ 14295 w 1521631"/>
                <a:gd name="connsiteY9" fmla="*/ 608431 h 750239"/>
                <a:gd name="connsiteX10" fmla="*/ 760815 w 1521631"/>
                <a:gd name="connsiteY10" fmla="*/ 0 h 75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31" h="750239">
                  <a:moveTo>
                    <a:pt x="760815" y="0"/>
                  </a:moveTo>
                  <a:cubicBezTo>
                    <a:pt x="1129052" y="0"/>
                    <a:pt x="1436281" y="261200"/>
                    <a:pt x="1507335" y="608431"/>
                  </a:cubicBezTo>
                  <a:lnTo>
                    <a:pt x="1521631" y="750239"/>
                  </a:lnTo>
                  <a:lnTo>
                    <a:pt x="1214421" y="750239"/>
                  </a:lnTo>
                  <a:lnTo>
                    <a:pt x="1206367" y="670345"/>
                  </a:lnTo>
                  <a:cubicBezTo>
                    <a:pt x="1163959" y="463104"/>
                    <a:pt x="980592" y="307209"/>
                    <a:pt x="760814" y="307209"/>
                  </a:cubicBezTo>
                  <a:cubicBezTo>
                    <a:pt x="541036" y="307209"/>
                    <a:pt x="357670" y="463104"/>
                    <a:pt x="315262" y="670345"/>
                  </a:cubicBezTo>
                  <a:lnTo>
                    <a:pt x="307208" y="750239"/>
                  </a:lnTo>
                  <a:lnTo>
                    <a:pt x="0" y="750239"/>
                  </a:lnTo>
                  <a:lnTo>
                    <a:pt x="14295" y="608431"/>
                  </a:lnTo>
                  <a:cubicBezTo>
                    <a:pt x="85349" y="261200"/>
                    <a:pt x="392579" y="0"/>
                    <a:pt x="76081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4BD7077B-C877-AC06-1733-69957A4E4105}"/>
                </a:ext>
              </a:extLst>
            </p:cNvPr>
            <p:cNvSpPr/>
            <p:nvPr/>
          </p:nvSpPr>
          <p:spPr>
            <a:xfrm rot="16200000">
              <a:off x="297012" y="977011"/>
              <a:ext cx="542575" cy="272910"/>
            </a:xfrm>
            <a:custGeom>
              <a:avLst/>
              <a:gdLst>
                <a:gd name="connsiteX0" fmla="*/ 570975 w 1141950"/>
                <a:gd name="connsiteY0" fmla="*/ 0 h 574390"/>
                <a:gd name="connsiteX1" fmla="*/ 1141950 w 1141950"/>
                <a:gd name="connsiteY1" fmla="*/ 570975 h 574390"/>
                <a:gd name="connsiteX2" fmla="*/ 1141606 w 1141950"/>
                <a:gd name="connsiteY2" fmla="*/ 574390 h 574390"/>
                <a:gd name="connsiteX3" fmla="*/ 345 w 1141950"/>
                <a:gd name="connsiteY3" fmla="*/ 574390 h 574390"/>
                <a:gd name="connsiteX4" fmla="*/ 0 w 1141950"/>
                <a:gd name="connsiteY4" fmla="*/ 570975 h 574390"/>
                <a:gd name="connsiteX5" fmla="*/ 570975 w 1141950"/>
                <a:gd name="connsiteY5" fmla="*/ 0 h 57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1950" h="574390">
                  <a:moveTo>
                    <a:pt x="570975" y="0"/>
                  </a:moveTo>
                  <a:cubicBezTo>
                    <a:pt x="886316" y="0"/>
                    <a:pt x="1141950" y="255634"/>
                    <a:pt x="1141950" y="570975"/>
                  </a:cubicBezTo>
                  <a:lnTo>
                    <a:pt x="1141606" y="574390"/>
                  </a:lnTo>
                  <a:lnTo>
                    <a:pt x="345" y="574390"/>
                  </a:lnTo>
                  <a:lnTo>
                    <a:pt x="0" y="570975"/>
                  </a:lnTo>
                  <a:cubicBezTo>
                    <a:pt x="0" y="255634"/>
                    <a:pt x="255634" y="0"/>
                    <a:pt x="5709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A588FA7C-F32F-EB17-3D62-AB5572172846}"/>
                </a:ext>
              </a:extLst>
            </p:cNvPr>
            <p:cNvSpPr/>
            <p:nvPr/>
          </p:nvSpPr>
          <p:spPr>
            <a:xfrm rot="5400000">
              <a:off x="285545" y="1697892"/>
              <a:ext cx="550362" cy="271355"/>
            </a:xfrm>
            <a:custGeom>
              <a:avLst/>
              <a:gdLst>
                <a:gd name="connsiteX0" fmla="*/ 760815 w 1521631"/>
                <a:gd name="connsiteY0" fmla="*/ 0 h 750239"/>
                <a:gd name="connsiteX1" fmla="*/ 1507335 w 1521631"/>
                <a:gd name="connsiteY1" fmla="*/ 608431 h 750239"/>
                <a:gd name="connsiteX2" fmla="*/ 1521631 w 1521631"/>
                <a:gd name="connsiteY2" fmla="*/ 750239 h 750239"/>
                <a:gd name="connsiteX3" fmla="*/ 1214421 w 1521631"/>
                <a:gd name="connsiteY3" fmla="*/ 750239 h 750239"/>
                <a:gd name="connsiteX4" fmla="*/ 1206367 w 1521631"/>
                <a:gd name="connsiteY4" fmla="*/ 670345 h 750239"/>
                <a:gd name="connsiteX5" fmla="*/ 760814 w 1521631"/>
                <a:gd name="connsiteY5" fmla="*/ 307209 h 750239"/>
                <a:gd name="connsiteX6" fmla="*/ 315262 w 1521631"/>
                <a:gd name="connsiteY6" fmla="*/ 670345 h 750239"/>
                <a:gd name="connsiteX7" fmla="*/ 307208 w 1521631"/>
                <a:gd name="connsiteY7" fmla="*/ 750239 h 750239"/>
                <a:gd name="connsiteX8" fmla="*/ 0 w 1521631"/>
                <a:gd name="connsiteY8" fmla="*/ 750239 h 750239"/>
                <a:gd name="connsiteX9" fmla="*/ 14295 w 1521631"/>
                <a:gd name="connsiteY9" fmla="*/ 608431 h 750239"/>
                <a:gd name="connsiteX10" fmla="*/ 760815 w 1521631"/>
                <a:gd name="connsiteY10" fmla="*/ 0 h 75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31" h="750239">
                  <a:moveTo>
                    <a:pt x="760815" y="0"/>
                  </a:moveTo>
                  <a:cubicBezTo>
                    <a:pt x="1129052" y="0"/>
                    <a:pt x="1436281" y="261200"/>
                    <a:pt x="1507335" y="608431"/>
                  </a:cubicBezTo>
                  <a:lnTo>
                    <a:pt x="1521631" y="750239"/>
                  </a:lnTo>
                  <a:lnTo>
                    <a:pt x="1214421" y="750239"/>
                  </a:lnTo>
                  <a:lnTo>
                    <a:pt x="1206367" y="670345"/>
                  </a:lnTo>
                  <a:cubicBezTo>
                    <a:pt x="1163959" y="463104"/>
                    <a:pt x="980592" y="307209"/>
                    <a:pt x="760814" y="307209"/>
                  </a:cubicBezTo>
                  <a:cubicBezTo>
                    <a:pt x="541036" y="307209"/>
                    <a:pt x="357670" y="463104"/>
                    <a:pt x="315262" y="670345"/>
                  </a:cubicBezTo>
                  <a:lnTo>
                    <a:pt x="307208" y="750239"/>
                  </a:lnTo>
                  <a:lnTo>
                    <a:pt x="0" y="750239"/>
                  </a:lnTo>
                  <a:lnTo>
                    <a:pt x="14295" y="608431"/>
                  </a:lnTo>
                  <a:cubicBezTo>
                    <a:pt x="85349" y="261200"/>
                    <a:pt x="392579" y="0"/>
                    <a:pt x="76081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5787FDA7-C9A6-37A8-2A14-0FA786882448}"/>
                </a:ext>
              </a:extLst>
            </p:cNvPr>
            <p:cNvSpPr/>
            <p:nvPr/>
          </p:nvSpPr>
          <p:spPr>
            <a:xfrm rot="5400000">
              <a:off x="11350712" y="1681829"/>
              <a:ext cx="542575" cy="272910"/>
            </a:xfrm>
            <a:custGeom>
              <a:avLst/>
              <a:gdLst>
                <a:gd name="connsiteX0" fmla="*/ 570975 w 1141950"/>
                <a:gd name="connsiteY0" fmla="*/ 0 h 574390"/>
                <a:gd name="connsiteX1" fmla="*/ 1141950 w 1141950"/>
                <a:gd name="connsiteY1" fmla="*/ 570975 h 574390"/>
                <a:gd name="connsiteX2" fmla="*/ 1141606 w 1141950"/>
                <a:gd name="connsiteY2" fmla="*/ 574390 h 574390"/>
                <a:gd name="connsiteX3" fmla="*/ 345 w 1141950"/>
                <a:gd name="connsiteY3" fmla="*/ 574390 h 574390"/>
                <a:gd name="connsiteX4" fmla="*/ 0 w 1141950"/>
                <a:gd name="connsiteY4" fmla="*/ 570975 h 574390"/>
                <a:gd name="connsiteX5" fmla="*/ 570975 w 1141950"/>
                <a:gd name="connsiteY5" fmla="*/ 0 h 57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1950" h="574390">
                  <a:moveTo>
                    <a:pt x="570975" y="0"/>
                  </a:moveTo>
                  <a:cubicBezTo>
                    <a:pt x="886316" y="0"/>
                    <a:pt x="1141950" y="255634"/>
                    <a:pt x="1141950" y="570975"/>
                  </a:cubicBezTo>
                  <a:lnTo>
                    <a:pt x="1141606" y="574390"/>
                  </a:lnTo>
                  <a:lnTo>
                    <a:pt x="345" y="574390"/>
                  </a:lnTo>
                  <a:lnTo>
                    <a:pt x="0" y="570975"/>
                  </a:lnTo>
                  <a:cubicBezTo>
                    <a:pt x="0" y="255634"/>
                    <a:pt x="255634" y="0"/>
                    <a:pt x="5709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A6679A99-5BE7-6213-2DEE-79D32EE5BF7C}"/>
                </a:ext>
              </a:extLst>
            </p:cNvPr>
            <p:cNvSpPr/>
            <p:nvPr/>
          </p:nvSpPr>
          <p:spPr>
            <a:xfrm rot="16200000">
              <a:off x="11346819" y="955657"/>
              <a:ext cx="550362" cy="271355"/>
            </a:xfrm>
            <a:custGeom>
              <a:avLst/>
              <a:gdLst>
                <a:gd name="connsiteX0" fmla="*/ 760815 w 1521631"/>
                <a:gd name="connsiteY0" fmla="*/ 0 h 750239"/>
                <a:gd name="connsiteX1" fmla="*/ 1507335 w 1521631"/>
                <a:gd name="connsiteY1" fmla="*/ 608431 h 750239"/>
                <a:gd name="connsiteX2" fmla="*/ 1521631 w 1521631"/>
                <a:gd name="connsiteY2" fmla="*/ 750239 h 750239"/>
                <a:gd name="connsiteX3" fmla="*/ 1214421 w 1521631"/>
                <a:gd name="connsiteY3" fmla="*/ 750239 h 750239"/>
                <a:gd name="connsiteX4" fmla="*/ 1206367 w 1521631"/>
                <a:gd name="connsiteY4" fmla="*/ 670345 h 750239"/>
                <a:gd name="connsiteX5" fmla="*/ 760814 w 1521631"/>
                <a:gd name="connsiteY5" fmla="*/ 307209 h 750239"/>
                <a:gd name="connsiteX6" fmla="*/ 315262 w 1521631"/>
                <a:gd name="connsiteY6" fmla="*/ 670345 h 750239"/>
                <a:gd name="connsiteX7" fmla="*/ 307208 w 1521631"/>
                <a:gd name="connsiteY7" fmla="*/ 750239 h 750239"/>
                <a:gd name="connsiteX8" fmla="*/ 0 w 1521631"/>
                <a:gd name="connsiteY8" fmla="*/ 750239 h 750239"/>
                <a:gd name="connsiteX9" fmla="*/ 14295 w 1521631"/>
                <a:gd name="connsiteY9" fmla="*/ 608431 h 750239"/>
                <a:gd name="connsiteX10" fmla="*/ 760815 w 1521631"/>
                <a:gd name="connsiteY10" fmla="*/ 0 h 75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31" h="750239">
                  <a:moveTo>
                    <a:pt x="760815" y="0"/>
                  </a:moveTo>
                  <a:cubicBezTo>
                    <a:pt x="1129052" y="0"/>
                    <a:pt x="1436281" y="261200"/>
                    <a:pt x="1507335" y="608431"/>
                  </a:cubicBezTo>
                  <a:lnTo>
                    <a:pt x="1521631" y="750239"/>
                  </a:lnTo>
                  <a:lnTo>
                    <a:pt x="1214421" y="750239"/>
                  </a:lnTo>
                  <a:lnTo>
                    <a:pt x="1206367" y="670345"/>
                  </a:lnTo>
                  <a:cubicBezTo>
                    <a:pt x="1163959" y="463104"/>
                    <a:pt x="980592" y="307209"/>
                    <a:pt x="760814" y="307209"/>
                  </a:cubicBezTo>
                  <a:cubicBezTo>
                    <a:pt x="541036" y="307209"/>
                    <a:pt x="357670" y="463104"/>
                    <a:pt x="315262" y="670345"/>
                  </a:cubicBezTo>
                  <a:lnTo>
                    <a:pt x="307208" y="750239"/>
                  </a:lnTo>
                  <a:lnTo>
                    <a:pt x="0" y="750239"/>
                  </a:lnTo>
                  <a:lnTo>
                    <a:pt x="14295" y="608431"/>
                  </a:lnTo>
                  <a:cubicBezTo>
                    <a:pt x="85349" y="261200"/>
                    <a:pt x="392579" y="0"/>
                    <a:pt x="76081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5D67A080-475D-C157-8319-301D9DD528BE}"/>
                </a:ext>
              </a:extLst>
            </p:cNvPr>
            <p:cNvSpPr/>
            <p:nvPr/>
          </p:nvSpPr>
          <p:spPr>
            <a:xfrm rot="5400000">
              <a:off x="11350712" y="3135726"/>
              <a:ext cx="542575" cy="272910"/>
            </a:xfrm>
            <a:custGeom>
              <a:avLst/>
              <a:gdLst>
                <a:gd name="connsiteX0" fmla="*/ 570975 w 1141950"/>
                <a:gd name="connsiteY0" fmla="*/ 0 h 574390"/>
                <a:gd name="connsiteX1" fmla="*/ 1141950 w 1141950"/>
                <a:gd name="connsiteY1" fmla="*/ 570975 h 574390"/>
                <a:gd name="connsiteX2" fmla="*/ 1141606 w 1141950"/>
                <a:gd name="connsiteY2" fmla="*/ 574390 h 574390"/>
                <a:gd name="connsiteX3" fmla="*/ 345 w 1141950"/>
                <a:gd name="connsiteY3" fmla="*/ 574390 h 574390"/>
                <a:gd name="connsiteX4" fmla="*/ 0 w 1141950"/>
                <a:gd name="connsiteY4" fmla="*/ 570975 h 574390"/>
                <a:gd name="connsiteX5" fmla="*/ 570975 w 1141950"/>
                <a:gd name="connsiteY5" fmla="*/ 0 h 57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1950" h="574390">
                  <a:moveTo>
                    <a:pt x="570975" y="0"/>
                  </a:moveTo>
                  <a:cubicBezTo>
                    <a:pt x="886316" y="0"/>
                    <a:pt x="1141950" y="255634"/>
                    <a:pt x="1141950" y="570975"/>
                  </a:cubicBezTo>
                  <a:lnTo>
                    <a:pt x="1141606" y="574390"/>
                  </a:lnTo>
                  <a:lnTo>
                    <a:pt x="345" y="574390"/>
                  </a:lnTo>
                  <a:lnTo>
                    <a:pt x="0" y="570975"/>
                  </a:lnTo>
                  <a:cubicBezTo>
                    <a:pt x="0" y="255634"/>
                    <a:pt x="255634" y="0"/>
                    <a:pt x="5709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21857843-C560-2F7F-D5D0-9B5F7F089061}"/>
                </a:ext>
              </a:extLst>
            </p:cNvPr>
            <p:cNvSpPr/>
            <p:nvPr/>
          </p:nvSpPr>
          <p:spPr>
            <a:xfrm rot="16200000">
              <a:off x="11346819" y="2409554"/>
              <a:ext cx="550362" cy="271355"/>
            </a:xfrm>
            <a:custGeom>
              <a:avLst/>
              <a:gdLst>
                <a:gd name="connsiteX0" fmla="*/ 760815 w 1521631"/>
                <a:gd name="connsiteY0" fmla="*/ 0 h 750239"/>
                <a:gd name="connsiteX1" fmla="*/ 1507335 w 1521631"/>
                <a:gd name="connsiteY1" fmla="*/ 608431 h 750239"/>
                <a:gd name="connsiteX2" fmla="*/ 1521631 w 1521631"/>
                <a:gd name="connsiteY2" fmla="*/ 750239 h 750239"/>
                <a:gd name="connsiteX3" fmla="*/ 1214421 w 1521631"/>
                <a:gd name="connsiteY3" fmla="*/ 750239 h 750239"/>
                <a:gd name="connsiteX4" fmla="*/ 1206367 w 1521631"/>
                <a:gd name="connsiteY4" fmla="*/ 670345 h 750239"/>
                <a:gd name="connsiteX5" fmla="*/ 760814 w 1521631"/>
                <a:gd name="connsiteY5" fmla="*/ 307209 h 750239"/>
                <a:gd name="connsiteX6" fmla="*/ 315262 w 1521631"/>
                <a:gd name="connsiteY6" fmla="*/ 670345 h 750239"/>
                <a:gd name="connsiteX7" fmla="*/ 307208 w 1521631"/>
                <a:gd name="connsiteY7" fmla="*/ 750239 h 750239"/>
                <a:gd name="connsiteX8" fmla="*/ 0 w 1521631"/>
                <a:gd name="connsiteY8" fmla="*/ 750239 h 750239"/>
                <a:gd name="connsiteX9" fmla="*/ 14295 w 1521631"/>
                <a:gd name="connsiteY9" fmla="*/ 608431 h 750239"/>
                <a:gd name="connsiteX10" fmla="*/ 760815 w 1521631"/>
                <a:gd name="connsiteY10" fmla="*/ 0 h 75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31" h="750239">
                  <a:moveTo>
                    <a:pt x="760815" y="0"/>
                  </a:moveTo>
                  <a:cubicBezTo>
                    <a:pt x="1129052" y="0"/>
                    <a:pt x="1436281" y="261200"/>
                    <a:pt x="1507335" y="608431"/>
                  </a:cubicBezTo>
                  <a:lnTo>
                    <a:pt x="1521631" y="750239"/>
                  </a:lnTo>
                  <a:lnTo>
                    <a:pt x="1214421" y="750239"/>
                  </a:lnTo>
                  <a:lnTo>
                    <a:pt x="1206367" y="670345"/>
                  </a:lnTo>
                  <a:cubicBezTo>
                    <a:pt x="1163959" y="463104"/>
                    <a:pt x="980592" y="307209"/>
                    <a:pt x="760814" y="307209"/>
                  </a:cubicBezTo>
                  <a:cubicBezTo>
                    <a:pt x="541036" y="307209"/>
                    <a:pt x="357670" y="463104"/>
                    <a:pt x="315262" y="670345"/>
                  </a:cubicBezTo>
                  <a:lnTo>
                    <a:pt x="307208" y="750239"/>
                  </a:lnTo>
                  <a:lnTo>
                    <a:pt x="0" y="750239"/>
                  </a:lnTo>
                  <a:lnTo>
                    <a:pt x="14295" y="608431"/>
                  </a:lnTo>
                  <a:cubicBezTo>
                    <a:pt x="85349" y="261200"/>
                    <a:pt x="392579" y="0"/>
                    <a:pt x="76081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F775EE45-4E10-04D4-A223-13E40ACFF046}"/>
                </a:ext>
              </a:extLst>
            </p:cNvPr>
            <p:cNvSpPr/>
            <p:nvPr/>
          </p:nvSpPr>
          <p:spPr>
            <a:xfrm rot="5400000">
              <a:off x="11343139" y="4589623"/>
              <a:ext cx="542575" cy="272910"/>
            </a:xfrm>
            <a:custGeom>
              <a:avLst/>
              <a:gdLst>
                <a:gd name="connsiteX0" fmla="*/ 570975 w 1141950"/>
                <a:gd name="connsiteY0" fmla="*/ 0 h 574390"/>
                <a:gd name="connsiteX1" fmla="*/ 1141950 w 1141950"/>
                <a:gd name="connsiteY1" fmla="*/ 570975 h 574390"/>
                <a:gd name="connsiteX2" fmla="*/ 1141606 w 1141950"/>
                <a:gd name="connsiteY2" fmla="*/ 574390 h 574390"/>
                <a:gd name="connsiteX3" fmla="*/ 345 w 1141950"/>
                <a:gd name="connsiteY3" fmla="*/ 574390 h 574390"/>
                <a:gd name="connsiteX4" fmla="*/ 0 w 1141950"/>
                <a:gd name="connsiteY4" fmla="*/ 570975 h 574390"/>
                <a:gd name="connsiteX5" fmla="*/ 570975 w 1141950"/>
                <a:gd name="connsiteY5" fmla="*/ 0 h 57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1950" h="574390">
                  <a:moveTo>
                    <a:pt x="570975" y="0"/>
                  </a:moveTo>
                  <a:cubicBezTo>
                    <a:pt x="886316" y="0"/>
                    <a:pt x="1141950" y="255634"/>
                    <a:pt x="1141950" y="570975"/>
                  </a:cubicBezTo>
                  <a:lnTo>
                    <a:pt x="1141606" y="574390"/>
                  </a:lnTo>
                  <a:lnTo>
                    <a:pt x="345" y="574390"/>
                  </a:lnTo>
                  <a:lnTo>
                    <a:pt x="0" y="570975"/>
                  </a:lnTo>
                  <a:cubicBezTo>
                    <a:pt x="0" y="255634"/>
                    <a:pt x="255634" y="0"/>
                    <a:pt x="5709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27809395-860E-73C3-D532-4160469A88C6}"/>
                </a:ext>
              </a:extLst>
            </p:cNvPr>
            <p:cNvSpPr/>
            <p:nvPr/>
          </p:nvSpPr>
          <p:spPr>
            <a:xfrm rot="16200000">
              <a:off x="11346819" y="3863451"/>
              <a:ext cx="550362" cy="271355"/>
            </a:xfrm>
            <a:custGeom>
              <a:avLst/>
              <a:gdLst>
                <a:gd name="connsiteX0" fmla="*/ 760815 w 1521631"/>
                <a:gd name="connsiteY0" fmla="*/ 0 h 750239"/>
                <a:gd name="connsiteX1" fmla="*/ 1507335 w 1521631"/>
                <a:gd name="connsiteY1" fmla="*/ 608431 h 750239"/>
                <a:gd name="connsiteX2" fmla="*/ 1521631 w 1521631"/>
                <a:gd name="connsiteY2" fmla="*/ 750239 h 750239"/>
                <a:gd name="connsiteX3" fmla="*/ 1214421 w 1521631"/>
                <a:gd name="connsiteY3" fmla="*/ 750239 h 750239"/>
                <a:gd name="connsiteX4" fmla="*/ 1206367 w 1521631"/>
                <a:gd name="connsiteY4" fmla="*/ 670345 h 750239"/>
                <a:gd name="connsiteX5" fmla="*/ 760814 w 1521631"/>
                <a:gd name="connsiteY5" fmla="*/ 307209 h 750239"/>
                <a:gd name="connsiteX6" fmla="*/ 315262 w 1521631"/>
                <a:gd name="connsiteY6" fmla="*/ 670345 h 750239"/>
                <a:gd name="connsiteX7" fmla="*/ 307208 w 1521631"/>
                <a:gd name="connsiteY7" fmla="*/ 750239 h 750239"/>
                <a:gd name="connsiteX8" fmla="*/ 0 w 1521631"/>
                <a:gd name="connsiteY8" fmla="*/ 750239 h 750239"/>
                <a:gd name="connsiteX9" fmla="*/ 14295 w 1521631"/>
                <a:gd name="connsiteY9" fmla="*/ 608431 h 750239"/>
                <a:gd name="connsiteX10" fmla="*/ 760815 w 1521631"/>
                <a:gd name="connsiteY10" fmla="*/ 0 h 75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31" h="750239">
                  <a:moveTo>
                    <a:pt x="760815" y="0"/>
                  </a:moveTo>
                  <a:cubicBezTo>
                    <a:pt x="1129052" y="0"/>
                    <a:pt x="1436281" y="261200"/>
                    <a:pt x="1507335" y="608431"/>
                  </a:cubicBezTo>
                  <a:lnTo>
                    <a:pt x="1521631" y="750239"/>
                  </a:lnTo>
                  <a:lnTo>
                    <a:pt x="1214421" y="750239"/>
                  </a:lnTo>
                  <a:lnTo>
                    <a:pt x="1206367" y="670345"/>
                  </a:lnTo>
                  <a:cubicBezTo>
                    <a:pt x="1163959" y="463104"/>
                    <a:pt x="980592" y="307209"/>
                    <a:pt x="760814" y="307209"/>
                  </a:cubicBezTo>
                  <a:cubicBezTo>
                    <a:pt x="541036" y="307209"/>
                    <a:pt x="357670" y="463104"/>
                    <a:pt x="315262" y="670345"/>
                  </a:cubicBezTo>
                  <a:lnTo>
                    <a:pt x="307208" y="750239"/>
                  </a:lnTo>
                  <a:lnTo>
                    <a:pt x="0" y="750239"/>
                  </a:lnTo>
                  <a:lnTo>
                    <a:pt x="14295" y="608431"/>
                  </a:lnTo>
                  <a:cubicBezTo>
                    <a:pt x="85349" y="261200"/>
                    <a:pt x="392579" y="0"/>
                    <a:pt x="76081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0589E653-5C61-1A3A-26CD-06872A3B6D97}"/>
                </a:ext>
              </a:extLst>
            </p:cNvPr>
            <p:cNvSpPr/>
            <p:nvPr/>
          </p:nvSpPr>
          <p:spPr>
            <a:xfrm rot="16200000">
              <a:off x="11346819" y="5317345"/>
              <a:ext cx="550362" cy="271355"/>
            </a:xfrm>
            <a:custGeom>
              <a:avLst/>
              <a:gdLst>
                <a:gd name="connsiteX0" fmla="*/ 760815 w 1521631"/>
                <a:gd name="connsiteY0" fmla="*/ 0 h 750239"/>
                <a:gd name="connsiteX1" fmla="*/ 1507335 w 1521631"/>
                <a:gd name="connsiteY1" fmla="*/ 608431 h 750239"/>
                <a:gd name="connsiteX2" fmla="*/ 1521631 w 1521631"/>
                <a:gd name="connsiteY2" fmla="*/ 750239 h 750239"/>
                <a:gd name="connsiteX3" fmla="*/ 1214421 w 1521631"/>
                <a:gd name="connsiteY3" fmla="*/ 750239 h 750239"/>
                <a:gd name="connsiteX4" fmla="*/ 1206367 w 1521631"/>
                <a:gd name="connsiteY4" fmla="*/ 670345 h 750239"/>
                <a:gd name="connsiteX5" fmla="*/ 760814 w 1521631"/>
                <a:gd name="connsiteY5" fmla="*/ 307209 h 750239"/>
                <a:gd name="connsiteX6" fmla="*/ 315262 w 1521631"/>
                <a:gd name="connsiteY6" fmla="*/ 670345 h 750239"/>
                <a:gd name="connsiteX7" fmla="*/ 307208 w 1521631"/>
                <a:gd name="connsiteY7" fmla="*/ 750239 h 750239"/>
                <a:gd name="connsiteX8" fmla="*/ 0 w 1521631"/>
                <a:gd name="connsiteY8" fmla="*/ 750239 h 750239"/>
                <a:gd name="connsiteX9" fmla="*/ 14295 w 1521631"/>
                <a:gd name="connsiteY9" fmla="*/ 608431 h 750239"/>
                <a:gd name="connsiteX10" fmla="*/ 760815 w 1521631"/>
                <a:gd name="connsiteY10" fmla="*/ 0 h 75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31" h="750239">
                  <a:moveTo>
                    <a:pt x="760815" y="0"/>
                  </a:moveTo>
                  <a:cubicBezTo>
                    <a:pt x="1129052" y="0"/>
                    <a:pt x="1436281" y="261200"/>
                    <a:pt x="1507335" y="608431"/>
                  </a:cubicBezTo>
                  <a:lnTo>
                    <a:pt x="1521631" y="750239"/>
                  </a:lnTo>
                  <a:lnTo>
                    <a:pt x="1214421" y="750239"/>
                  </a:lnTo>
                  <a:lnTo>
                    <a:pt x="1206367" y="670345"/>
                  </a:lnTo>
                  <a:cubicBezTo>
                    <a:pt x="1163959" y="463104"/>
                    <a:pt x="980592" y="307209"/>
                    <a:pt x="760814" y="307209"/>
                  </a:cubicBezTo>
                  <a:cubicBezTo>
                    <a:pt x="541036" y="307209"/>
                    <a:pt x="357670" y="463104"/>
                    <a:pt x="315262" y="670345"/>
                  </a:cubicBezTo>
                  <a:lnTo>
                    <a:pt x="307208" y="750239"/>
                  </a:lnTo>
                  <a:lnTo>
                    <a:pt x="0" y="750239"/>
                  </a:lnTo>
                  <a:lnTo>
                    <a:pt x="14295" y="608431"/>
                  </a:lnTo>
                  <a:cubicBezTo>
                    <a:pt x="85349" y="261200"/>
                    <a:pt x="392579" y="0"/>
                    <a:pt x="76081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53" name="Text Placeholder 18">
            <a:extLst>
              <a:ext uri="{FF2B5EF4-FFF2-40B4-BE49-F238E27FC236}">
                <a16:creationId xmlns:a16="http://schemas.microsoft.com/office/drawing/2014/main" id="{C054D390-1E85-8F44-71CD-7862A86CBA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34067" y="941436"/>
            <a:ext cx="5875866" cy="2959100"/>
          </a:xfrm>
        </p:spPr>
        <p:txBody>
          <a:bodyPr anchor="ctr">
            <a:noAutofit/>
          </a:bodyPr>
          <a:lstStyle>
            <a:lvl1pPr marL="0" indent="0" algn="ctr">
              <a:buNone/>
              <a:defRPr sz="4500" b="0" i="0">
                <a:solidFill>
                  <a:schemeClr val="bg1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70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70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70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70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Statement Text</a:t>
            </a:r>
          </a:p>
        </p:txBody>
      </p:sp>
    </p:spTree>
    <p:extLst>
      <p:ext uri="{BB962C8B-B14F-4D97-AF65-F5344CB8AC3E}">
        <p14:creationId xmlns:p14="http://schemas.microsoft.com/office/powerpoint/2010/main" val="783459212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Split Statement Slide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105F828-32BC-D16F-6F36-4CF5102B6F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769B88-A62F-BF4D-B564-54CADC332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001401CB-2386-175A-17B6-75D79E6BA225}"/>
              </a:ext>
            </a:extLst>
          </p:cNvPr>
          <p:cNvSpPr/>
          <p:nvPr userDrawn="1"/>
        </p:nvSpPr>
        <p:spPr>
          <a:xfrm>
            <a:off x="-1" y="1348242"/>
            <a:ext cx="3530269" cy="2447016"/>
          </a:xfrm>
          <a:custGeom>
            <a:avLst/>
            <a:gdLst>
              <a:gd name="connsiteX0" fmla="*/ 0 w 3530269"/>
              <a:gd name="connsiteY0" fmla="*/ 0 h 2447016"/>
              <a:gd name="connsiteX1" fmla="*/ 2306761 w 3530269"/>
              <a:gd name="connsiteY1" fmla="*/ 0 h 2447016"/>
              <a:gd name="connsiteX2" fmla="*/ 3530269 w 3530269"/>
              <a:gd name="connsiteY2" fmla="*/ 1223508 h 2447016"/>
              <a:gd name="connsiteX3" fmla="*/ 2306761 w 3530269"/>
              <a:gd name="connsiteY3" fmla="*/ 2447016 h 2447016"/>
              <a:gd name="connsiteX4" fmla="*/ 0 w 3530269"/>
              <a:gd name="connsiteY4" fmla="*/ 2447016 h 2447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30269" h="2447016">
                <a:moveTo>
                  <a:pt x="0" y="0"/>
                </a:moveTo>
                <a:lnTo>
                  <a:pt x="2306761" y="0"/>
                </a:lnTo>
                <a:cubicBezTo>
                  <a:pt x="2982486" y="0"/>
                  <a:pt x="3530269" y="547783"/>
                  <a:pt x="3530269" y="1223508"/>
                </a:cubicBezTo>
                <a:cubicBezTo>
                  <a:pt x="3530269" y="1899233"/>
                  <a:pt x="2982486" y="2447016"/>
                  <a:pt x="2306761" y="2447016"/>
                </a:cubicBezTo>
                <a:lnTo>
                  <a:pt x="0" y="244701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4C55B24-8433-89AB-3675-DEE88B9633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9" y="435175"/>
            <a:ext cx="5008139" cy="606225"/>
          </a:xfrm>
        </p:spPr>
        <p:txBody>
          <a:bodyPr anchor="t">
            <a:normAutofit/>
          </a:bodyPr>
          <a:lstStyle>
            <a:lvl1pPr algn="l">
              <a:defRPr sz="2600">
                <a:solidFill>
                  <a:schemeClr val="accent1"/>
                </a:solidFill>
              </a:defRPr>
            </a:lvl1pPr>
          </a:lstStyle>
          <a:p>
            <a:r>
              <a:rPr lang="en-US"/>
              <a:t>Option Header Here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7B75853-9BA0-67BB-B5B6-B039E321FB1F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3809999" y="1047885"/>
            <a:ext cx="5008139" cy="3461697"/>
          </a:xfrm>
        </p:spPr>
        <p:txBody>
          <a:bodyPr/>
          <a:lstStyle>
            <a:lvl1pPr marL="0" indent="0" algn="l">
              <a:buNone/>
              <a:defRPr sz="1600" b="0" i="0">
                <a:latin typeface="Trefoil Sans Medium" panose="020B0000000000000000" pitchFamily="34" charset="0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Option to add </a:t>
            </a:r>
            <a:r>
              <a:rPr lang="en-US" err="1"/>
              <a:t>subheader</a:t>
            </a:r>
            <a:r>
              <a:rPr lang="en-US"/>
              <a:t> in Trefoil Sans – Medium</a:t>
            </a:r>
          </a:p>
          <a:p>
            <a:pPr lvl="1"/>
            <a:r>
              <a:rPr lang="en-US"/>
              <a:t>Option text here (Trefoil Sans – Light)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74F26BA5-E9D0-3B46-A460-087F8F24293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7109" y="1533118"/>
            <a:ext cx="2745424" cy="2077261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 b="0" i="0">
                <a:latin typeface="Girl Scout Text Book" panose="02020003000000000000" pitchFamily="18" charset="0"/>
              </a:defRPr>
            </a:lvl1pPr>
            <a:lvl2pPr algn="ctr">
              <a:defRPr sz="1600" b="0" i="0">
                <a:latin typeface="Girl Scout Text Book" panose="02020003000000000000" pitchFamily="18" charset="0"/>
              </a:defRPr>
            </a:lvl2pPr>
            <a:lvl3pPr algn="ctr">
              <a:defRPr sz="1600" b="0" i="0">
                <a:latin typeface="Girl Scout Text Book" panose="02020003000000000000" pitchFamily="18" charset="0"/>
              </a:defRPr>
            </a:lvl3pPr>
            <a:lvl4pPr algn="ctr">
              <a:defRPr sz="1600" b="0" i="0">
                <a:latin typeface="Girl Scout Text Book" panose="02020003000000000000" pitchFamily="18" charset="0"/>
              </a:defRPr>
            </a:lvl4pPr>
            <a:lvl5pPr algn="ctr">
              <a:defRPr sz="1600" b="0" i="0">
                <a:latin typeface="Girl Scout Text Book" panose="02020003000000000000" pitchFamily="18" charset="0"/>
              </a:defRPr>
            </a:lvl5pPr>
          </a:lstStyle>
          <a:p>
            <a:pPr lvl="0"/>
            <a:r>
              <a:rPr lang="en-US"/>
              <a:t>Type here to enter statement text.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95626859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Split Statement Slide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105F828-32BC-D16F-6F36-4CF5102B6F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769B88-A62F-BF4D-B564-54CADC332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001401CB-2386-175A-17B6-75D79E6BA225}"/>
              </a:ext>
            </a:extLst>
          </p:cNvPr>
          <p:cNvSpPr/>
          <p:nvPr userDrawn="1"/>
        </p:nvSpPr>
        <p:spPr>
          <a:xfrm>
            <a:off x="-1" y="1348242"/>
            <a:ext cx="3530269" cy="2447016"/>
          </a:xfrm>
          <a:custGeom>
            <a:avLst/>
            <a:gdLst>
              <a:gd name="connsiteX0" fmla="*/ 0 w 3530269"/>
              <a:gd name="connsiteY0" fmla="*/ 0 h 2447016"/>
              <a:gd name="connsiteX1" fmla="*/ 2306761 w 3530269"/>
              <a:gd name="connsiteY1" fmla="*/ 0 h 2447016"/>
              <a:gd name="connsiteX2" fmla="*/ 3530269 w 3530269"/>
              <a:gd name="connsiteY2" fmla="*/ 1223508 h 2447016"/>
              <a:gd name="connsiteX3" fmla="*/ 2306761 w 3530269"/>
              <a:gd name="connsiteY3" fmla="*/ 2447016 h 2447016"/>
              <a:gd name="connsiteX4" fmla="*/ 0 w 3530269"/>
              <a:gd name="connsiteY4" fmla="*/ 2447016 h 2447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30269" h="2447016">
                <a:moveTo>
                  <a:pt x="0" y="0"/>
                </a:moveTo>
                <a:lnTo>
                  <a:pt x="2306761" y="0"/>
                </a:lnTo>
                <a:cubicBezTo>
                  <a:pt x="2982486" y="0"/>
                  <a:pt x="3530269" y="547783"/>
                  <a:pt x="3530269" y="1223508"/>
                </a:cubicBezTo>
                <a:cubicBezTo>
                  <a:pt x="3530269" y="1899233"/>
                  <a:pt x="2982486" y="2447016"/>
                  <a:pt x="2306761" y="2447016"/>
                </a:cubicBezTo>
                <a:lnTo>
                  <a:pt x="0" y="244701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4C55B24-8433-89AB-3675-DEE88B9633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9" y="435175"/>
            <a:ext cx="5008139" cy="606225"/>
          </a:xfrm>
        </p:spPr>
        <p:txBody>
          <a:bodyPr anchor="t">
            <a:normAutofit/>
          </a:bodyPr>
          <a:lstStyle>
            <a:lvl1pPr algn="l">
              <a:defRPr sz="2600">
                <a:solidFill>
                  <a:schemeClr val="accent1"/>
                </a:solidFill>
              </a:defRPr>
            </a:lvl1pPr>
          </a:lstStyle>
          <a:p>
            <a:r>
              <a:rPr lang="en-US"/>
              <a:t>Option Header Here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7B75853-9BA0-67BB-B5B6-B039E321FB1F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3809999" y="1047885"/>
            <a:ext cx="5008139" cy="3461697"/>
          </a:xfrm>
        </p:spPr>
        <p:txBody>
          <a:bodyPr/>
          <a:lstStyle>
            <a:lvl1pPr marL="0" indent="0" algn="l">
              <a:buNone/>
              <a:defRPr sz="1600" b="0" i="0">
                <a:latin typeface="Trefoil Sans Medium" panose="020B0000000000000000" pitchFamily="34" charset="0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Option to add </a:t>
            </a:r>
            <a:r>
              <a:rPr lang="en-US" err="1"/>
              <a:t>subheader</a:t>
            </a:r>
            <a:r>
              <a:rPr lang="en-US"/>
              <a:t> in Trefoil Sans – Medium</a:t>
            </a:r>
          </a:p>
          <a:p>
            <a:pPr lvl="1"/>
            <a:r>
              <a:rPr lang="en-US"/>
              <a:t>Option text here (Trefoil Sans – Light)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74F26BA5-E9D0-3B46-A460-087F8F24293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7109" y="1533118"/>
            <a:ext cx="2745424" cy="2077261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 b="0" i="0">
                <a:solidFill>
                  <a:schemeClr val="accent3"/>
                </a:solidFill>
                <a:latin typeface="Girl Scout Text Book" panose="02020003000000000000" pitchFamily="18" charset="0"/>
              </a:defRPr>
            </a:lvl1pPr>
            <a:lvl2pPr algn="ctr">
              <a:defRPr sz="1600" b="0" i="0">
                <a:solidFill>
                  <a:schemeClr val="accent3"/>
                </a:solidFill>
                <a:latin typeface="Girl Scout Text Book" panose="02020003000000000000" pitchFamily="18" charset="0"/>
              </a:defRPr>
            </a:lvl2pPr>
            <a:lvl3pPr algn="ctr">
              <a:defRPr sz="1600" b="0" i="0">
                <a:solidFill>
                  <a:schemeClr val="accent3"/>
                </a:solidFill>
                <a:latin typeface="Girl Scout Text Book" panose="02020003000000000000" pitchFamily="18" charset="0"/>
              </a:defRPr>
            </a:lvl3pPr>
            <a:lvl4pPr algn="ctr">
              <a:defRPr sz="1600" b="0" i="0">
                <a:solidFill>
                  <a:schemeClr val="accent3"/>
                </a:solidFill>
                <a:latin typeface="Girl Scout Text Book" panose="02020003000000000000" pitchFamily="18" charset="0"/>
              </a:defRPr>
            </a:lvl4pPr>
            <a:lvl5pPr algn="ctr">
              <a:defRPr sz="1600" b="0" i="0">
                <a:solidFill>
                  <a:schemeClr val="accent3"/>
                </a:solidFill>
                <a:latin typeface="Girl Scout Text Book" panose="02020003000000000000" pitchFamily="18" charset="0"/>
              </a:defRPr>
            </a:lvl5pPr>
          </a:lstStyle>
          <a:p>
            <a:pPr lvl="0"/>
            <a:r>
              <a:rPr lang="en-US"/>
              <a:t>Type here to enter statement text.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76386184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Split Statement Slide-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7204851-9EFA-C9D9-2BE1-DB3F00DA2FC2}"/>
              </a:ext>
            </a:extLst>
          </p:cNvPr>
          <p:cNvSpPr/>
          <p:nvPr userDrawn="1"/>
        </p:nvSpPr>
        <p:spPr>
          <a:xfrm>
            <a:off x="0" y="0"/>
            <a:ext cx="3548742" cy="516317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105F828-32BC-D16F-6F36-4CF5102B6F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769B88-A62F-BF4D-B564-54CADC332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1A146E06-0D50-1A0C-A96D-8F56B7AA3377}"/>
              </a:ext>
            </a:extLst>
          </p:cNvPr>
          <p:cNvSpPr/>
          <p:nvPr userDrawn="1"/>
        </p:nvSpPr>
        <p:spPr>
          <a:xfrm>
            <a:off x="-228601" y="1348242"/>
            <a:ext cx="3459233" cy="2450592"/>
          </a:xfrm>
          <a:custGeom>
            <a:avLst/>
            <a:gdLst>
              <a:gd name="connsiteX0" fmla="*/ 0 w 3459233"/>
              <a:gd name="connsiteY0" fmla="*/ 0 h 2447016"/>
              <a:gd name="connsiteX1" fmla="*/ 2235725 w 3459233"/>
              <a:gd name="connsiteY1" fmla="*/ 0 h 2447016"/>
              <a:gd name="connsiteX2" fmla="*/ 3459233 w 3459233"/>
              <a:gd name="connsiteY2" fmla="*/ 1223508 h 2447016"/>
              <a:gd name="connsiteX3" fmla="*/ 2235725 w 3459233"/>
              <a:gd name="connsiteY3" fmla="*/ 2447016 h 2447016"/>
              <a:gd name="connsiteX4" fmla="*/ 0 w 3459233"/>
              <a:gd name="connsiteY4" fmla="*/ 2447016 h 2447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9233" h="2447016">
                <a:moveTo>
                  <a:pt x="0" y="0"/>
                </a:moveTo>
                <a:lnTo>
                  <a:pt x="2235725" y="0"/>
                </a:lnTo>
                <a:cubicBezTo>
                  <a:pt x="2911450" y="0"/>
                  <a:pt x="3459233" y="547783"/>
                  <a:pt x="3459233" y="1223508"/>
                </a:cubicBezTo>
                <a:cubicBezTo>
                  <a:pt x="3459233" y="1899233"/>
                  <a:pt x="2911450" y="2447016"/>
                  <a:pt x="2235725" y="2447016"/>
                </a:cubicBezTo>
                <a:lnTo>
                  <a:pt x="0" y="2447016"/>
                </a:lnTo>
                <a:close/>
              </a:path>
            </a:pathLst>
          </a:custGeom>
          <a:noFill/>
          <a:ln w="15875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AA8781CC-32AE-F8BA-970C-036ECA256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9" y="435175"/>
            <a:ext cx="5008139" cy="606225"/>
          </a:xfrm>
        </p:spPr>
        <p:txBody>
          <a:bodyPr anchor="t">
            <a:normAutofit/>
          </a:bodyPr>
          <a:lstStyle>
            <a:lvl1pPr algn="l">
              <a:defRPr sz="2600">
                <a:solidFill>
                  <a:schemeClr val="accent1"/>
                </a:solidFill>
              </a:defRPr>
            </a:lvl1pPr>
          </a:lstStyle>
          <a:p>
            <a:r>
              <a:rPr lang="en-US"/>
              <a:t>Option Header Here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AC7C992-23C1-A498-B23A-DCA3C724FD8D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3809999" y="1047885"/>
            <a:ext cx="5008139" cy="3461697"/>
          </a:xfrm>
        </p:spPr>
        <p:txBody>
          <a:bodyPr/>
          <a:lstStyle>
            <a:lvl1pPr marL="0" indent="0" algn="l">
              <a:buNone/>
              <a:defRPr sz="1600" b="0" i="0">
                <a:latin typeface="Trefoil Sans Medium" panose="020B0000000000000000" pitchFamily="34" charset="0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Option to add </a:t>
            </a:r>
            <a:r>
              <a:rPr lang="en-US" err="1"/>
              <a:t>subheader</a:t>
            </a:r>
            <a:r>
              <a:rPr lang="en-US"/>
              <a:t> in Trefoil Sans – Medium</a:t>
            </a:r>
          </a:p>
          <a:p>
            <a:pPr lvl="1"/>
            <a:r>
              <a:rPr lang="en-US"/>
              <a:t>Option text here (Trefoil Sans – Light)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1AFE12C9-C68B-F838-D721-84513438F0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7109" y="1533118"/>
            <a:ext cx="2745424" cy="2077261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 b="0" i="0">
                <a:solidFill>
                  <a:schemeClr val="accent3"/>
                </a:solidFill>
                <a:latin typeface="Girl Scout Text Book" panose="02020003000000000000" pitchFamily="18" charset="0"/>
              </a:defRPr>
            </a:lvl1pPr>
            <a:lvl2pPr algn="ctr">
              <a:defRPr sz="1600" b="0" i="0">
                <a:solidFill>
                  <a:schemeClr val="accent3"/>
                </a:solidFill>
                <a:latin typeface="Girl Scout Text Book" panose="02020003000000000000" pitchFamily="18" charset="0"/>
              </a:defRPr>
            </a:lvl2pPr>
            <a:lvl3pPr algn="ctr">
              <a:defRPr sz="1600" b="0" i="0">
                <a:solidFill>
                  <a:schemeClr val="accent3"/>
                </a:solidFill>
                <a:latin typeface="Girl Scout Text Book" panose="02020003000000000000" pitchFamily="18" charset="0"/>
              </a:defRPr>
            </a:lvl3pPr>
            <a:lvl4pPr algn="ctr">
              <a:defRPr sz="1600" b="0" i="0">
                <a:solidFill>
                  <a:schemeClr val="accent3"/>
                </a:solidFill>
                <a:latin typeface="Girl Scout Text Book" panose="02020003000000000000" pitchFamily="18" charset="0"/>
              </a:defRPr>
            </a:lvl4pPr>
            <a:lvl5pPr algn="ctr">
              <a:defRPr sz="1600" b="0" i="0">
                <a:solidFill>
                  <a:schemeClr val="accent3"/>
                </a:solidFill>
                <a:latin typeface="Girl Scout Text Book" panose="02020003000000000000" pitchFamily="18" charset="0"/>
              </a:defRPr>
            </a:lvl5pPr>
          </a:lstStyle>
          <a:p>
            <a:pPr lvl="0"/>
            <a:r>
              <a:rPr lang="en-US"/>
              <a:t>Type here to enter statement text.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71046553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Statement Slide | With Image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47FDF4-F43B-BA83-49C4-BC6112B6FB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5F9BE5-8FDE-E04E-32DB-88660E571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5" name="Text Placeholder 46">
            <a:extLst>
              <a:ext uri="{FF2B5EF4-FFF2-40B4-BE49-F238E27FC236}">
                <a16:creationId xmlns:a16="http://schemas.microsoft.com/office/drawing/2014/main" id="{6575B741-BBAF-F595-2A4B-BD52607B1EC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17485" y="139659"/>
            <a:ext cx="3655705" cy="27922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tx1"/>
                </a:solidFill>
                <a:latin typeface="Trefoil Sans Medium" panose="020B0000000000000000" pitchFamily="34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Type here to enter the presentation section name.</a:t>
            </a:r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0C36EC76-FB3E-DE2E-E67E-9433D73184D7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277813" y="279400"/>
            <a:ext cx="4230687" cy="4458746"/>
          </a:xfrm>
          <a:prstGeom prst="roundRect">
            <a:avLst>
              <a:gd name="adj" fmla="val 2210"/>
            </a:avLst>
          </a:pr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image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5419099-9D37-ACF7-7B05-BF91649E893C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4817486" y="678826"/>
            <a:ext cx="4048701" cy="4059320"/>
          </a:xfrm>
        </p:spPr>
        <p:txBody>
          <a:bodyPr>
            <a:normAutofit/>
          </a:bodyPr>
          <a:lstStyle>
            <a:lvl1pPr marL="0" indent="0" algn="l">
              <a:buNone/>
              <a:defRPr sz="26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1pPr>
            <a:lvl2pPr algn="l">
              <a:defRPr sz="26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2pPr>
            <a:lvl3pPr algn="l">
              <a:defRPr sz="26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3pPr>
            <a:lvl4pPr algn="l">
              <a:defRPr sz="26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4pPr>
            <a:lvl5pPr algn="l">
              <a:defRPr sz="26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statement text.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09560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Statement Slide | With Image-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icture Placeholder 55">
            <a:extLst>
              <a:ext uri="{FF2B5EF4-FFF2-40B4-BE49-F238E27FC236}">
                <a16:creationId xmlns:a16="http://schemas.microsoft.com/office/drawing/2014/main" id="{B68913DF-FA50-180F-96C8-0FC89E447342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0" y="279268"/>
            <a:ext cx="4508501" cy="4458878"/>
          </a:xfrm>
          <a:custGeom>
            <a:avLst/>
            <a:gdLst>
              <a:gd name="connsiteX0" fmla="*/ 0 w 4508501"/>
              <a:gd name="connsiteY0" fmla="*/ 0 h 4458878"/>
              <a:gd name="connsiteX1" fmla="*/ 2154743 w 4508501"/>
              <a:gd name="connsiteY1" fmla="*/ 0 h 4458878"/>
              <a:gd name="connsiteX2" fmla="*/ 2154743 w 4508501"/>
              <a:gd name="connsiteY2" fmla="*/ 6278 h 4458878"/>
              <a:gd name="connsiteX3" fmla="*/ 2279062 w 4508501"/>
              <a:gd name="connsiteY3" fmla="*/ 0 h 4458878"/>
              <a:gd name="connsiteX4" fmla="*/ 4508501 w 4508501"/>
              <a:gd name="connsiteY4" fmla="*/ 2229439 h 4458878"/>
              <a:gd name="connsiteX5" fmla="*/ 2279062 w 4508501"/>
              <a:gd name="connsiteY5" fmla="*/ 4458878 h 4458878"/>
              <a:gd name="connsiteX6" fmla="*/ 2154743 w 4508501"/>
              <a:gd name="connsiteY6" fmla="*/ 4452601 h 4458878"/>
              <a:gd name="connsiteX7" fmla="*/ 2154743 w 4508501"/>
              <a:gd name="connsiteY7" fmla="*/ 4454539 h 4458878"/>
              <a:gd name="connsiteX8" fmla="*/ 0 w 4508501"/>
              <a:gd name="connsiteY8" fmla="*/ 4454539 h 4458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08501" h="4458878">
                <a:moveTo>
                  <a:pt x="0" y="0"/>
                </a:moveTo>
                <a:lnTo>
                  <a:pt x="2154743" y="0"/>
                </a:lnTo>
                <a:lnTo>
                  <a:pt x="2154743" y="6278"/>
                </a:lnTo>
                <a:lnTo>
                  <a:pt x="2279062" y="0"/>
                </a:lnTo>
                <a:cubicBezTo>
                  <a:pt x="3510347" y="0"/>
                  <a:pt x="4508501" y="998154"/>
                  <a:pt x="4508501" y="2229439"/>
                </a:cubicBezTo>
                <a:cubicBezTo>
                  <a:pt x="4508501" y="3460724"/>
                  <a:pt x="3510347" y="4458878"/>
                  <a:pt x="2279062" y="4458878"/>
                </a:cubicBezTo>
                <a:lnTo>
                  <a:pt x="2154743" y="4452601"/>
                </a:lnTo>
                <a:lnTo>
                  <a:pt x="2154743" y="4454539"/>
                </a:lnTo>
                <a:lnTo>
                  <a:pt x="0" y="4454539"/>
                </a:lnTo>
                <a:close/>
              </a:path>
            </a:pathLst>
          </a:cu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	Click icon to add image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47FDF4-F43B-BA83-49C4-BC6112B6FB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5F9BE5-8FDE-E04E-32DB-88660E571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5" name="Text Placeholder 46">
            <a:extLst>
              <a:ext uri="{FF2B5EF4-FFF2-40B4-BE49-F238E27FC236}">
                <a16:creationId xmlns:a16="http://schemas.microsoft.com/office/drawing/2014/main" id="{6575B741-BBAF-F595-2A4B-BD52607B1EC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17485" y="139659"/>
            <a:ext cx="3655705" cy="27922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tx1"/>
                </a:solidFill>
                <a:latin typeface="Trefoil Sans Medium" panose="020B0000000000000000" pitchFamily="34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Type here to enter the presentation section name.</a:t>
            </a:r>
          </a:p>
        </p:txBody>
      </p:sp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D7B43E7E-5DFA-E8FF-66EE-7DF28BED3425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4817486" y="678826"/>
            <a:ext cx="4048701" cy="4059320"/>
          </a:xfrm>
        </p:spPr>
        <p:txBody>
          <a:bodyPr>
            <a:normAutofit/>
          </a:bodyPr>
          <a:lstStyle>
            <a:lvl1pPr marL="0" indent="0" algn="l">
              <a:buNone/>
              <a:defRPr sz="26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1pPr>
            <a:lvl2pPr algn="l">
              <a:defRPr sz="26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2pPr>
            <a:lvl3pPr algn="l">
              <a:defRPr sz="26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3pPr>
            <a:lvl4pPr algn="l">
              <a:defRPr sz="26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4pPr>
            <a:lvl5pPr algn="l">
              <a:defRPr sz="26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statement text.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59726842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Statement Slide | With Image-3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4BE114-87C6-BD65-128F-AD7927A3CB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46500F-4F40-957A-93B8-49257B674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7" name="Rectangle 114">
            <a:extLst>
              <a:ext uri="{FF2B5EF4-FFF2-40B4-BE49-F238E27FC236}">
                <a16:creationId xmlns:a16="http://schemas.microsoft.com/office/drawing/2014/main" id="{328FBCFE-3AEA-5BAE-5945-A1CDE03166AA}"/>
              </a:ext>
            </a:extLst>
          </p:cNvPr>
          <p:cNvSpPr/>
          <p:nvPr userDrawn="1"/>
        </p:nvSpPr>
        <p:spPr>
          <a:xfrm>
            <a:off x="339009" y="377072"/>
            <a:ext cx="3912480" cy="4389356"/>
          </a:xfrm>
          <a:custGeom>
            <a:avLst/>
            <a:gdLst>
              <a:gd name="connsiteX0" fmla="*/ 0 w 2155657"/>
              <a:gd name="connsiteY0" fmla="*/ 0 h 401637"/>
              <a:gd name="connsiteX1" fmla="*/ 2155657 w 2155657"/>
              <a:gd name="connsiteY1" fmla="*/ 0 h 401637"/>
              <a:gd name="connsiteX2" fmla="*/ 2155657 w 2155657"/>
              <a:gd name="connsiteY2" fmla="*/ 401637 h 401637"/>
              <a:gd name="connsiteX3" fmla="*/ 0 w 2155657"/>
              <a:gd name="connsiteY3" fmla="*/ 401637 h 401637"/>
              <a:gd name="connsiteX4" fmla="*/ 0 w 2155657"/>
              <a:gd name="connsiteY4" fmla="*/ 0 h 401637"/>
              <a:gd name="connsiteX0" fmla="*/ 0 w 2155657"/>
              <a:gd name="connsiteY0" fmla="*/ 207783 h 609420"/>
              <a:gd name="connsiteX1" fmla="*/ 2155657 w 2155657"/>
              <a:gd name="connsiteY1" fmla="*/ 207783 h 609420"/>
              <a:gd name="connsiteX2" fmla="*/ 2155657 w 2155657"/>
              <a:gd name="connsiteY2" fmla="*/ 609420 h 609420"/>
              <a:gd name="connsiteX3" fmla="*/ 0 w 2155657"/>
              <a:gd name="connsiteY3" fmla="*/ 609420 h 609420"/>
              <a:gd name="connsiteX4" fmla="*/ 0 w 2155657"/>
              <a:gd name="connsiteY4" fmla="*/ 207783 h 609420"/>
              <a:gd name="connsiteX0" fmla="*/ 0 w 2155657"/>
              <a:gd name="connsiteY0" fmla="*/ 313150 h 714787"/>
              <a:gd name="connsiteX1" fmla="*/ 2155657 w 2155657"/>
              <a:gd name="connsiteY1" fmla="*/ 313150 h 714787"/>
              <a:gd name="connsiteX2" fmla="*/ 2155657 w 2155657"/>
              <a:gd name="connsiteY2" fmla="*/ 714787 h 714787"/>
              <a:gd name="connsiteX3" fmla="*/ 0 w 2155657"/>
              <a:gd name="connsiteY3" fmla="*/ 714787 h 714787"/>
              <a:gd name="connsiteX4" fmla="*/ 0 w 2155657"/>
              <a:gd name="connsiteY4" fmla="*/ 313150 h 714787"/>
              <a:gd name="connsiteX0" fmla="*/ 0 w 2155657"/>
              <a:gd name="connsiteY0" fmla="*/ 305010 h 706647"/>
              <a:gd name="connsiteX1" fmla="*/ 2155657 w 2155657"/>
              <a:gd name="connsiteY1" fmla="*/ 305010 h 706647"/>
              <a:gd name="connsiteX2" fmla="*/ 2155657 w 2155657"/>
              <a:gd name="connsiteY2" fmla="*/ 706647 h 706647"/>
              <a:gd name="connsiteX3" fmla="*/ 0 w 2155657"/>
              <a:gd name="connsiteY3" fmla="*/ 706647 h 706647"/>
              <a:gd name="connsiteX4" fmla="*/ 0 w 2155657"/>
              <a:gd name="connsiteY4" fmla="*/ 305010 h 706647"/>
              <a:gd name="connsiteX0" fmla="*/ 0 w 2155657"/>
              <a:gd name="connsiteY0" fmla="*/ 312392 h 714029"/>
              <a:gd name="connsiteX1" fmla="*/ 2155657 w 2155657"/>
              <a:gd name="connsiteY1" fmla="*/ 312392 h 714029"/>
              <a:gd name="connsiteX2" fmla="*/ 2155657 w 2155657"/>
              <a:gd name="connsiteY2" fmla="*/ 714029 h 714029"/>
              <a:gd name="connsiteX3" fmla="*/ 0 w 2155657"/>
              <a:gd name="connsiteY3" fmla="*/ 714029 h 714029"/>
              <a:gd name="connsiteX4" fmla="*/ 0 w 2155657"/>
              <a:gd name="connsiteY4" fmla="*/ 312392 h 714029"/>
              <a:gd name="connsiteX0" fmla="*/ 9835 w 2165492"/>
              <a:gd name="connsiteY0" fmla="*/ 312392 h 2209018"/>
              <a:gd name="connsiteX1" fmla="*/ 2165492 w 2165492"/>
              <a:gd name="connsiteY1" fmla="*/ 312392 h 2209018"/>
              <a:gd name="connsiteX2" fmla="*/ 2165492 w 2165492"/>
              <a:gd name="connsiteY2" fmla="*/ 714029 h 2209018"/>
              <a:gd name="connsiteX3" fmla="*/ 0 w 2165492"/>
              <a:gd name="connsiteY3" fmla="*/ 2209018 h 2209018"/>
              <a:gd name="connsiteX4" fmla="*/ 9835 w 2165492"/>
              <a:gd name="connsiteY4" fmla="*/ 312392 h 2209018"/>
              <a:gd name="connsiteX0" fmla="*/ 0 w 2155657"/>
              <a:gd name="connsiteY0" fmla="*/ 312392 h 2209018"/>
              <a:gd name="connsiteX1" fmla="*/ 2155657 w 2155657"/>
              <a:gd name="connsiteY1" fmla="*/ 312392 h 2209018"/>
              <a:gd name="connsiteX2" fmla="*/ 2155657 w 2155657"/>
              <a:gd name="connsiteY2" fmla="*/ 714029 h 2209018"/>
              <a:gd name="connsiteX3" fmla="*/ 0 w 2155657"/>
              <a:gd name="connsiteY3" fmla="*/ 2209018 h 2209018"/>
              <a:gd name="connsiteX4" fmla="*/ 0 w 2155657"/>
              <a:gd name="connsiteY4" fmla="*/ 312392 h 2209018"/>
              <a:gd name="connsiteX0" fmla="*/ 0 w 2165492"/>
              <a:gd name="connsiteY0" fmla="*/ 312392 h 2209018"/>
              <a:gd name="connsiteX1" fmla="*/ 2155657 w 2165492"/>
              <a:gd name="connsiteY1" fmla="*/ 312392 h 2209018"/>
              <a:gd name="connsiteX2" fmla="*/ 2165492 w 2165492"/>
              <a:gd name="connsiteY2" fmla="*/ 2209018 h 2209018"/>
              <a:gd name="connsiteX3" fmla="*/ 0 w 2165492"/>
              <a:gd name="connsiteY3" fmla="*/ 2209018 h 2209018"/>
              <a:gd name="connsiteX4" fmla="*/ 0 w 2165492"/>
              <a:gd name="connsiteY4" fmla="*/ 312392 h 2209018"/>
              <a:gd name="connsiteX0" fmla="*/ 0 w 2156603"/>
              <a:gd name="connsiteY0" fmla="*/ 312392 h 2209018"/>
              <a:gd name="connsiteX1" fmla="*/ 2155657 w 2156603"/>
              <a:gd name="connsiteY1" fmla="*/ 312392 h 2209018"/>
              <a:gd name="connsiteX2" fmla="*/ 2155656 w 2156603"/>
              <a:gd name="connsiteY2" fmla="*/ 2209018 h 2209018"/>
              <a:gd name="connsiteX3" fmla="*/ 0 w 2156603"/>
              <a:gd name="connsiteY3" fmla="*/ 2209018 h 2209018"/>
              <a:gd name="connsiteX4" fmla="*/ 0 w 2156603"/>
              <a:gd name="connsiteY4" fmla="*/ 312392 h 2209018"/>
              <a:gd name="connsiteX0" fmla="*/ 0 w 2160573"/>
              <a:gd name="connsiteY0" fmla="*/ 312392 h 2209018"/>
              <a:gd name="connsiteX1" fmla="*/ 2155657 w 2160573"/>
              <a:gd name="connsiteY1" fmla="*/ 312392 h 2209018"/>
              <a:gd name="connsiteX2" fmla="*/ 2160573 w 2160573"/>
              <a:gd name="connsiteY2" fmla="*/ 2209018 h 2209018"/>
              <a:gd name="connsiteX3" fmla="*/ 0 w 2160573"/>
              <a:gd name="connsiteY3" fmla="*/ 2209018 h 2209018"/>
              <a:gd name="connsiteX4" fmla="*/ 0 w 2160573"/>
              <a:gd name="connsiteY4" fmla="*/ 312392 h 2209018"/>
              <a:gd name="connsiteX0" fmla="*/ 0 w 2156603"/>
              <a:gd name="connsiteY0" fmla="*/ 312392 h 2209018"/>
              <a:gd name="connsiteX1" fmla="*/ 2155657 w 2156603"/>
              <a:gd name="connsiteY1" fmla="*/ 312392 h 2209018"/>
              <a:gd name="connsiteX2" fmla="*/ 2155655 w 2156603"/>
              <a:gd name="connsiteY2" fmla="*/ 2209018 h 2209018"/>
              <a:gd name="connsiteX3" fmla="*/ 0 w 2156603"/>
              <a:gd name="connsiteY3" fmla="*/ 2209018 h 2209018"/>
              <a:gd name="connsiteX4" fmla="*/ 0 w 2156603"/>
              <a:gd name="connsiteY4" fmla="*/ 312392 h 2209018"/>
              <a:gd name="connsiteX0" fmla="*/ 0 w 2160573"/>
              <a:gd name="connsiteY0" fmla="*/ 312392 h 2209018"/>
              <a:gd name="connsiteX1" fmla="*/ 2155657 w 2160573"/>
              <a:gd name="connsiteY1" fmla="*/ 312392 h 2209018"/>
              <a:gd name="connsiteX2" fmla="*/ 2160573 w 2160573"/>
              <a:gd name="connsiteY2" fmla="*/ 2209018 h 2209018"/>
              <a:gd name="connsiteX3" fmla="*/ 0 w 2160573"/>
              <a:gd name="connsiteY3" fmla="*/ 2209018 h 2209018"/>
              <a:gd name="connsiteX4" fmla="*/ 0 w 2160573"/>
              <a:gd name="connsiteY4" fmla="*/ 312392 h 2209018"/>
              <a:gd name="connsiteX0" fmla="*/ 0 w 2157073"/>
              <a:gd name="connsiteY0" fmla="*/ 312392 h 2209018"/>
              <a:gd name="connsiteX1" fmla="*/ 2155657 w 2157073"/>
              <a:gd name="connsiteY1" fmla="*/ 312392 h 2209018"/>
              <a:gd name="connsiteX2" fmla="*/ 2157073 w 2157073"/>
              <a:gd name="connsiteY2" fmla="*/ 2205518 h 2209018"/>
              <a:gd name="connsiteX3" fmla="*/ 0 w 2157073"/>
              <a:gd name="connsiteY3" fmla="*/ 2209018 h 2209018"/>
              <a:gd name="connsiteX4" fmla="*/ 0 w 2157073"/>
              <a:gd name="connsiteY4" fmla="*/ 312392 h 2209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57073" h="2209018">
                <a:moveTo>
                  <a:pt x="0" y="312392"/>
                </a:moveTo>
                <a:cubicBezTo>
                  <a:pt x="746052" y="-134495"/>
                  <a:pt x="1512732" y="-72619"/>
                  <a:pt x="2155657" y="312392"/>
                </a:cubicBezTo>
                <a:cubicBezTo>
                  <a:pt x="2158935" y="944601"/>
                  <a:pt x="2153795" y="1573309"/>
                  <a:pt x="2157073" y="2205518"/>
                </a:cubicBezTo>
                <a:lnTo>
                  <a:pt x="0" y="2209018"/>
                </a:lnTo>
                <a:lnTo>
                  <a:pt x="0" y="312392"/>
                </a:lnTo>
                <a:close/>
              </a:path>
            </a:pathLst>
          </a:custGeom>
          <a:noFill/>
          <a:ln w="158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7B5E3E9E-4F37-91D0-A68A-711DC19211C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0" y="0"/>
            <a:ext cx="4572000" cy="5153025"/>
          </a:xfr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image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FF612916-AE71-72A3-F719-7D5862AC725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1029" y="1019496"/>
            <a:ext cx="3568440" cy="3494709"/>
          </a:xfrm>
        </p:spPr>
        <p:txBody>
          <a:bodyPr anchor="ctr">
            <a:noAutofit/>
          </a:bodyPr>
          <a:lstStyle>
            <a:lvl1pPr marL="0" indent="0" algn="ctr">
              <a:buNone/>
              <a:defRPr sz="3600" b="0" i="0">
                <a:solidFill>
                  <a:schemeClr val="accent2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70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70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70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70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Statement Text</a:t>
            </a:r>
          </a:p>
        </p:txBody>
      </p:sp>
    </p:spTree>
    <p:extLst>
      <p:ext uri="{BB962C8B-B14F-4D97-AF65-F5344CB8AC3E}">
        <p14:creationId xmlns:p14="http://schemas.microsoft.com/office/powerpoint/2010/main" val="3610908434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Statement Slide | With Image-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11836A49-0E5F-029F-D5B5-9865FEB612D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2640236"/>
            <a:ext cx="1936997" cy="2129978"/>
          </a:xfrm>
          <a:custGeom>
            <a:avLst/>
            <a:gdLst>
              <a:gd name="connsiteX0" fmla="*/ 0 w 1936997"/>
              <a:gd name="connsiteY0" fmla="*/ 0 h 2129978"/>
              <a:gd name="connsiteX1" fmla="*/ 872008 w 1936997"/>
              <a:gd name="connsiteY1" fmla="*/ 0 h 2129978"/>
              <a:gd name="connsiteX2" fmla="*/ 915770 w 1936997"/>
              <a:gd name="connsiteY2" fmla="*/ 0 h 2129978"/>
              <a:gd name="connsiteX3" fmla="*/ 915770 w 1936997"/>
              <a:gd name="connsiteY3" fmla="*/ 2210 h 2129978"/>
              <a:gd name="connsiteX4" fmla="*/ 980897 w 1936997"/>
              <a:gd name="connsiteY4" fmla="*/ 5498 h 2129978"/>
              <a:gd name="connsiteX5" fmla="*/ 1936997 w 1936997"/>
              <a:gd name="connsiteY5" fmla="*/ 1064989 h 2129978"/>
              <a:gd name="connsiteX6" fmla="*/ 980897 w 1936997"/>
              <a:gd name="connsiteY6" fmla="*/ 2124480 h 2129978"/>
              <a:gd name="connsiteX7" fmla="*/ 915770 w 1936997"/>
              <a:gd name="connsiteY7" fmla="*/ 2127768 h 2129978"/>
              <a:gd name="connsiteX8" fmla="*/ 915770 w 1936997"/>
              <a:gd name="connsiteY8" fmla="*/ 2129977 h 2129978"/>
              <a:gd name="connsiteX9" fmla="*/ 872028 w 1936997"/>
              <a:gd name="connsiteY9" fmla="*/ 2129977 h 2129978"/>
              <a:gd name="connsiteX10" fmla="*/ 872008 w 1936997"/>
              <a:gd name="connsiteY10" fmla="*/ 2129978 h 2129978"/>
              <a:gd name="connsiteX11" fmla="*/ 871988 w 1936997"/>
              <a:gd name="connsiteY11" fmla="*/ 2129977 h 2129978"/>
              <a:gd name="connsiteX12" fmla="*/ 0 w 1936997"/>
              <a:gd name="connsiteY12" fmla="*/ 2129977 h 2129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936997" h="2129978">
                <a:moveTo>
                  <a:pt x="0" y="0"/>
                </a:moveTo>
                <a:lnTo>
                  <a:pt x="872008" y="0"/>
                </a:lnTo>
                <a:lnTo>
                  <a:pt x="915770" y="0"/>
                </a:lnTo>
                <a:lnTo>
                  <a:pt x="915770" y="2210"/>
                </a:lnTo>
                <a:lnTo>
                  <a:pt x="980897" y="5498"/>
                </a:lnTo>
                <a:cubicBezTo>
                  <a:pt x="1517924" y="60037"/>
                  <a:pt x="1936997" y="513573"/>
                  <a:pt x="1936997" y="1064989"/>
                </a:cubicBezTo>
                <a:cubicBezTo>
                  <a:pt x="1936997" y="1616405"/>
                  <a:pt x="1517924" y="2069942"/>
                  <a:pt x="980897" y="2124480"/>
                </a:cubicBezTo>
                <a:lnTo>
                  <a:pt x="915770" y="2127768"/>
                </a:lnTo>
                <a:lnTo>
                  <a:pt x="915770" y="2129977"/>
                </a:lnTo>
                <a:lnTo>
                  <a:pt x="872028" y="2129977"/>
                </a:lnTo>
                <a:lnTo>
                  <a:pt x="872008" y="2129978"/>
                </a:lnTo>
                <a:lnTo>
                  <a:pt x="871988" y="2129977"/>
                </a:lnTo>
                <a:lnTo>
                  <a:pt x="0" y="2129977"/>
                </a:lnTo>
                <a:close/>
              </a:path>
            </a:pathLst>
          </a:cu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image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139B024-71A4-34F8-186A-8A153B65C8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081CCD-8443-6E03-DF87-B7F6534AA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2A6CE623-DD67-3575-7F84-03C2A6D13A0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136775" y="2640013"/>
            <a:ext cx="2092325" cy="2130425"/>
          </a:xfrm>
          <a:prstGeom prst="roundRect">
            <a:avLst>
              <a:gd name="adj" fmla="val 7360"/>
            </a:avLst>
          </a:pr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image</a:t>
            </a:r>
          </a:p>
        </p:txBody>
      </p:sp>
      <p:sp>
        <p:nvSpPr>
          <p:cNvPr id="42" name="Picture Placeholder 40">
            <a:extLst>
              <a:ext uri="{FF2B5EF4-FFF2-40B4-BE49-F238E27FC236}">
                <a16:creationId xmlns:a16="http://schemas.microsoft.com/office/drawing/2014/main" id="{54B619A1-2220-60E4-23A4-13161FDDD7B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422775" y="279400"/>
            <a:ext cx="4435475" cy="4491038"/>
          </a:xfrm>
          <a:prstGeom prst="plaque">
            <a:avLst>
              <a:gd name="adj" fmla="val 5023"/>
            </a:avLst>
          </a:pr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image</a:t>
            </a:r>
          </a:p>
        </p:txBody>
      </p:sp>
      <p:sp>
        <p:nvSpPr>
          <p:cNvPr id="44" name="Text Placeholder 18">
            <a:extLst>
              <a:ext uri="{FF2B5EF4-FFF2-40B4-BE49-F238E27FC236}">
                <a16:creationId xmlns:a16="http://schemas.microsoft.com/office/drawing/2014/main" id="{A4947862-5478-46AA-B0C3-538ACC1506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9184" y="215371"/>
            <a:ext cx="3989916" cy="2287893"/>
          </a:xfrm>
        </p:spPr>
        <p:txBody>
          <a:bodyPr anchor="t">
            <a:noAutofit/>
          </a:bodyPr>
          <a:lstStyle>
            <a:lvl1pPr marL="0" indent="0" algn="l">
              <a:buNone/>
              <a:defRPr sz="28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70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70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70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70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statement text.</a:t>
            </a:r>
          </a:p>
        </p:txBody>
      </p:sp>
    </p:spTree>
    <p:extLst>
      <p:ext uri="{BB962C8B-B14F-4D97-AF65-F5344CB8AC3E}">
        <p14:creationId xmlns:p14="http://schemas.microsoft.com/office/powerpoint/2010/main" val="2729110064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Column Slide | With Image/Ic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35CAF3-AFF1-D033-B45A-652761DE55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C890DF-593C-4B2E-3B6C-37013A356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8B1A514-DF4D-B244-25A5-56DB8DA92123}"/>
              </a:ext>
            </a:extLst>
          </p:cNvPr>
          <p:cNvSpPr/>
          <p:nvPr userDrawn="1"/>
        </p:nvSpPr>
        <p:spPr>
          <a:xfrm>
            <a:off x="251401" y="0"/>
            <a:ext cx="2739772" cy="4802637"/>
          </a:xfrm>
          <a:custGeom>
            <a:avLst/>
            <a:gdLst>
              <a:gd name="connsiteX0" fmla="*/ 0 w 2739772"/>
              <a:gd name="connsiteY0" fmla="*/ 0 h 4802637"/>
              <a:gd name="connsiteX1" fmla="*/ 2739772 w 2739772"/>
              <a:gd name="connsiteY1" fmla="*/ 0 h 4802637"/>
              <a:gd name="connsiteX2" fmla="*/ 2739772 w 2739772"/>
              <a:gd name="connsiteY2" fmla="*/ 4700854 h 4802637"/>
              <a:gd name="connsiteX3" fmla="*/ 2637989 w 2739772"/>
              <a:gd name="connsiteY3" fmla="*/ 4802637 h 4802637"/>
              <a:gd name="connsiteX4" fmla="*/ 101783 w 2739772"/>
              <a:gd name="connsiteY4" fmla="*/ 4802637 h 4802637"/>
              <a:gd name="connsiteX5" fmla="*/ 0 w 2739772"/>
              <a:gd name="connsiteY5" fmla="*/ 4700854 h 4802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39772" h="4802637">
                <a:moveTo>
                  <a:pt x="0" y="0"/>
                </a:moveTo>
                <a:lnTo>
                  <a:pt x="2739772" y="0"/>
                </a:lnTo>
                <a:lnTo>
                  <a:pt x="2739772" y="4700854"/>
                </a:lnTo>
                <a:cubicBezTo>
                  <a:pt x="2739772" y="4757067"/>
                  <a:pt x="2694202" y="4802637"/>
                  <a:pt x="2637989" y="4802637"/>
                </a:cubicBezTo>
                <a:lnTo>
                  <a:pt x="101783" y="4802637"/>
                </a:lnTo>
                <a:cubicBezTo>
                  <a:pt x="45570" y="4802637"/>
                  <a:pt x="0" y="4757067"/>
                  <a:pt x="0" y="4700854"/>
                </a:cubicBezTo>
                <a:close/>
              </a:path>
            </a:pathLst>
          </a:custGeom>
          <a:solidFill>
            <a:schemeClr val="accent5"/>
          </a:solidFill>
          <a:ln w="15875"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200">
              <a:solidFill>
                <a:schemeClr val="tx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1DDC2AEF-6312-E13B-09BB-1900840AE4DD}"/>
              </a:ext>
            </a:extLst>
          </p:cNvPr>
          <p:cNvSpPr/>
          <p:nvPr userDrawn="1"/>
        </p:nvSpPr>
        <p:spPr>
          <a:xfrm>
            <a:off x="3202114" y="0"/>
            <a:ext cx="2739772" cy="4802637"/>
          </a:xfrm>
          <a:custGeom>
            <a:avLst/>
            <a:gdLst>
              <a:gd name="connsiteX0" fmla="*/ 0 w 2739772"/>
              <a:gd name="connsiteY0" fmla="*/ 0 h 4802637"/>
              <a:gd name="connsiteX1" fmla="*/ 2739772 w 2739772"/>
              <a:gd name="connsiteY1" fmla="*/ 0 h 4802637"/>
              <a:gd name="connsiteX2" fmla="*/ 2739772 w 2739772"/>
              <a:gd name="connsiteY2" fmla="*/ 4700854 h 4802637"/>
              <a:gd name="connsiteX3" fmla="*/ 2637989 w 2739772"/>
              <a:gd name="connsiteY3" fmla="*/ 4802637 h 4802637"/>
              <a:gd name="connsiteX4" fmla="*/ 101783 w 2739772"/>
              <a:gd name="connsiteY4" fmla="*/ 4802637 h 4802637"/>
              <a:gd name="connsiteX5" fmla="*/ 0 w 2739772"/>
              <a:gd name="connsiteY5" fmla="*/ 4700854 h 4802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39772" h="4802637">
                <a:moveTo>
                  <a:pt x="0" y="0"/>
                </a:moveTo>
                <a:lnTo>
                  <a:pt x="2739772" y="0"/>
                </a:lnTo>
                <a:lnTo>
                  <a:pt x="2739772" y="4700854"/>
                </a:lnTo>
                <a:cubicBezTo>
                  <a:pt x="2739772" y="4757067"/>
                  <a:pt x="2694202" y="4802637"/>
                  <a:pt x="2637989" y="4802637"/>
                </a:cubicBezTo>
                <a:lnTo>
                  <a:pt x="101783" y="4802637"/>
                </a:lnTo>
                <a:cubicBezTo>
                  <a:pt x="45570" y="4802637"/>
                  <a:pt x="0" y="4757067"/>
                  <a:pt x="0" y="4700854"/>
                </a:cubicBezTo>
                <a:close/>
              </a:path>
            </a:pathLst>
          </a:custGeom>
          <a:solidFill>
            <a:schemeClr val="accent2"/>
          </a:solidFill>
          <a:ln w="15875"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200">
              <a:solidFill>
                <a:schemeClr val="tx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CEC7429-361A-C93C-58D7-09C7ACD455B0}"/>
              </a:ext>
            </a:extLst>
          </p:cNvPr>
          <p:cNvSpPr/>
          <p:nvPr userDrawn="1"/>
        </p:nvSpPr>
        <p:spPr>
          <a:xfrm>
            <a:off x="6152827" y="0"/>
            <a:ext cx="2739772" cy="4802637"/>
          </a:xfrm>
          <a:custGeom>
            <a:avLst/>
            <a:gdLst>
              <a:gd name="connsiteX0" fmla="*/ 0 w 2739772"/>
              <a:gd name="connsiteY0" fmla="*/ 0 h 4802637"/>
              <a:gd name="connsiteX1" fmla="*/ 2739772 w 2739772"/>
              <a:gd name="connsiteY1" fmla="*/ 0 h 4802637"/>
              <a:gd name="connsiteX2" fmla="*/ 2739772 w 2739772"/>
              <a:gd name="connsiteY2" fmla="*/ 4700854 h 4802637"/>
              <a:gd name="connsiteX3" fmla="*/ 2637989 w 2739772"/>
              <a:gd name="connsiteY3" fmla="*/ 4802637 h 4802637"/>
              <a:gd name="connsiteX4" fmla="*/ 101783 w 2739772"/>
              <a:gd name="connsiteY4" fmla="*/ 4802637 h 4802637"/>
              <a:gd name="connsiteX5" fmla="*/ 0 w 2739772"/>
              <a:gd name="connsiteY5" fmla="*/ 4700854 h 4802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39772" h="4802637">
                <a:moveTo>
                  <a:pt x="0" y="0"/>
                </a:moveTo>
                <a:lnTo>
                  <a:pt x="2739772" y="0"/>
                </a:lnTo>
                <a:lnTo>
                  <a:pt x="2739772" y="4700854"/>
                </a:lnTo>
                <a:cubicBezTo>
                  <a:pt x="2739772" y="4757067"/>
                  <a:pt x="2694202" y="4802637"/>
                  <a:pt x="2637989" y="4802637"/>
                </a:cubicBezTo>
                <a:lnTo>
                  <a:pt x="101783" y="4802637"/>
                </a:lnTo>
                <a:cubicBezTo>
                  <a:pt x="45570" y="4802637"/>
                  <a:pt x="0" y="4757067"/>
                  <a:pt x="0" y="4700854"/>
                </a:cubicBezTo>
                <a:close/>
              </a:path>
            </a:pathLst>
          </a:custGeom>
          <a:solidFill>
            <a:schemeClr val="accent3"/>
          </a:solidFill>
          <a:ln w="15875"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200">
              <a:solidFill>
                <a:schemeClr val="tx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317D9E50-B363-1ACE-FB1B-22684F1A6B3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42287" y="334369"/>
            <a:ext cx="2363840" cy="1924380"/>
          </a:xfrm>
          <a:custGeom>
            <a:avLst/>
            <a:gdLst>
              <a:gd name="connsiteX0" fmla="*/ 1181920 w 2363840"/>
              <a:gd name="connsiteY0" fmla="*/ 0 h 1924380"/>
              <a:gd name="connsiteX1" fmla="*/ 2357738 w 2363840"/>
              <a:gd name="connsiteY1" fmla="*/ 1061076 h 1924380"/>
              <a:gd name="connsiteX2" fmla="*/ 2359527 w 2363840"/>
              <a:gd name="connsiteY2" fmla="*/ 1096497 h 1924380"/>
              <a:gd name="connsiteX3" fmla="*/ 2363840 w 2363840"/>
              <a:gd name="connsiteY3" fmla="*/ 1096497 h 1924380"/>
              <a:gd name="connsiteX4" fmla="*/ 2363840 w 2363840"/>
              <a:gd name="connsiteY4" fmla="*/ 1181920 h 1924380"/>
              <a:gd name="connsiteX5" fmla="*/ 2363840 w 2363840"/>
              <a:gd name="connsiteY5" fmla="*/ 1924380 h 1924380"/>
              <a:gd name="connsiteX6" fmla="*/ 0 w 2363840"/>
              <a:gd name="connsiteY6" fmla="*/ 1924380 h 1924380"/>
              <a:gd name="connsiteX7" fmla="*/ 0 w 2363840"/>
              <a:gd name="connsiteY7" fmla="*/ 1181920 h 1924380"/>
              <a:gd name="connsiteX8" fmla="*/ 0 w 2363840"/>
              <a:gd name="connsiteY8" fmla="*/ 1096497 h 1924380"/>
              <a:gd name="connsiteX9" fmla="*/ 4314 w 2363840"/>
              <a:gd name="connsiteY9" fmla="*/ 1096497 h 1924380"/>
              <a:gd name="connsiteX10" fmla="*/ 6102 w 2363840"/>
              <a:gd name="connsiteY10" fmla="*/ 1061076 h 1924380"/>
              <a:gd name="connsiteX11" fmla="*/ 1181920 w 2363840"/>
              <a:gd name="connsiteY11" fmla="*/ 0 h 1924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63840" h="1924380">
                <a:moveTo>
                  <a:pt x="1181920" y="0"/>
                </a:moveTo>
                <a:cubicBezTo>
                  <a:pt x="1793879" y="0"/>
                  <a:pt x="2297212" y="465086"/>
                  <a:pt x="2357738" y="1061076"/>
                </a:cubicBezTo>
                <a:lnTo>
                  <a:pt x="2359527" y="1096497"/>
                </a:lnTo>
                <a:lnTo>
                  <a:pt x="2363840" y="1096497"/>
                </a:lnTo>
                <a:lnTo>
                  <a:pt x="2363840" y="1181920"/>
                </a:lnTo>
                <a:lnTo>
                  <a:pt x="2363840" y="1924380"/>
                </a:lnTo>
                <a:lnTo>
                  <a:pt x="0" y="1924380"/>
                </a:lnTo>
                <a:lnTo>
                  <a:pt x="0" y="1181920"/>
                </a:lnTo>
                <a:lnTo>
                  <a:pt x="0" y="1096497"/>
                </a:lnTo>
                <a:lnTo>
                  <a:pt x="4314" y="1096497"/>
                </a:lnTo>
                <a:lnTo>
                  <a:pt x="6102" y="1061076"/>
                </a:lnTo>
                <a:cubicBezTo>
                  <a:pt x="66628" y="465086"/>
                  <a:pt x="569961" y="0"/>
                  <a:pt x="1181920" y="0"/>
                </a:cubicBezTo>
                <a:close/>
              </a:path>
            </a:pathLst>
          </a:cu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/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image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80669DF8-473E-6464-3096-64DE8308DAA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8710" y="2441801"/>
            <a:ext cx="2521911" cy="1067979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header for this section.</a:t>
            </a:r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D443D9BD-232B-83CE-ACC1-CB2DF1A629C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390080" y="334369"/>
            <a:ext cx="2363840" cy="1924380"/>
          </a:xfrm>
          <a:custGeom>
            <a:avLst/>
            <a:gdLst>
              <a:gd name="connsiteX0" fmla="*/ 1181920 w 2363840"/>
              <a:gd name="connsiteY0" fmla="*/ 0 h 1924380"/>
              <a:gd name="connsiteX1" fmla="*/ 2357738 w 2363840"/>
              <a:gd name="connsiteY1" fmla="*/ 1061076 h 1924380"/>
              <a:gd name="connsiteX2" fmla="*/ 2359527 w 2363840"/>
              <a:gd name="connsiteY2" fmla="*/ 1096497 h 1924380"/>
              <a:gd name="connsiteX3" fmla="*/ 2363840 w 2363840"/>
              <a:gd name="connsiteY3" fmla="*/ 1096497 h 1924380"/>
              <a:gd name="connsiteX4" fmla="*/ 2363840 w 2363840"/>
              <a:gd name="connsiteY4" fmla="*/ 1181920 h 1924380"/>
              <a:gd name="connsiteX5" fmla="*/ 2363840 w 2363840"/>
              <a:gd name="connsiteY5" fmla="*/ 1924380 h 1924380"/>
              <a:gd name="connsiteX6" fmla="*/ 0 w 2363840"/>
              <a:gd name="connsiteY6" fmla="*/ 1924380 h 1924380"/>
              <a:gd name="connsiteX7" fmla="*/ 0 w 2363840"/>
              <a:gd name="connsiteY7" fmla="*/ 1181920 h 1924380"/>
              <a:gd name="connsiteX8" fmla="*/ 0 w 2363840"/>
              <a:gd name="connsiteY8" fmla="*/ 1096497 h 1924380"/>
              <a:gd name="connsiteX9" fmla="*/ 4314 w 2363840"/>
              <a:gd name="connsiteY9" fmla="*/ 1096497 h 1924380"/>
              <a:gd name="connsiteX10" fmla="*/ 6102 w 2363840"/>
              <a:gd name="connsiteY10" fmla="*/ 1061076 h 1924380"/>
              <a:gd name="connsiteX11" fmla="*/ 1181920 w 2363840"/>
              <a:gd name="connsiteY11" fmla="*/ 0 h 1924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63840" h="1924380">
                <a:moveTo>
                  <a:pt x="1181920" y="0"/>
                </a:moveTo>
                <a:cubicBezTo>
                  <a:pt x="1793879" y="0"/>
                  <a:pt x="2297212" y="465086"/>
                  <a:pt x="2357738" y="1061076"/>
                </a:cubicBezTo>
                <a:lnTo>
                  <a:pt x="2359527" y="1096497"/>
                </a:lnTo>
                <a:lnTo>
                  <a:pt x="2363840" y="1096497"/>
                </a:lnTo>
                <a:lnTo>
                  <a:pt x="2363840" y="1181920"/>
                </a:lnTo>
                <a:lnTo>
                  <a:pt x="2363840" y="1924380"/>
                </a:lnTo>
                <a:lnTo>
                  <a:pt x="0" y="1924380"/>
                </a:lnTo>
                <a:lnTo>
                  <a:pt x="0" y="1181920"/>
                </a:lnTo>
                <a:lnTo>
                  <a:pt x="0" y="1096497"/>
                </a:lnTo>
                <a:lnTo>
                  <a:pt x="4314" y="1096497"/>
                </a:lnTo>
                <a:lnTo>
                  <a:pt x="6102" y="1061076"/>
                </a:lnTo>
                <a:cubicBezTo>
                  <a:pt x="66628" y="465086"/>
                  <a:pt x="569961" y="0"/>
                  <a:pt x="1181920" y="0"/>
                </a:cubicBezTo>
                <a:close/>
              </a:path>
            </a:pathLst>
          </a:cu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/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image</a:t>
            </a:r>
          </a:p>
        </p:txBody>
      </p:sp>
      <p:sp>
        <p:nvSpPr>
          <p:cNvPr id="42" name="Text Placeholder 38">
            <a:extLst>
              <a:ext uri="{FF2B5EF4-FFF2-40B4-BE49-F238E27FC236}">
                <a16:creationId xmlns:a16="http://schemas.microsoft.com/office/drawing/2014/main" id="{20A37678-61A7-4729-1E5E-BC5D8F3D66A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96503" y="2441801"/>
            <a:ext cx="2521911" cy="1067979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header for this section.</a:t>
            </a:r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42AFAFB6-5FF2-878B-FCE3-82157079979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337873" y="334369"/>
            <a:ext cx="2363840" cy="1924380"/>
          </a:xfrm>
          <a:custGeom>
            <a:avLst/>
            <a:gdLst>
              <a:gd name="connsiteX0" fmla="*/ 1181920 w 2363840"/>
              <a:gd name="connsiteY0" fmla="*/ 0 h 1924380"/>
              <a:gd name="connsiteX1" fmla="*/ 2357738 w 2363840"/>
              <a:gd name="connsiteY1" fmla="*/ 1061076 h 1924380"/>
              <a:gd name="connsiteX2" fmla="*/ 2359527 w 2363840"/>
              <a:gd name="connsiteY2" fmla="*/ 1096497 h 1924380"/>
              <a:gd name="connsiteX3" fmla="*/ 2363840 w 2363840"/>
              <a:gd name="connsiteY3" fmla="*/ 1096497 h 1924380"/>
              <a:gd name="connsiteX4" fmla="*/ 2363840 w 2363840"/>
              <a:gd name="connsiteY4" fmla="*/ 1181920 h 1924380"/>
              <a:gd name="connsiteX5" fmla="*/ 2363840 w 2363840"/>
              <a:gd name="connsiteY5" fmla="*/ 1924380 h 1924380"/>
              <a:gd name="connsiteX6" fmla="*/ 0 w 2363840"/>
              <a:gd name="connsiteY6" fmla="*/ 1924380 h 1924380"/>
              <a:gd name="connsiteX7" fmla="*/ 0 w 2363840"/>
              <a:gd name="connsiteY7" fmla="*/ 1181920 h 1924380"/>
              <a:gd name="connsiteX8" fmla="*/ 0 w 2363840"/>
              <a:gd name="connsiteY8" fmla="*/ 1096497 h 1924380"/>
              <a:gd name="connsiteX9" fmla="*/ 4314 w 2363840"/>
              <a:gd name="connsiteY9" fmla="*/ 1096497 h 1924380"/>
              <a:gd name="connsiteX10" fmla="*/ 6102 w 2363840"/>
              <a:gd name="connsiteY10" fmla="*/ 1061076 h 1924380"/>
              <a:gd name="connsiteX11" fmla="*/ 1181920 w 2363840"/>
              <a:gd name="connsiteY11" fmla="*/ 0 h 1924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63840" h="1924380">
                <a:moveTo>
                  <a:pt x="1181920" y="0"/>
                </a:moveTo>
                <a:cubicBezTo>
                  <a:pt x="1793879" y="0"/>
                  <a:pt x="2297212" y="465086"/>
                  <a:pt x="2357738" y="1061076"/>
                </a:cubicBezTo>
                <a:lnTo>
                  <a:pt x="2359527" y="1096497"/>
                </a:lnTo>
                <a:lnTo>
                  <a:pt x="2363840" y="1096497"/>
                </a:lnTo>
                <a:lnTo>
                  <a:pt x="2363840" y="1181920"/>
                </a:lnTo>
                <a:lnTo>
                  <a:pt x="2363840" y="1924380"/>
                </a:lnTo>
                <a:lnTo>
                  <a:pt x="0" y="1924380"/>
                </a:lnTo>
                <a:lnTo>
                  <a:pt x="0" y="1181920"/>
                </a:lnTo>
                <a:lnTo>
                  <a:pt x="0" y="1096497"/>
                </a:lnTo>
                <a:lnTo>
                  <a:pt x="4314" y="1096497"/>
                </a:lnTo>
                <a:lnTo>
                  <a:pt x="6102" y="1061076"/>
                </a:lnTo>
                <a:cubicBezTo>
                  <a:pt x="66628" y="465086"/>
                  <a:pt x="569961" y="0"/>
                  <a:pt x="1181920" y="0"/>
                </a:cubicBezTo>
                <a:close/>
              </a:path>
            </a:pathLst>
          </a:cu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/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image</a:t>
            </a:r>
          </a:p>
        </p:txBody>
      </p:sp>
      <p:sp>
        <p:nvSpPr>
          <p:cNvPr id="45" name="Text Placeholder 38">
            <a:extLst>
              <a:ext uri="{FF2B5EF4-FFF2-40B4-BE49-F238E27FC236}">
                <a16:creationId xmlns:a16="http://schemas.microsoft.com/office/drawing/2014/main" id="{1315D7E1-FA24-448F-AEA1-3F0D13F44E0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44296" y="2441801"/>
            <a:ext cx="2521911" cy="1067979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header for this section.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615A0F-653A-2A90-D2E9-994725C270C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8710" y="3513409"/>
            <a:ext cx="2521911" cy="1088571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628650" indent="-171450"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</a:defRPr>
            </a:lvl2pPr>
            <a:lvl3pPr marL="1085850" indent="-171450"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</a:defRPr>
            </a:lvl3pPr>
            <a:lvl4pPr marL="1543050" indent="-171450"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</a:defRPr>
            </a:lvl4pPr>
            <a:lvl5pPr marL="2000250" indent="-171450"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F4AD676-CD65-1941-8F0A-232DDC68A6A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96502" y="3513409"/>
            <a:ext cx="2521911" cy="1088571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628650" indent="-171450"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</a:defRPr>
            </a:lvl2pPr>
            <a:lvl3pPr marL="1085850" indent="-171450"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</a:defRPr>
            </a:lvl3pPr>
            <a:lvl4pPr marL="1543050" indent="-171450"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</a:defRPr>
            </a:lvl4pPr>
            <a:lvl5pPr marL="2000250" indent="-171450"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CB43C1BA-9D97-C703-240E-28AE00418D0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44296" y="3513409"/>
            <a:ext cx="2521911" cy="1088571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628650" indent="-171450"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</a:defRPr>
            </a:lvl2pPr>
            <a:lvl3pPr marL="1085850" indent="-171450"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</a:defRPr>
            </a:lvl3pPr>
            <a:lvl4pPr marL="1543050" indent="-171450"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</a:defRPr>
            </a:lvl4pPr>
            <a:lvl5pPr marL="2000250" indent="-171450"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37556637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Statement + Images |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06623F-A9E4-6F53-E477-20211070A0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AC9E61-00CC-7CDA-3B05-820313EF8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5" name="Text Placeholder 18">
            <a:extLst>
              <a:ext uri="{FF2B5EF4-FFF2-40B4-BE49-F238E27FC236}">
                <a16:creationId xmlns:a16="http://schemas.microsoft.com/office/drawing/2014/main" id="{443DCE67-37F2-8890-2103-ADF15BC66C7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94838" y="613096"/>
            <a:ext cx="4046961" cy="1884571"/>
          </a:xfrm>
        </p:spPr>
        <p:txBody>
          <a:bodyPr anchor="t">
            <a:noAutofit/>
          </a:bodyPr>
          <a:lstStyle>
            <a:lvl1pPr marL="0" indent="0" algn="l">
              <a:buNone/>
              <a:defRPr sz="22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70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70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70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70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statement text related to chart/graph.</a:t>
            </a:r>
          </a:p>
        </p:txBody>
      </p:sp>
      <p:sp>
        <p:nvSpPr>
          <p:cNvPr id="6" name="Text Placeholder 46">
            <a:extLst>
              <a:ext uri="{FF2B5EF4-FFF2-40B4-BE49-F238E27FC236}">
                <a16:creationId xmlns:a16="http://schemas.microsoft.com/office/drawing/2014/main" id="{A73DC227-54D4-5C26-40E6-AB2F4000445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94839" y="-11945"/>
            <a:ext cx="8801100" cy="27922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tx1"/>
                </a:solidFill>
                <a:latin typeface="Trefoil Sans Medium" panose="020B0000000000000000" pitchFamily="34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Type here to enter the presentation section name.</a:t>
            </a:r>
          </a:p>
        </p:txBody>
      </p:sp>
      <p:sp>
        <p:nvSpPr>
          <p:cNvPr id="10" name="Chart Placeholder 9">
            <a:extLst>
              <a:ext uri="{FF2B5EF4-FFF2-40B4-BE49-F238E27FC236}">
                <a16:creationId xmlns:a16="http://schemas.microsoft.com/office/drawing/2014/main" id="{EDD26772-AF80-2770-4145-ABC63E193B1B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4572000" y="613096"/>
            <a:ext cx="4267199" cy="3975838"/>
          </a:xfr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chart/graph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313D07B-C16A-055D-1C93-BDAB7BED4690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194838" y="2571751"/>
            <a:ext cx="4046961" cy="2017184"/>
          </a:xfrm>
        </p:spPr>
        <p:txBody>
          <a:bodyPr/>
          <a:lstStyle>
            <a:lvl1pPr marL="0" indent="0" algn="l">
              <a:buNone/>
              <a:defRPr sz="1400" b="0" i="0">
                <a:latin typeface="Trefoil Sans Medium" panose="020B0000000000000000" pitchFamily="34" charset="0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Options to add subtitle for bullet points</a:t>
            </a:r>
          </a:p>
          <a:p>
            <a:pPr lvl="1"/>
            <a:r>
              <a:rPr lang="en-US"/>
              <a:t>Bullet point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05024160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Statement | Images w/ Caption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06623F-A9E4-6F53-E477-20211070A0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AC9E61-00CC-7CDA-3B05-820313EF8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5" name="Text Placeholder 18">
            <a:extLst>
              <a:ext uri="{FF2B5EF4-FFF2-40B4-BE49-F238E27FC236}">
                <a16:creationId xmlns:a16="http://schemas.microsoft.com/office/drawing/2014/main" id="{443DCE67-37F2-8890-2103-ADF15BC66C7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94838" y="613096"/>
            <a:ext cx="4046961" cy="1884571"/>
          </a:xfrm>
        </p:spPr>
        <p:txBody>
          <a:bodyPr anchor="t">
            <a:noAutofit/>
          </a:bodyPr>
          <a:lstStyle>
            <a:lvl1pPr marL="0" indent="0" algn="l">
              <a:buNone/>
              <a:defRPr sz="2200" b="0" i="0">
                <a:solidFill>
                  <a:schemeClr val="accent2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70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70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70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70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statement text.</a:t>
            </a:r>
          </a:p>
        </p:txBody>
      </p:sp>
      <p:sp>
        <p:nvSpPr>
          <p:cNvPr id="6" name="Text Placeholder 46">
            <a:extLst>
              <a:ext uri="{FF2B5EF4-FFF2-40B4-BE49-F238E27FC236}">
                <a16:creationId xmlns:a16="http://schemas.microsoft.com/office/drawing/2014/main" id="{A73DC227-54D4-5C26-40E6-AB2F4000445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94839" y="-11945"/>
            <a:ext cx="8801100" cy="27922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Trefoil Sans Medium" panose="020B0000000000000000" pitchFamily="34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Type here to enter the presentation section name.</a:t>
            </a:r>
          </a:p>
        </p:txBody>
      </p:sp>
      <p:sp>
        <p:nvSpPr>
          <p:cNvPr id="15" name="Text Placeholder 38">
            <a:extLst>
              <a:ext uri="{FF2B5EF4-FFF2-40B4-BE49-F238E27FC236}">
                <a16:creationId xmlns:a16="http://schemas.microsoft.com/office/drawing/2014/main" id="{0163C2AE-9782-8654-8DBC-278348F592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54926" y="871432"/>
            <a:ext cx="2016376" cy="479864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accent3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single/multi-line text.</a:t>
            </a:r>
          </a:p>
        </p:txBody>
      </p:sp>
      <p:sp>
        <p:nvSpPr>
          <p:cNvPr id="19" name="Text Placeholder 38">
            <a:extLst>
              <a:ext uri="{FF2B5EF4-FFF2-40B4-BE49-F238E27FC236}">
                <a16:creationId xmlns:a16="http://schemas.microsoft.com/office/drawing/2014/main" id="{4F7B3E30-1136-E430-6A53-0F68EA60D79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654926" y="2886211"/>
            <a:ext cx="2016376" cy="479864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accent3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single/multi-line text.</a:t>
            </a:r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733666F0-5B6E-C03A-823F-27AF731C2179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5019675" y="871538"/>
            <a:ext cx="1500188" cy="1339850"/>
          </a:xfrm>
          <a:prstGeom prst="hexagon">
            <a:avLst/>
          </a:pr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Add Image Here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598977A0-B160-B678-C7E1-884E64375A81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019675" y="2822544"/>
            <a:ext cx="1485426" cy="1469077"/>
          </a:xfrm>
          <a:custGeom>
            <a:avLst/>
            <a:gdLst>
              <a:gd name="connsiteX0" fmla="*/ 0 w 4508501"/>
              <a:gd name="connsiteY0" fmla="*/ 0 h 4458878"/>
              <a:gd name="connsiteX1" fmla="*/ 2154743 w 4508501"/>
              <a:gd name="connsiteY1" fmla="*/ 0 h 4458878"/>
              <a:gd name="connsiteX2" fmla="*/ 2154743 w 4508501"/>
              <a:gd name="connsiteY2" fmla="*/ 6278 h 4458878"/>
              <a:gd name="connsiteX3" fmla="*/ 2279062 w 4508501"/>
              <a:gd name="connsiteY3" fmla="*/ 0 h 4458878"/>
              <a:gd name="connsiteX4" fmla="*/ 4508501 w 4508501"/>
              <a:gd name="connsiteY4" fmla="*/ 2229439 h 4458878"/>
              <a:gd name="connsiteX5" fmla="*/ 2279062 w 4508501"/>
              <a:gd name="connsiteY5" fmla="*/ 4458878 h 4458878"/>
              <a:gd name="connsiteX6" fmla="*/ 2154743 w 4508501"/>
              <a:gd name="connsiteY6" fmla="*/ 4452601 h 4458878"/>
              <a:gd name="connsiteX7" fmla="*/ 2154743 w 4508501"/>
              <a:gd name="connsiteY7" fmla="*/ 4454539 h 4458878"/>
              <a:gd name="connsiteX8" fmla="*/ 0 w 4508501"/>
              <a:gd name="connsiteY8" fmla="*/ 4454539 h 4458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08501" h="4458878">
                <a:moveTo>
                  <a:pt x="0" y="0"/>
                </a:moveTo>
                <a:lnTo>
                  <a:pt x="2154743" y="0"/>
                </a:lnTo>
                <a:lnTo>
                  <a:pt x="2154743" y="6278"/>
                </a:lnTo>
                <a:lnTo>
                  <a:pt x="2279062" y="0"/>
                </a:lnTo>
                <a:cubicBezTo>
                  <a:pt x="3510347" y="0"/>
                  <a:pt x="4508501" y="998154"/>
                  <a:pt x="4508501" y="2229439"/>
                </a:cubicBezTo>
                <a:cubicBezTo>
                  <a:pt x="4508501" y="3460724"/>
                  <a:pt x="3510347" y="4458878"/>
                  <a:pt x="2279062" y="4458878"/>
                </a:cubicBezTo>
                <a:lnTo>
                  <a:pt x="2154743" y="4452601"/>
                </a:lnTo>
                <a:lnTo>
                  <a:pt x="2154743" y="4454539"/>
                </a:lnTo>
                <a:lnTo>
                  <a:pt x="0" y="4454539"/>
                </a:lnTo>
                <a:close/>
              </a:path>
            </a:pathLst>
          </a:cu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    Add Image Here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2A19110-38C9-3650-BC83-54AC93389A5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654926" y="1354273"/>
            <a:ext cx="2016376" cy="109220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1"/>
                </a:solidFill>
              </a:defRPr>
            </a:lvl1pPr>
            <a:lvl2pPr>
              <a:defRPr sz="1100">
                <a:solidFill>
                  <a:schemeClr val="bg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A6F5953-28F9-9536-171F-C3A4E0FB7D7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654926" y="3366075"/>
            <a:ext cx="2016376" cy="109220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1"/>
                </a:solidFill>
              </a:defRPr>
            </a:lvl1pPr>
            <a:lvl2pPr>
              <a:defRPr sz="1100">
                <a:solidFill>
                  <a:schemeClr val="bg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026820617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Images w/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ECA6B1-9D6C-5F56-6C22-43BCA6256D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609343-1A69-436A-81AA-96323BFE9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11" name="Text Placeholder 46">
            <a:extLst>
              <a:ext uri="{FF2B5EF4-FFF2-40B4-BE49-F238E27FC236}">
                <a16:creationId xmlns:a16="http://schemas.microsoft.com/office/drawing/2014/main" id="{A260D0EC-511E-669D-ED50-6A4369915B0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94839" y="-11945"/>
            <a:ext cx="8801100" cy="27922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tx1"/>
                </a:solidFill>
                <a:latin typeface="Trefoil Sans Medium" panose="020B0000000000000000" pitchFamily="34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Type here to enter the presentation section name.</a:t>
            </a:r>
          </a:p>
        </p:txBody>
      </p:sp>
      <p:sp>
        <p:nvSpPr>
          <p:cNvPr id="15" name="Text Placeholder 38">
            <a:extLst>
              <a:ext uri="{FF2B5EF4-FFF2-40B4-BE49-F238E27FC236}">
                <a16:creationId xmlns:a16="http://schemas.microsoft.com/office/drawing/2014/main" id="{994B30C2-3273-5889-AFF6-6E2DC77A5A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42989" y="646706"/>
            <a:ext cx="2016376" cy="479864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accent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image header.</a:t>
            </a:r>
          </a:p>
        </p:txBody>
      </p:sp>
      <p:sp>
        <p:nvSpPr>
          <p:cNvPr id="18" name="Picture Placeholder 16">
            <a:extLst>
              <a:ext uri="{FF2B5EF4-FFF2-40B4-BE49-F238E27FC236}">
                <a16:creationId xmlns:a16="http://schemas.microsoft.com/office/drawing/2014/main" id="{DB573ABE-18EB-DE46-ACEF-41E7586FB0AE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271463" y="646113"/>
            <a:ext cx="1747837" cy="1360487"/>
          </a:xfrm>
          <a:prstGeom prst="roundRect">
            <a:avLst>
              <a:gd name="adj" fmla="val 8577"/>
            </a:avLst>
          </a:pr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3" name="Text Placeholder 38">
            <a:extLst>
              <a:ext uri="{FF2B5EF4-FFF2-40B4-BE49-F238E27FC236}">
                <a16:creationId xmlns:a16="http://schemas.microsoft.com/office/drawing/2014/main" id="{73ED314D-911B-4414-287C-C2354AD1EDE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655205" y="646706"/>
            <a:ext cx="2016376" cy="479864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accent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image header.</a:t>
            </a:r>
          </a:p>
        </p:txBody>
      </p:sp>
      <p:sp>
        <p:nvSpPr>
          <p:cNvPr id="24" name="Picture Placeholder 16">
            <a:extLst>
              <a:ext uri="{FF2B5EF4-FFF2-40B4-BE49-F238E27FC236}">
                <a16:creationId xmlns:a16="http://schemas.microsoft.com/office/drawing/2014/main" id="{68D66A7D-0A7D-90D5-B6BF-34CD2C8C29D4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4783679" y="646113"/>
            <a:ext cx="1747837" cy="1360487"/>
          </a:xfrm>
          <a:prstGeom prst="roundRect">
            <a:avLst>
              <a:gd name="adj" fmla="val 8577"/>
            </a:avLst>
          </a:pr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33" name="Text Placeholder 38">
            <a:extLst>
              <a:ext uri="{FF2B5EF4-FFF2-40B4-BE49-F238E27FC236}">
                <a16:creationId xmlns:a16="http://schemas.microsoft.com/office/drawing/2014/main" id="{33C72428-C074-A404-AF0D-95799FF84A35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2142989" y="2695639"/>
            <a:ext cx="2016376" cy="479864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accent4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image header.</a:t>
            </a:r>
          </a:p>
        </p:txBody>
      </p:sp>
      <p:sp>
        <p:nvSpPr>
          <p:cNvPr id="34" name="Picture Placeholder 16">
            <a:extLst>
              <a:ext uri="{FF2B5EF4-FFF2-40B4-BE49-F238E27FC236}">
                <a16:creationId xmlns:a16="http://schemas.microsoft.com/office/drawing/2014/main" id="{E68050C5-6071-B19D-30E8-114E0A71C947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271463" y="2695046"/>
            <a:ext cx="1747837" cy="1360487"/>
          </a:xfrm>
          <a:prstGeom prst="roundRect">
            <a:avLst>
              <a:gd name="adj" fmla="val 8577"/>
            </a:avLst>
          </a:pr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36" name="Text Placeholder 38">
            <a:extLst>
              <a:ext uri="{FF2B5EF4-FFF2-40B4-BE49-F238E27FC236}">
                <a16:creationId xmlns:a16="http://schemas.microsoft.com/office/drawing/2014/main" id="{76D0BB10-84D6-1805-A77A-CF9F2228398B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655205" y="2695639"/>
            <a:ext cx="2016376" cy="479864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accent4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image header.</a:t>
            </a:r>
          </a:p>
        </p:txBody>
      </p:sp>
      <p:sp>
        <p:nvSpPr>
          <p:cNvPr id="37" name="Picture Placeholder 16">
            <a:extLst>
              <a:ext uri="{FF2B5EF4-FFF2-40B4-BE49-F238E27FC236}">
                <a16:creationId xmlns:a16="http://schemas.microsoft.com/office/drawing/2014/main" id="{75BA434F-5113-70FE-DBB4-2306732B46A6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4783679" y="2695046"/>
            <a:ext cx="1747837" cy="1360487"/>
          </a:xfrm>
          <a:prstGeom prst="roundRect">
            <a:avLst>
              <a:gd name="adj" fmla="val 8577"/>
            </a:avLst>
          </a:pr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10C2795-B51A-941C-4C53-4ABB7763530B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142989" y="1125485"/>
            <a:ext cx="2016376" cy="885541"/>
          </a:xfrm>
        </p:spPr>
        <p:txBody>
          <a:bodyPr>
            <a:noAutofit/>
          </a:bodyPr>
          <a:lstStyle>
            <a:lvl1pPr marL="0" indent="0">
              <a:buNone/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FE6A646-39E4-0C23-C353-18FB6D685324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655205" y="1125485"/>
            <a:ext cx="2016376" cy="885541"/>
          </a:xfrm>
        </p:spPr>
        <p:txBody>
          <a:bodyPr>
            <a:noAutofit/>
          </a:bodyPr>
          <a:lstStyle>
            <a:lvl1pPr marL="0" indent="0">
              <a:buNone/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76832CB-540C-4502-C6A0-9970AEC1EED9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2142989" y="3174779"/>
            <a:ext cx="2016376" cy="885541"/>
          </a:xfrm>
        </p:spPr>
        <p:txBody>
          <a:bodyPr>
            <a:noAutofit/>
          </a:bodyPr>
          <a:lstStyle>
            <a:lvl1pPr marL="0" indent="0">
              <a:buNone/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AEB9F66-D5E7-E49D-0E90-31D07C76FDB4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6655205" y="3174779"/>
            <a:ext cx="2016376" cy="885541"/>
          </a:xfrm>
        </p:spPr>
        <p:txBody>
          <a:bodyPr>
            <a:noAutofit/>
          </a:bodyPr>
          <a:lstStyle>
            <a:lvl1pPr marL="0" indent="0">
              <a:buNone/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86090582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Images w/ Caption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589E29-234C-9C1F-599D-2CB7CAC459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AAC730-8DE6-91DD-5BB2-B0D01E084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5" name="Text Placeholder 46">
            <a:extLst>
              <a:ext uri="{FF2B5EF4-FFF2-40B4-BE49-F238E27FC236}">
                <a16:creationId xmlns:a16="http://schemas.microsoft.com/office/drawing/2014/main" id="{9467510D-3CAD-8BB5-BA20-2E6DF186DF2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94839" y="-11945"/>
            <a:ext cx="8801100" cy="27922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tx1"/>
                </a:solidFill>
                <a:latin typeface="Trefoil Sans Medium" panose="020B0000000000000000" pitchFamily="34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Type here to enter the presentation section name.</a:t>
            </a: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73CF8B4C-2E1F-6F76-48D8-67090FDC167F}"/>
              </a:ext>
            </a:extLst>
          </p:cNvPr>
          <p:cNvSpPr/>
          <p:nvPr userDrawn="1"/>
        </p:nvSpPr>
        <p:spPr>
          <a:xfrm>
            <a:off x="-135467" y="304800"/>
            <a:ext cx="4552572" cy="4347500"/>
          </a:xfrm>
          <a:custGeom>
            <a:avLst/>
            <a:gdLst>
              <a:gd name="connsiteX0" fmla="*/ 0 w 4552572"/>
              <a:gd name="connsiteY0" fmla="*/ 0 h 4347500"/>
              <a:gd name="connsiteX1" fmla="*/ 4443580 w 4552572"/>
              <a:gd name="connsiteY1" fmla="*/ 0 h 4347500"/>
              <a:gd name="connsiteX2" fmla="*/ 4552572 w 4552572"/>
              <a:gd name="connsiteY2" fmla="*/ 108992 h 4347500"/>
              <a:gd name="connsiteX3" fmla="*/ 4552572 w 4552572"/>
              <a:gd name="connsiteY3" fmla="*/ 4238508 h 4347500"/>
              <a:gd name="connsiteX4" fmla="*/ 4443580 w 4552572"/>
              <a:gd name="connsiteY4" fmla="*/ 4347500 h 4347500"/>
              <a:gd name="connsiteX5" fmla="*/ 0 w 4552572"/>
              <a:gd name="connsiteY5" fmla="*/ 4347500 h 4347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52572" h="4347500">
                <a:moveTo>
                  <a:pt x="0" y="0"/>
                </a:moveTo>
                <a:lnTo>
                  <a:pt x="4443580" y="0"/>
                </a:lnTo>
                <a:cubicBezTo>
                  <a:pt x="4503775" y="0"/>
                  <a:pt x="4552572" y="48797"/>
                  <a:pt x="4552572" y="108992"/>
                </a:cubicBezTo>
                <a:lnTo>
                  <a:pt x="4552572" y="4238508"/>
                </a:lnTo>
                <a:cubicBezTo>
                  <a:pt x="4552572" y="4298703"/>
                  <a:pt x="4503775" y="4347500"/>
                  <a:pt x="4443580" y="4347500"/>
                </a:cubicBezTo>
                <a:lnTo>
                  <a:pt x="0" y="4347500"/>
                </a:lnTo>
                <a:close/>
              </a:path>
            </a:pathLst>
          </a:custGeom>
          <a:noFill/>
          <a:ln w="15875">
            <a:solidFill>
              <a:schemeClr val="accent4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200">
              <a:solidFill>
                <a:schemeClr val="accent4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20" name="Picture Placeholder 18">
            <a:extLst>
              <a:ext uri="{FF2B5EF4-FFF2-40B4-BE49-F238E27FC236}">
                <a16:creationId xmlns:a16="http://schemas.microsoft.com/office/drawing/2014/main" id="{102ED8F4-7CBC-F77E-4EA3-E4FE366E7E6A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284163" y="577850"/>
            <a:ext cx="3854450" cy="2268538"/>
          </a:xfrm>
          <a:prstGeom prst="roundRect">
            <a:avLst>
              <a:gd name="adj" fmla="val 4351"/>
            </a:avLst>
          </a:pr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image</a:t>
            </a:r>
          </a:p>
        </p:txBody>
      </p:sp>
      <p:sp>
        <p:nvSpPr>
          <p:cNvPr id="23" name="Picture Placeholder 21">
            <a:extLst>
              <a:ext uri="{FF2B5EF4-FFF2-40B4-BE49-F238E27FC236}">
                <a16:creationId xmlns:a16="http://schemas.microsoft.com/office/drawing/2014/main" id="{17D3C7D8-2697-4247-FFAF-D25604F57D0E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727575" y="304800"/>
            <a:ext cx="4124325" cy="4348163"/>
          </a:xfrm>
          <a:prstGeom prst="roundRect">
            <a:avLst>
              <a:gd name="adj" fmla="val 2708"/>
            </a:avLst>
          </a:pr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image</a:t>
            </a:r>
          </a:p>
        </p:txBody>
      </p:sp>
      <p:sp>
        <p:nvSpPr>
          <p:cNvPr id="26" name="Text Placeholder 38">
            <a:extLst>
              <a:ext uri="{FF2B5EF4-FFF2-40B4-BE49-F238E27FC236}">
                <a16:creationId xmlns:a16="http://schemas.microsoft.com/office/drawing/2014/main" id="{A1264A48-1F85-A080-CDB5-410FB690C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4840" y="2958707"/>
            <a:ext cx="1707392" cy="1349883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solidFill>
                  <a:schemeClr val="accent4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statement text.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0A81A1D4-047B-3FC6-2FDD-7A7A36DB43D6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2138767" y="2949590"/>
            <a:ext cx="2007134" cy="1616059"/>
          </a:xfrm>
        </p:spPr>
        <p:txBody>
          <a:bodyPr>
            <a:normAutofit/>
          </a:bodyPr>
          <a:lstStyle>
            <a:lvl1pPr marL="0" indent="0" algn="l">
              <a:buNone/>
              <a:defRPr sz="1100" b="0" i="0">
                <a:latin typeface="Trefoil Sans Light" panose="020B0000000000000000" pitchFamily="34" charset="0"/>
              </a:defRPr>
            </a:lvl1pPr>
            <a:lvl2pPr algn="l">
              <a:defRPr sz="1100"/>
            </a:lvl2pPr>
            <a:lvl3pPr algn="l">
              <a:defRPr sz="1100"/>
            </a:lvl3pPr>
            <a:lvl4pPr algn="l">
              <a:defRPr sz="1100"/>
            </a:lvl4pPr>
            <a:lvl5pPr algn="l">
              <a:defRPr sz="1100"/>
            </a:lvl5pPr>
          </a:lstStyle>
          <a:p>
            <a:pPr lvl="0"/>
            <a:r>
              <a:rPr lang="en-US"/>
              <a:t>Type here to enter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066991065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Statement | Images w/ Call Ou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393450-46D4-9698-5DE6-C14F1E50BC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850E8-42BD-5FF7-C215-16ACA2745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B0C64AD-6937-446E-D85A-CE2B46AD52A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0" y="279268"/>
            <a:ext cx="4508501" cy="4458878"/>
          </a:xfrm>
          <a:custGeom>
            <a:avLst/>
            <a:gdLst>
              <a:gd name="connsiteX0" fmla="*/ 0 w 4508501"/>
              <a:gd name="connsiteY0" fmla="*/ 0 h 4458878"/>
              <a:gd name="connsiteX1" fmla="*/ 2154743 w 4508501"/>
              <a:gd name="connsiteY1" fmla="*/ 0 h 4458878"/>
              <a:gd name="connsiteX2" fmla="*/ 2154743 w 4508501"/>
              <a:gd name="connsiteY2" fmla="*/ 6278 h 4458878"/>
              <a:gd name="connsiteX3" fmla="*/ 2279062 w 4508501"/>
              <a:gd name="connsiteY3" fmla="*/ 0 h 4458878"/>
              <a:gd name="connsiteX4" fmla="*/ 4508501 w 4508501"/>
              <a:gd name="connsiteY4" fmla="*/ 2229439 h 4458878"/>
              <a:gd name="connsiteX5" fmla="*/ 2279062 w 4508501"/>
              <a:gd name="connsiteY5" fmla="*/ 4458878 h 4458878"/>
              <a:gd name="connsiteX6" fmla="*/ 2154743 w 4508501"/>
              <a:gd name="connsiteY6" fmla="*/ 4452601 h 4458878"/>
              <a:gd name="connsiteX7" fmla="*/ 2154743 w 4508501"/>
              <a:gd name="connsiteY7" fmla="*/ 4454539 h 4458878"/>
              <a:gd name="connsiteX8" fmla="*/ 0 w 4508501"/>
              <a:gd name="connsiteY8" fmla="*/ 4454539 h 4458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08501" h="4458878">
                <a:moveTo>
                  <a:pt x="0" y="0"/>
                </a:moveTo>
                <a:lnTo>
                  <a:pt x="2154743" y="0"/>
                </a:lnTo>
                <a:lnTo>
                  <a:pt x="2154743" y="6278"/>
                </a:lnTo>
                <a:lnTo>
                  <a:pt x="2279062" y="0"/>
                </a:lnTo>
                <a:cubicBezTo>
                  <a:pt x="3510347" y="0"/>
                  <a:pt x="4508501" y="998154"/>
                  <a:pt x="4508501" y="2229439"/>
                </a:cubicBezTo>
                <a:cubicBezTo>
                  <a:pt x="4508501" y="3460724"/>
                  <a:pt x="3510347" y="4458878"/>
                  <a:pt x="2279062" y="4458878"/>
                </a:cubicBezTo>
                <a:lnTo>
                  <a:pt x="2154743" y="4452601"/>
                </a:lnTo>
                <a:lnTo>
                  <a:pt x="2154743" y="4454539"/>
                </a:lnTo>
                <a:lnTo>
                  <a:pt x="0" y="4454539"/>
                </a:lnTo>
                <a:close/>
              </a:path>
            </a:pathLst>
          </a:cu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	Click icon to add image</a:t>
            </a:r>
          </a:p>
        </p:txBody>
      </p:sp>
      <p:sp>
        <p:nvSpPr>
          <p:cNvPr id="6" name="Text Placeholder 46">
            <a:extLst>
              <a:ext uri="{FF2B5EF4-FFF2-40B4-BE49-F238E27FC236}">
                <a16:creationId xmlns:a16="http://schemas.microsoft.com/office/drawing/2014/main" id="{0D8BD7A6-CEFA-4A06-94A9-3A2A33BD8E1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17485" y="139659"/>
            <a:ext cx="3655705" cy="27922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tx1"/>
                </a:solidFill>
                <a:latin typeface="Trefoil Sans Medium" panose="020B0000000000000000" pitchFamily="34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Type here to enter the presentation section name.</a:t>
            </a:r>
          </a:p>
        </p:txBody>
      </p:sp>
      <p:sp>
        <p:nvSpPr>
          <p:cNvPr id="8" name="Text Placeholder 18">
            <a:extLst>
              <a:ext uri="{FF2B5EF4-FFF2-40B4-BE49-F238E27FC236}">
                <a16:creationId xmlns:a16="http://schemas.microsoft.com/office/drawing/2014/main" id="{DBDDBB94-CADB-995A-A9DC-C91C15D277B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17485" y="687179"/>
            <a:ext cx="4048701" cy="1884571"/>
          </a:xfrm>
        </p:spPr>
        <p:txBody>
          <a:bodyPr anchor="t">
            <a:noAutofit/>
          </a:bodyPr>
          <a:lstStyle>
            <a:lvl1pPr marL="0" indent="0" algn="l">
              <a:buNone/>
              <a:defRPr sz="26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70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70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70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70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statement text.</a:t>
            </a:r>
          </a:p>
        </p:txBody>
      </p:sp>
      <p:sp>
        <p:nvSpPr>
          <p:cNvPr id="13" name="Text Placeholder 38">
            <a:extLst>
              <a:ext uri="{FF2B5EF4-FFF2-40B4-BE49-F238E27FC236}">
                <a16:creationId xmlns:a16="http://schemas.microsoft.com/office/drawing/2014/main" id="{F4FB1D49-E8B4-DA30-6A81-D33849BE504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60446" y="3793156"/>
            <a:ext cx="1316226" cy="27922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100" b="0" i="0">
                <a:solidFill>
                  <a:schemeClr val="accent4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title here</a:t>
            </a:r>
          </a:p>
        </p:txBody>
      </p:sp>
      <p:sp>
        <p:nvSpPr>
          <p:cNvPr id="17" name="Text Placeholder 38">
            <a:extLst>
              <a:ext uri="{FF2B5EF4-FFF2-40B4-BE49-F238E27FC236}">
                <a16:creationId xmlns:a16="http://schemas.microsoft.com/office/drawing/2014/main" id="{5F708E09-4882-FBBB-67B6-BA558DE5FC8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49960" y="3793156"/>
            <a:ext cx="1316226" cy="27922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100" b="0" i="0">
                <a:solidFill>
                  <a:schemeClr val="accent4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title here</a:t>
            </a:r>
          </a:p>
        </p:txBody>
      </p:sp>
      <p:sp>
        <p:nvSpPr>
          <p:cNvPr id="19" name="Text Placeholder 38">
            <a:extLst>
              <a:ext uri="{FF2B5EF4-FFF2-40B4-BE49-F238E27FC236}">
                <a16:creationId xmlns:a16="http://schemas.microsoft.com/office/drawing/2014/main" id="{7EC42056-3A7C-1C7D-4F4B-D2B96F7487AF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155203" y="3793156"/>
            <a:ext cx="1316226" cy="27922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100" b="0" i="0">
                <a:solidFill>
                  <a:schemeClr val="accent4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title here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99E551A-7AAF-57D0-6407-69B051F2E338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4760446" y="4121373"/>
            <a:ext cx="1316226" cy="61677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algn="ctr">
              <a:defRPr sz="10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98A9ACC-1FE5-1F1B-CC57-B41A93F50130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6155203" y="4121373"/>
            <a:ext cx="1316226" cy="61677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algn="ctr">
              <a:defRPr sz="10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3DF55262-3112-755D-3876-D0C89AB55835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7549960" y="4121373"/>
            <a:ext cx="1316226" cy="61677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algn="ctr">
              <a:defRPr sz="10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039087964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Statistics | Column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8A9E9E-4DF6-DDF1-B4B7-119BB7BB2C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37695F-185D-C362-1B10-B16FC408E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5" name="Text Placeholder 46">
            <a:extLst>
              <a:ext uri="{FF2B5EF4-FFF2-40B4-BE49-F238E27FC236}">
                <a16:creationId xmlns:a16="http://schemas.microsoft.com/office/drawing/2014/main" id="{9B744577-8549-3D99-5D5F-E16E2F217A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94839" y="-11945"/>
            <a:ext cx="8801100" cy="27922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tx1"/>
                </a:solidFill>
                <a:latin typeface="Trefoil Sans Medium" panose="020B0000000000000000" pitchFamily="34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Type here to enter the presentation section name.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B04C01B3-BA33-F748-3E72-C375115768CA}"/>
              </a:ext>
            </a:extLst>
          </p:cNvPr>
          <p:cNvSpPr txBox="1">
            <a:spLocks/>
          </p:cNvSpPr>
          <p:nvPr userDrawn="1"/>
        </p:nvSpPr>
        <p:spPr>
          <a:xfrm>
            <a:off x="8485459" y="4972051"/>
            <a:ext cx="550592" cy="18273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685800" rtl="0" eaLnBrk="1" latinLnBrk="0" hangingPunct="1">
              <a:defRPr sz="600" b="0" i="0" kern="1200">
                <a:solidFill>
                  <a:schemeClr val="tx1"/>
                </a:solidFill>
                <a:latin typeface="Girl Scout Text Book" panose="02020003000000000000" pitchFamily="18" charset="0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05FB7111-968B-A420-35FC-8F787BD426E5}"/>
              </a:ext>
            </a:extLst>
          </p:cNvPr>
          <p:cNvSpPr txBox="1">
            <a:spLocks/>
          </p:cNvSpPr>
          <p:nvPr userDrawn="1"/>
        </p:nvSpPr>
        <p:spPr>
          <a:xfrm>
            <a:off x="171449" y="4998093"/>
            <a:ext cx="5673297" cy="15457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marR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450" b="0" i="0" u="none" strike="noStrike" kern="1200" smtClean="0">
                <a:solidFill>
                  <a:schemeClr val="tx1"/>
                </a:solidFill>
                <a:effectLst/>
                <a:latin typeface="Girl Scout Text Book" panose="02020003000000000000" pitchFamily="18" charset="0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©2024 Girl Scouts of the USA. All Rights Reserved.  Not for public distribution.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2239C51-B191-70AD-BE56-AC46513B1745}"/>
              </a:ext>
            </a:extLst>
          </p:cNvPr>
          <p:cNvSpPr/>
          <p:nvPr userDrawn="1"/>
        </p:nvSpPr>
        <p:spPr>
          <a:xfrm>
            <a:off x="274320" y="448056"/>
            <a:ext cx="4167036" cy="4326903"/>
          </a:xfrm>
          <a:prstGeom prst="roundRect">
            <a:avLst>
              <a:gd name="adj" fmla="val 3715"/>
            </a:avLst>
          </a:prstGeom>
          <a:solidFill>
            <a:schemeClr val="accent2"/>
          </a:solidFill>
          <a:ln w="15875"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97EF6E5-040A-9697-314A-DC8CC51D5EB9}"/>
              </a:ext>
            </a:extLst>
          </p:cNvPr>
          <p:cNvSpPr/>
          <p:nvPr userDrawn="1"/>
        </p:nvSpPr>
        <p:spPr>
          <a:xfrm>
            <a:off x="4709160" y="448056"/>
            <a:ext cx="4167036" cy="4326903"/>
          </a:xfrm>
          <a:prstGeom prst="roundRect">
            <a:avLst>
              <a:gd name="adj" fmla="val 3715"/>
            </a:avLst>
          </a:prstGeom>
          <a:solidFill>
            <a:schemeClr val="accent1"/>
          </a:solidFill>
          <a:ln w="15875"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CCB9F12-270C-4CD1-9858-B137ADF2F14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2336" y="1335024"/>
            <a:ext cx="3955322" cy="661464"/>
          </a:xfrm>
        </p:spPr>
        <p:txBody>
          <a:bodyPr anchor="b">
            <a:noAutofit/>
          </a:bodyPr>
          <a:lstStyle>
            <a:lvl1pPr marL="0" indent="0" algn="l">
              <a:buNone/>
              <a:defRPr sz="40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70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70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70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70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Enter Statistic Here</a:t>
            </a:r>
          </a:p>
        </p:txBody>
      </p:sp>
      <p:sp>
        <p:nvSpPr>
          <p:cNvPr id="21" name="Text Placeholder 38">
            <a:extLst>
              <a:ext uri="{FF2B5EF4-FFF2-40B4-BE49-F238E27FC236}">
                <a16:creationId xmlns:a16="http://schemas.microsoft.com/office/drawing/2014/main" id="{A5C0E704-BD2C-680D-FA1D-07334DB615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2336" y="2167128"/>
            <a:ext cx="3929921" cy="510577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400" b="0" i="0">
                <a:solidFill>
                  <a:schemeClr val="accent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subtitle.</a:t>
            </a:r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C4D7A40E-D08B-AD6C-89DB-4D38AC268FA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809744" y="1335024"/>
            <a:ext cx="3955322" cy="661464"/>
          </a:xfrm>
        </p:spPr>
        <p:txBody>
          <a:bodyPr anchor="b">
            <a:noAutofit/>
          </a:bodyPr>
          <a:lstStyle>
            <a:lvl1pPr marL="0" indent="0" algn="l">
              <a:buNone/>
              <a:defRPr sz="4000" b="0" i="0">
                <a:solidFill>
                  <a:schemeClr val="accent2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70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70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70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70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Enter Statistic Here</a:t>
            </a:r>
          </a:p>
        </p:txBody>
      </p:sp>
      <p:sp>
        <p:nvSpPr>
          <p:cNvPr id="29" name="Text Placeholder 38">
            <a:extLst>
              <a:ext uri="{FF2B5EF4-FFF2-40B4-BE49-F238E27FC236}">
                <a16:creationId xmlns:a16="http://schemas.microsoft.com/office/drawing/2014/main" id="{8A5BF5B3-7208-0F39-8F29-D54CC30D1C47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809744" y="2167128"/>
            <a:ext cx="3929921" cy="510577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400" b="0" i="0">
                <a:solidFill>
                  <a:schemeClr val="accent2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subtitle.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DD24E2DF-0D37-98F1-DB51-BF4BAC9B73FE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02336" y="2688336"/>
            <a:ext cx="3929920" cy="1102101"/>
          </a:xfr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17EBD589-4916-97DC-6419-D0C0A2EB6BD8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4809744" y="2688336"/>
            <a:ext cx="3929920" cy="1102101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335589976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Statistics | Column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8A9E9E-4DF6-DDF1-B4B7-119BB7BB2C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37695F-185D-C362-1B10-B16FC408E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5" name="Text Placeholder 46">
            <a:extLst>
              <a:ext uri="{FF2B5EF4-FFF2-40B4-BE49-F238E27FC236}">
                <a16:creationId xmlns:a16="http://schemas.microsoft.com/office/drawing/2014/main" id="{9B744577-8549-3D99-5D5F-E16E2F217A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94839" y="-11945"/>
            <a:ext cx="8801100" cy="27922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tx1"/>
                </a:solidFill>
                <a:latin typeface="Trefoil Sans Medium" panose="020B0000000000000000" pitchFamily="34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Type here to enter the presentation section name.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B04C01B3-BA33-F748-3E72-C375115768CA}"/>
              </a:ext>
            </a:extLst>
          </p:cNvPr>
          <p:cNvSpPr txBox="1">
            <a:spLocks/>
          </p:cNvSpPr>
          <p:nvPr userDrawn="1"/>
        </p:nvSpPr>
        <p:spPr>
          <a:xfrm>
            <a:off x="8485459" y="4972051"/>
            <a:ext cx="550592" cy="18273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685800" rtl="0" eaLnBrk="1" latinLnBrk="0" hangingPunct="1">
              <a:defRPr sz="600" b="0" i="0" kern="1200">
                <a:solidFill>
                  <a:schemeClr val="tx1"/>
                </a:solidFill>
                <a:latin typeface="Girl Scout Text Book" panose="02020003000000000000" pitchFamily="18" charset="0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05FB7111-968B-A420-35FC-8F787BD426E5}"/>
              </a:ext>
            </a:extLst>
          </p:cNvPr>
          <p:cNvSpPr txBox="1">
            <a:spLocks/>
          </p:cNvSpPr>
          <p:nvPr userDrawn="1"/>
        </p:nvSpPr>
        <p:spPr>
          <a:xfrm>
            <a:off x="171449" y="4998093"/>
            <a:ext cx="5673297" cy="15457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marR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450" b="0" i="0" u="none" strike="noStrike" kern="1200" smtClean="0">
                <a:solidFill>
                  <a:schemeClr val="tx1"/>
                </a:solidFill>
                <a:effectLst/>
                <a:latin typeface="Girl Scout Text Book" panose="02020003000000000000" pitchFamily="18" charset="0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©2024 Girl Scouts of the USA. All Rights Reserved.  Not for public distribution.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2239C51-B191-70AD-BE56-AC46513B1745}"/>
              </a:ext>
            </a:extLst>
          </p:cNvPr>
          <p:cNvSpPr/>
          <p:nvPr userDrawn="1"/>
        </p:nvSpPr>
        <p:spPr>
          <a:xfrm>
            <a:off x="4706800" y="452487"/>
            <a:ext cx="4167036" cy="4326903"/>
          </a:xfrm>
          <a:prstGeom prst="roundRect">
            <a:avLst>
              <a:gd name="adj" fmla="val 3715"/>
            </a:avLst>
          </a:prstGeom>
          <a:solidFill>
            <a:schemeClr val="accent2"/>
          </a:solidFill>
          <a:ln w="15875"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97EF6E5-040A-9697-314A-DC8CC51D5EB9}"/>
              </a:ext>
            </a:extLst>
          </p:cNvPr>
          <p:cNvSpPr/>
          <p:nvPr userDrawn="1"/>
        </p:nvSpPr>
        <p:spPr>
          <a:xfrm>
            <a:off x="270165" y="452487"/>
            <a:ext cx="4167036" cy="4326903"/>
          </a:xfrm>
          <a:prstGeom prst="roundRect">
            <a:avLst>
              <a:gd name="adj" fmla="val 3715"/>
            </a:avLst>
          </a:prstGeom>
          <a:solidFill>
            <a:schemeClr val="accent1"/>
          </a:solidFill>
          <a:ln w="15875"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CCB9F12-270C-4CD1-9858-B137ADF2F14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12657" y="1335024"/>
            <a:ext cx="3955322" cy="661464"/>
          </a:xfrm>
        </p:spPr>
        <p:txBody>
          <a:bodyPr anchor="b">
            <a:noAutofit/>
          </a:bodyPr>
          <a:lstStyle>
            <a:lvl1pPr marL="0" indent="0" algn="l">
              <a:buNone/>
              <a:defRPr sz="40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70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70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70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70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Enter Statistic Here</a:t>
            </a:r>
          </a:p>
        </p:txBody>
      </p:sp>
      <p:sp>
        <p:nvSpPr>
          <p:cNvPr id="21" name="Text Placeholder 38">
            <a:extLst>
              <a:ext uri="{FF2B5EF4-FFF2-40B4-BE49-F238E27FC236}">
                <a16:creationId xmlns:a16="http://schemas.microsoft.com/office/drawing/2014/main" id="{A5C0E704-BD2C-680D-FA1D-07334DB615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09744" y="2167128"/>
            <a:ext cx="3929921" cy="510577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400" b="0" i="0">
                <a:solidFill>
                  <a:schemeClr val="accent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subtitle.</a:t>
            </a:r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C4D7A40E-D08B-AD6C-89DB-4D38AC268FA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02336" y="1335024"/>
            <a:ext cx="3955322" cy="661464"/>
          </a:xfrm>
        </p:spPr>
        <p:txBody>
          <a:bodyPr anchor="b">
            <a:noAutofit/>
          </a:bodyPr>
          <a:lstStyle>
            <a:lvl1pPr marL="0" indent="0" algn="l">
              <a:buNone/>
              <a:defRPr sz="4000" b="0" i="0">
                <a:solidFill>
                  <a:schemeClr val="accent2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70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70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70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70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Enter Statistic Here</a:t>
            </a:r>
          </a:p>
        </p:txBody>
      </p:sp>
      <p:sp>
        <p:nvSpPr>
          <p:cNvPr id="29" name="Text Placeholder 38">
            <a:extLst>
              <a:ext uri="{FF2B5EF4-FFF2-40B4-BE49-F238E27FC236}">
                <a16:creationId xmlns:a16="http://schemas.microsoft.com/office/drawing/2014/main" id="{8A5BF5B3-7208-0F39-8F29-D54CC30D1C47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01423" y="2167332"/>
            <a:ext cx="3929921" cy="510577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400" b="0" i="0">
                <a:solidFill>
                  <a:schemeClr val="accent2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subtitle.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DD24E2DF-0D37-98F1-DB51-BF4BAC9B73FE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809744" y="2688336"/>
            <a:ext cx="3929920" cy="1102101"/>
          </a:xfr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17EBD589-4916-97DC-6419-D0C0A2EB6BD8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401424" y="2685343"/>
            <a:ext cx="3929920" cy="1102101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664978092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Statistics | Column-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AFF890-A5A4-988B-DB61-693D1C0B58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27667C-2212-B51B-2C94-4D394F8C1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345B043-D379-1DC5-94C6-1A49743D6D74}"/>
              </a:ext>
            </a:extLst>
          </p:cNvPr>
          <p:cNvSpPr/>
          <p:nvPr userDrawn="1"/>
        </p:nvSpPr>
        <p:spPr>
          <a:xfrm>
            <a:off x="3247011" y="452487"/>
            <a:ext cx="2619729" cy="4326903"/>
          </a:xfrm>
          <a:prstGeom prst="roundRect">
            <a:avLst>
              <a:gd name="adj" fmla="val 3715"/>
            </a:avLst>
          </a:prstGeom>
          <a:noFill/>
          <a:ln w="15875">
            <a:solidFill>
              <a:schemeClr val="accent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9704E64-A5C5-687F-C4AE-51077C1E685A}"/>
              </a:ext>
            </a:extLst>
          </p:cNvPr>
          <p:cNvSpPr/>
          <p:nvPr userDrawn="1"/>
        </p:nvSpPr>
        <p:spPr>
          <a:xfrm>
            <a:off x="6242621" y="452487"/>
            <a:ext cx="2619729" cy="4326903"/>
          </a:xfrm>
          <a:prstGeom prst="roundRect">
            <a:avLst>
              <a:gd name="adj" fmla="val 3715"/>
            </a:avLst>
          </a:prstGeom>
          <a:noFill/>
          <a:ln w="15875">
            <a:solidFill>
              <a:schemeClr val="accent3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00C2B26-48D6-423D-C220-C33F5FD28750}"/>
              </a:ext>
            </a:extLst>
          </p:cNvPr>
          <p:cNvSpPr/>
          <p:nvPr userDrawn="1"/>
        </p:nvSpPr>
        <p:spPr>
          <a:xfrm>
            <a:off x="251401" y="452487"/>
            <a:ext cx="2619729" cy="4326903"/>
          </a:xfrm>
          <a:prstGeom prst="roundRect">
            <a:avLst>
              <a:gd name="adj" fmla="val 3715"/>
            </a:avLst>
          </a:prstGeom>
          <a:noFill/>
          <a:ln w="15875">
            <a:solidFill>
              <a:schemeClr val="accent5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2D31754A-E512-2DE4-BCF0-A3840B2AFF0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6073" y="2160218"/>
            <a:ext cx="2421752" cy="661464"/>
          </a:xfrm>
        </p:spPr>
        <p:txBody>
          <a:bodyPr anchor="b">
            <a:noAutofit/>
          </a:bodyPr>
          <a:lstStyle>
            <a:lvl1pPr marL="0" indent="0" algn="l">
              <a:buNone/>
              <a:defRPr sz="4000" b="0" i="0">
                <a:solidFill>
                  <a:schemeClr val="accent5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70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70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70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70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Enter Statistic</a:t>
            </a:r>
          </a:p>
        </p:txBody>
      </p:sp>
      <p:sp>
        <p:nvSpPr>
          <p:cNvPr id="22" name="Text Placeholder 38">
            <a:extLst>
              <a:ext uri="{FF2B5EF4-FFF2-40B4-BE49-F238E27FC236}">
                <a16:creationId xmlns:a16="http://schemas.microsoft.com/office/drawing/2014/main" id="{63DB6871-A594-9C94-65A1-2FEA629E81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0867" y="2994539"/>
            <a:ext cx="2406200" cy="510577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400" b="0" i="0">
                <a:solidFill>
                  <a:schemeClr val="accent5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subtitle.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F19F82FA-D244-75C6-D874-E51D21DCAF8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352657" y="2160218"/>
            <a:ext cx="2421752" cy="661464"/>
          </a:xfrm>
        </p:spPr>
        <p:txBody>
          <a:bodyPr anchor="b">
            <a:noAutofit/>
          </a:bodyPr>
          <a:lstStyle>
            <a:lvl1pPr marL="0" indent="0" algn="l">
              <a:buNone/>
              <a:defRPr sz="4000" b="0" i="0">
                <a:solidFill>
                  <a:schemeClr val="accent4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70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70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70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70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Enter Statistic</a:t>
            </a:r>
          </a:p>
        </p:txBody>
      </p:sp>
      <p:sp>
        <p:nvSpPr>
          <p:cNvPr id="25" name="Text Placeholder 38">
            <a:extLst>
              <a:ext uri="{FF2B5EF4-FFF2-40B4-BE49-F238E27FC236}">
                <a16:creationId xmlns:a16="http://schemas.microsoft.com/office/drawing/2014/main" id="{B4DC0A1A-A75C-9E33-336D-333D1187FDC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377451" y="2994539"/>
            <a:ext cx="2406200" cy="510577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400" b="0" i="0">
                <a:solidFill>
                  <a:schemeClr val="accent4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subtitle.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06860703-9AFB-A2E4-B728-C3DB3FC2BA5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342139" y="2160218"/>
            <a:ext cx="2421752" cy="661464"/>
          </a:xfrm>
        </p:spPr>
        <p:txBody>
          <a:bodyPr anchor="b">
            <a:noAutofit/>
          </a:bodyPr>
          <a:lstStyle>
            <a:lvl1pPr marL="0" indent="0" algn="l">
              <a:buNone/>
              <a:defRPr sz="40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70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70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70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70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Enter Statistic</a:t>
            </a:r>
          </a:p>
        </p:txBody>
      </p:sp>
      <p:sp>
        <p:nvSpPr>
          <p:cNvPr id="28" name="Text Placeholder 38">
            <a:extLst>
              <a:ext uri="{FF2B5EF4-FFF2-40B4-BE49-F238E27FC236}">
                <a16:creationId xmlns:a16="http://schemas.microsoft.com/office/drawing/2014/main" id="{A843D680-F8C1-960B-FD77-3CD192F5E6D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66933" y="2994539"/>
            <a:ext cx="2406200" cy="510577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400" b="0" i="0">
                <a:solidFill>
                  <a:schemeClr val="accent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subtitle.</a:t>
            </a:r>
          </a:p>
        </p:txBody>
      </p:sp>
      <p:sp>
        <p:nvSpPr>
          <p:cNvPr id="33" name="Text Placeholder 46">
            <a:extLst>
              <a:ext uri="{FF2B5EF4-FFF2-40B4-BE49-F238E27FC236}">
                <a16:creationId xmlns:a16="http://schemas.microsoft.com/office/drawing/2014/main" id="{EF4611A7-5BB5-283F-6AA6-7EBFAA022D4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94839" y="-11945"/>
            <a:ext cx="8801100" cy="27922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tx1"/>
                </a:solidFill>
                <a:latin typeface="Trefoil Sans Medium" panose="020B0000000000000000" pitchFamily="34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Type here to enter the presentation section name.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D0A1958-CD38-D29B-AB6E-D006C3C97C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67106" y="3512550"/>
            <a:ext cx="2409961" cy="1102101"/>
          </a:xfr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743E1DF0-4AA6-E865-898E-313A150D9EF9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3377451" y="3512550"/>
            <a:ext cx="2409961" cy="1102101"/>
          </a:xfr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52657A6C-2874-37F1-D627-B3F5E7C960F4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6366933" y="3512550"/>
            <a:ext cx="2409961" cy="1102101"/>
          </a:xfr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77514065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Call Out w/ Icons 4-up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A2A0D4-09BF-E592-0A99-F31C9B6DF7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34465D-0AE8-EB3C-3BB8-4A518821D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6D53FA2-05CA-2EAB-CBA6-76D0EDDF3EEA}"/>
              </a:ext>
            </a:extLst>
          </p:cNvPr>
          <p:cNvSpPr/>
          <p:nvPr userDrawn="1"/>
        </p:nvSpPr>
        <p:spPr>
          <a:xfrm rot="16200000">
            <a:off x="1286753" y="-751280"/>
            <a:ext cx="2163480" cy="4190045"/>
          </a:xfrm>
          <a:prstGeom prst="roundRect">
            <a:avLst>
              <a:gd name="adj" fmla="val 50000"/>
            </a:avLst>
          </a:prstGeom>
          <a:noFill/>
          <a:ln w="15875">
            <a:solidFill>
              <a:schemeClr val="accent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D50F932-9561-216C-64DD-F1F23D5DC758}"/>
              </a:ext>
            </a:extLst>
          </p:cNvPr>
          <p:cNvSpPr/>
          <p:nvPr userDrawn="1"/>
        </p:nvSpPr>
        <p:spPr>
          <a:xfrm rot="16200000">
            <a:off x="1286753" y="1564043"/>
            <a:ext cx="2163480" cy="4190046"/>
          </a:xfrm>
          <a:prstGeom prst="roundRect">
            <a:avLst>
              <a:gd name="adj" fmla="val 50000"/>
            </a:avLst>
          </a:prstGeom>
          <a:noFill/>
          <a:ln w="15875">
            <a:solidFill>
              <a:schemeClr val="accent3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AEF3B05-A4A6-FA20-B4E8-BBCA1735B7AD}"/>
              </a:ext>
            </a:extLst>
          </p:cNvPr>
          <p:cNvSpPr/>
          <p:nvPr userDrawn="1"/>
        </p:nvSpPr>
        <p:spPr>
          <a:xfrm rot="16200000">
            <a:off x="5693767" y="-751279"/>
            <a:ext cx="2163480" cy="4190045"/>
          </a:xfrm>
          <a:prstGeom prst="roundRect">
            <a:avLst>
              <a:gd name="adj" fmla="val 50000"/>
            </a:avLst>
          </a:prstGeom>
          <a:noFill/>
          <a:ln w="15875">
            <a:solidFill>
              <a:schemeClr val="accent4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27BF13D-74F8-DC76-0744-5AD5D0996C31}"/>
              </a:ext>
            </a:extLst>
          </p:cNvPr>
          <p:cNvSpPr/>
          <p:nvPr userDrawn="1"/>
        </p:nvSpPr>
        <p:spPr>
          <a:xfrm rot="16200000">
            <a:off x="5693767" y="1564043"/>
            <a:ext cx="2163480" cy="4190046"/>
          </a:xfrm>
          <a:prstGeom prst="roundRect">
            <a:avLst>
              <a:gd name="adj" fmla="val 50000"/>
            </a:avLst>
          </a:prstGeom>
          <a:noFill/>
          <a:ln w="15875">
            <a:solidFill>
              <a:schemeClr val="accent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22" name="Text Placeholder 38">
            <a:extLst>
              <a:ext uri="{FF2B5EF4-FFF2-40B4-BE49-F238E27FC236}">
                <a16:creationId xmlns:a16="http://schemas.microsoft.com/office/drawing/2014/main" id="{DF7B4CEB-728C-CAFB-B147-F78B6B0BDC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32417" y="1537191"/>
            <a:ext cx="2671558" cy="260551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accent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title</a:t>
            </a:r>
          </a:p>
        </p:txBody>
      </p:sp>
      <p:sp>
        <p:nvSpPr>
          <p:cNvPr id="28" name="Text Placeholder 38">
            <a:extLst>
              <a:ext uri="{FF2B5EF4-FFF2-40B4-BE49-F238E27FC236}">
                <a16:creationId xmlns:a16="http://schemas.microsoft.com/office/drawing/2014/main" id="{46A136AE-9957-CB02-82C0-7240B0D087CF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440025" y="1537191"/>
            <a:ext cx="2671558" cy="260551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accent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title</a:t>
            </a:r>
          </a:p>
        </p:txBody>
      </p:sp>
      <p:sp>
        <p:nvSpPr>
          <p:cNvPr id="34" name="Text Placeholder 38">
            <a:extLst>
              <a:ext uri="{FF2B5EF4-FFF2-40B4-BE49-F238E27FC236}">
                <a16:creationId xmlns:a16="http://schemas.microsoft.com/office/drawing/2014/main" id="{4CEB67D1-2DA6-9C97-6D0A-8BD8301CC159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032417" y="3865524"/>
            <a:ext cx="2671558" cy="260551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accent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title</a:t>
            </a:r>
          </a:p>
        </p:txBody>
      </p:sp>
      <p:sp>
        <p:nvSpPr>
          <p:cNvPr id="36" name="Text Placeholder 38">
            <a:extLst>
              <a:ext uri="{FF2B5EF4-FFF2-40B4-BE49-F238E27FC236}">
                <a16:creationId xmlns:a16="http://schemas.microsoft.com/office/drawing/2014/main" id="{AA7339B4-504C-3351-68F4-9948A528D490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5440025" y="3865524"/>
            <a:ext cx="2671558" cy="260551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accent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title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39BB9DC-2735-7053-024E-E166CACF56D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032416" y="1791963"/>
            <a:ext cx="2671557" cy="458286"/>
          </a:xfrm>
        </p:spPr>
        <p:txBody>
          <a:bodyPr>
            <a:noAutofit/>
          </a:bodyPr>
          <a:lstStyle>
            <a:lvl1pPr marL="0" indent="0" algn="ctr">
              <a:buNone/>
              <a:defRPr sz="1100"/>
            </a:lvl1pPr>
            <a:lvl2pPr algn="ctr"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A9FDED43-A59A-689A-0938-1F8B6CD0550F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5446530" y="1791963"/>
            <a:ext cx="2671557" cy="458286"/>
          </a:xfrm>
        </p:spPr>
        <p:txBody>
          <a:bodyPr>
            <a:noAutofit/>
          </a:bodyPr>
          <a:lstStyle>
            <a:lvl1pPr marL="0" indent="0" algn="ctr">
              <a:buNone/>
              <a:defRPr sz="1100"/>
            </a:lvl1pPr>
            <a:lvl2pPr algn="ctr"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D93CB8D-3D9E-0FB7-A29E-004463C56CEF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032416" y="4126285"/>
            <a:ext cx="2671557" cy="458286"/>
          </a:xfrm>
        </p:spPr>
        <p:txBody>
          <a:bodyPr>
            <a:noAutofit/>
          </a:bodyPr>
          <a:lstStyle>
            <a:lvl1pPr marL="0" indent="0" algn="ctr">
              <a:buNone/>
              <a:defRPr sz="1100"/>
            </a:lvl1pPr>
            <a:lvl2pPr algn="ctr"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D138041A-6045-13E4-F742-2F4427729BBD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5446530" y="4126285"/>
            <a:ext cx="2671557" cy="458286"/>
          </a:xfrm>
        </p:spPr>
        <p:txBody>
          <a:bodyPr>
            <a:noAutofit/>
          </a:bodyPr>
          <a:lstStyle>
            <a:lvl1pPr marL="0" indent="0" algn="ctr">
              <a:buNone/>
              <a:defRPr sz="1100"/>
            </a:lvl1pPr>
            <a:lvl2pPr algn="ctr"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941862883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Call Out w/ Icons 6-up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374242-51EA-84C2-9F60-87179A83F1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842D80-5576-3B76-CAC5-2B8AB5967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8C20167-8AEC-7F6D-5B2B-80BD6ED00AD5}"/>
              </a:ext>
            </a:extLst>
          </p:cNvPr>
          <p:cNvSpPr/>
          <p:nvPr userDrawn="1"/>
        </p:nvSpPr>
        <p:spPr>
          <a:xfrm>
            <a:off x="240224" y="224725"/>
            <a:ext cx="2828440" cy="2231755"/>
          </a:xfrm>
          <a:prstGeom prst="roundRect">
            <a:avLst>
              <a:gd name="adj" fmla="val 4437"/>
            </a:avLst>
          </a:prstGeom>
          <a:noFill/>
          <a:ln w="158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69BB086-4B2E-24DE-3AC8-F616EBA832C8}"/>
              </a:ext>
            </a:extLst>
          </p:cNvPr>
          <p:cNvSpPr/>
          <p:nvPr userDrawn="1"/>
        </p:nvSpPr>
        <p:spPr>
          <a:xfrm>
            <a:off x="3157780" y="224725"/>
            <a:ext cx="2828440" cy="2231755"/>
          </a:xfrm>
          <a:prstGeom prst="roundRect">
            <a:avLst>
              <a:gd name="adj" fmla="val 4437"/>
            </a:avLst>
          </a:prstGeom>
          <a:noFill/>
          <a:ln w="158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C73C5FD-9D80-D721-2723-3C08535F2760}"/>
              </a:ext>
            </a:extLst>
          </p:cNvPr>
          <p:cNvSpPr/>
          <p:nvPr userDrawn="1"/>
        </p:nvSpPr>
        <p:spPr>
          <a:xfrm>
            <a:off x="6075338" y="224725"/>
            <a:ext cx="2828440" cy="2231755"/>
          </a:xfrm>
          <a:prstGeom prst="roundRect">
            <a:avLst>
              <a:gd name="adj" fmla="val 4437"/>
            </a:avLst>
          </a:prstGeom>
          <a:noFill/>
          <a:ln w="158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2D65EAD-5C23-D3FB-2E0F-021B08BEA1D5}"/>
              </a:ext>
            </a:extLst>
          </p:cNvPr>
          <p:cNvSpPr/>
          <p:nvPr userDrawn="1"/>
        </p:nvSpPr>
        <p:spPr>
          <a:xfrm>
            <a:off x="240224" y="2549470"/>
            <a:ext cx="2828440" cy="2231755"/>
          </a:xfrm>
          <a:prstGeom prst="roundRect">
            <a:avLst>
              <a:gd name="adj" fmla="val 4437"/>
            </a:avLst>
          </a:prstGeom>
          <a:noFill/>
          <a:ln w="158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47E8F44-5704-A89C-579F-A7BB401BD399}"/>
              </a:ext>
            </a:extLst>
          </p:cNvPr>
          <p:cNvSpPr/>
          <p:nvPr userDrawn="1"/>
        </p:nvSpPr>
        <p:spPr>
          <a:xfrm>
            <a:off x="3157780" y="2549470"/>
            <a:ext cx="2828440" cy="2231755"/>
          </a:xfrm>
          <a:prstGeom prst="roundRect">
            <a:avLst>
              <a:gd name="adj" fmla="val 4437"/>
            </a:avLst>
          </a:prstGeom>
          <a:noFill/>
          <a:ln w="15875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BC89447-FC95-9EB5-42D6-2E69D76EE9F3}"/>
              </a:ext>
            </a:extLst>
          </p:cNvPr>
          <p:cNvSpPr/>
          <p:nvPr userDrawn="1"/>
        </p:nvSpPr>
        <p:spPr>
          <a:xfrm>
            <a:off x="6075338" y="2549470"/>
            <a:ext cx="2828440" cy="2231755"/>
          </a:xfrm>
          <a:prstGeom prst="roundRect">
            <a:avLst>
              <a:gd name="adj" fmla="val 4437"/>
            </a:avLst>
          </a:prstGeom>
          <a:noFill/>
          <a:ln w="15875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38">
            <a:extLst>
              <a:ext uri="{FF2B5EF4-FFF2-40B4-BE49-F238E27FC236}">
                <a16:creationId xmlns:a16="http://schemas.microsoft.com/office/drawing/2014/main" id="{1AEEBE46-FB15-0790-5057-8B26B501D40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2043" y="1647674"/>
            <a:ext cx="2544802" cy="260551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accent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title</a:t>
            </a:r>
          </a:p>
        </p:txBody>
      </p:sp>
      <p:sp>
        <p:nvSpPr>
          <p:cNvPr id="30" name="Text Placeholder 38">
            <a:extLst>
              <a:ext uri="{FF2B5EF4-FFF2-40B4-BE49-F238E27FC236}">
                <a16:creationId xmlns:a16="http://schemas.microsoft.com/office/drawing/2014/main" id="{BC845A9E-865D-DBD4-BAFD-94EDECE8EDD0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382043" y="3984474"/>
            <a:ext cx="2544802" cy="260551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accent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title</a:t>
            </a:r>
          </a:p>
        </p:txBody>
      </p:sp>
      <p:sp>
        <p:nvSpPr>
          <p:cNvPr id="32" name="Text Placeholder 38">
            <a:extLst>
              <a:ext uri="{FF2B5EF4-FFF2-40B4-BE49-F238E27FC236}">
                <a16:creationId xmlns:a16="http://schemas.microsoft.com/office/drawing/2014/main" id="{09939DBA-08DF-0485-0B5E-03179D8D934B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3299599" y="1647674"/>
            <a:ext cx="2544802" cy="260551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accent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title</a:t>
            </a:r>
          </a:p>
        </p:txBody>
      </p:sp>
      <p:sp>
        <p:nvSpPr>
          <p:cNvPr id="34" name="Text Placeholder 38">
            <a:extLst>
              <a:ext uri="{FF2B5EF4-FFF2-40B4-BE49-F238E27FC236}">
                <a16:creationId xmlns:a16="http://schemas.microsoft.com/office/drawing/2014/main" id="{CB90C1AC-E658-CF01-FA58-7B2AC55FC07C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3299599" y="3984474"/>
            <a:ext cx="2544802" cy="260551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accent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title</a:t>
            </a:r>
          </a:p>
        </p:txBody>
      </p:sp>
      <p:sp>
        <p:nvSpPr>
          <p:cNvPr id="36" name="Text Placeholder 38">
            <a:extLst>
              <a:ext uri="{FF2B5EF4-FFF2-40B4-BE49-F238E27FC236}">
                <a16:creationId xmlns:a16="http://schemas.microsoft.com/office/drawing/2014/main" id="{A0B8B78C-1DBE-04A1-6E33-A6C76DE8B643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6217155" y="1647674"/>
            <a:ext cx="2544802" cy="260551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accent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title</a:t>
            </a:r>
          </a:p>
        </p:txBody>
      </p:sp>
      <p:sp>
        <p:nvSpPr>
          <p:cNvPr id="38" name="Text Placeholder 38">
            <a:extLst>
              <a:ext uri="{FF2B5EF4-FFF2-40B4-BE49-F238E27FC236}">
                <a16:creationId xmlns:a16="http://schemas.microsoft.com/office/drawing/2014/main" id="{1BA26C01-6F8D-7F42-FE6B-F7EC45AB376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6217155" y="3984474"/>
            <a:ext cx="2544802" cy="260551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accent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title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383BEC8-95FA-7703-FA8F-F157D0A11FBC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382044" y="1886567"/>
            <a:ext cx="2544802" cy="458286"/>
          </a:xfrm>
        </p:spPr>
        <p:txBody>
          <a:bodyPr>
            <a:noAutofit/>
          </a:bodyPr>
          <a:lstStyle>
            <a:lvl1pPr marL="0" indent="0" algn="ctr">
              <a:buNone/>
              <a:defRPr sz="1100"/>
            </a:lvl1pPr>
            <a:lvl2pPr algn="ctr"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518D9AB-E2EC-ADFE-7911-1E899F8F825E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3299599" y="1886567"/>
            <a:ext cx="2544802" cy="458286"/>
          </a:xfrm>
        </p:spPr>
        <p:txBody>
          <a:bodyPr>
            <a:noAutofit/>
          </a:bodyPr>
          <a:lstStyle>
            <a:lvl1pPr marL="0" indent="0" algn="ctr">
              <a:buNone/>
              <a:defRPr sz="1100"/>
            </a:lvl1pPr>
            <a:lvl2pPr algn="ctr"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2F930116-C3FD-35C4-5F39-DA24614628E5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6215953" y="1886567"/>
            <a:ext cx="2544802" cy="458286"/>
          </a:xfrm>
        </p:spPr>
        <p:txBody>
          <a:bodyPr>
            <a:noAutofit/>
          </a:bodyPr>
          <a:lstStyle>
            <a:lvl1pPr marL="0" indent="0" algn="ctr">
              <a:buNone/>
              <a:defRPr sz="1100"/>
            </a:lvl1pPr>
            <a:lvl2pPr algn="ctr"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835D31DF-07A1-9A66-53D5-0ED7D8134BD8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382044" y="4235757"/>
            <a:ext cx="2544802" cy="458286"/>
          </a:xfrm>
        </p:spPr>
        <p:txBody>
          <a:bodyPr>
            <a:noAutofit/>
          </a:bodyPr>
          <a:lstStyle>
            <a:lvl1pPr marL="0" indent="0" algn="ctr">
              <a:buNone/>
              <a:defRPr sz="1100"/>
            </a:lvl1pPr>
            <a:lvl2pPr algn="ctr"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C2D4D891-41D2-63AB-7F64-69E026EFD368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3299599" y="4235757"/>
            <a:ext cx="2544802" cy="458286"/>
          </a:xfrm>
        </p:spPr>
        <p:txBody>
          <a:bodyPr>
            <a:noAutofit/>
          </a:bodyPr>
          <a:lstStyle>
            <a:lvl1pPr marL="0" indent="0" algn="ctr">
              <a:buNone/>
              <a:defRPr sz="1100"/>
            </a:lvl1pPr>
            <a:lvl2pPr algn="ctr"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253719A5-E2D3-6D27-64E5-F6C38365CE76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6215953" y="4235757"/>
            <a:ext cx="2544802" cy="458286"/>
          </a:xfrm>
        </p:spPr>
        <p:txBody>
          <a:bodyPr>
            <a:noAutofit/>
          </a:bodyPr>
          <a:lstStyle>
            <a:lvl1pPr marL="0" indent="0" algn="ctr">
              <a:buNone/>
              <a:defRPr sz="1100"/>
            </a:lvl1pPr>
            <a:lvl2pPr algn="ctr"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612974394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Call Out w/ Icons 8-up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60016ED-D7BA-0AB1-5015-BABC1A1104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662024-0431-7915-D7E1-2DE04C169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5" name="Plaque 4">
            <a:extLst>
              <a:ext uri="{FF2B5EF4-FFF2-40B4-BE49-F238E27FC236}">
                <a16:creationId xmlns:a16="http://schemas.microsoft.com/office/drawing/2014/main" id="{3101B86C-8DED-F424-6472-B869A1C3A253}"/>
              </a:ext>
            </a:extLst>
          </p:cNvPr>
          <p:cNvSpPr/>
          <p:nvPr userDrawn="1"/>
        </p:nvSpPr>
        <p:spPr>
          <a:xfrm>
            <a:off x="291434" y="2644520"/>
            <a:ext cx="1931778" cy="2083071"/>
          </a:xfrm>
          <a:prstGeom prst="plaque">
            <a:avLst>
              <a:gd name="adj" fmla="val 6641"/>
            </a:avLst>
          </a:prstGeom>
          <a:solidFill>
            <a:srgbClr val="CCB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600">
              <a:solidFill>
                <a:schemeClr val="accent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6" name="Plaque 5">
            <a:extLst>
              <a:ext uri="{FF2B5EF4-FFF2-40B4-BE49-F238E27FC236}">
                <a16:creationId xmlns:a16="http://schemas.microsoft.com/office/drawing/2014/main" id="{D5E8565F-3000-5AAA-9497-93C857C43773}"/>
              </a:ext>
            </a:extLst>
          </p:cNvPr>
          <p:cNvSpPr/>
          <p:nvPr userDrawn="1"/>
        </p:nvSpPr>
        <p:spPr>
          <a:xfrm>
            <a:off x="2502173" y="2644520"/>
            <a:ext cx="1931778" cy="2083071"/>
          </a:xfrm>
          <a:prstGeom prst="plaque">
            <a:avLst>
              <a:gd name="adj" fmla="val 6641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600">
              <a:solidFill>
                <a:schemeClr val="accent4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7" name="Plaque 6">
            <a:extLst>
              <a:ext uri="{FF2B5EF4-FFF2-40B4-BE49-F238E27FC236}">
                <a16:creationId xmlns:a16="http://schemas.microsoft.com/office/drawing/2014/main" id="{8C814A84-1CFE-444E-B5EE-2A8A29AABBC9}"/>
              </a:ext>
            </a:extLst>
          </p:cNvPr>
          <p:cNvSpPr/>
          <p:nvPr userDrawn="1"/>
        </p:nvSpPr>
        <p:spPr>
          <a:xfrm>
            <a:off x="4712912" y="2644520"/>
            <a:ext cx="1931778" cy="2083071"/>
          </a:xfrm>
          <a:prstGeom prst="plaque">
            <a:avLst>
              <a:gd name="adj" fmla="val 664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600">
              <a:solidFill>
                <a:schemeClr val="accent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8" name="Plaque 7">
            <a:extLst>
              <a:ext uri="{FF2B5EF4-FFF2-40B4-BE49-F238E27FC236}">
                <a16:creationId xmlns:a16="http://schemas.microsoft.com/office/drawing/2014/main" id="{11119090-EE55-AEF3-DB6B-8E42BBA38810}"/>
              </a:ext>
            </a:extLst>
          </p:cNvPr>
          <p:cNvSpPr/>
          <p:nvPr userDrawn="1"/>
        </p:nvSpPr>
        <p:spPr>
          <a:xfrm>
            <a:off x="6923650" y="2644520"/>
            <a:ext cx="1931778" cy="2083071"/>
          </a:xfrm>
          <a:prstGeom prst="plaque">
            <a:avLst>
              <a:gd name="adj" fmla="val 6641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600">
              <a:solidFill>
                <a:schemeClr val="accent2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9" name="Plaque 8">
            <a:extLst>
              <a:ext uri="{FF2B5EF4-FFF2-40B4-BE49-F238E27FC236}">
                <a16:creationId xmlns:a16="http://schemas.microsoft.com/office/drawing/2014/main" id="{54D43185-B885-011C-28D9-33AC6649F895}"/>
              </a:ext>
            </a:extLst>
          </p:cNvPr>
          <p:cNvSpPr/>
          <p:nvPr userDrawn="1"/>
        </p:nvSpPr>
        <p:spPr>
          <a:xfrm>
            <a:off x="291434" y="300278"/>
            <a:ext cx="1931778" cy="2083071"/>
          </a:xfrm>
          <a:prstGeom prst="plaque">
            <a:avLst>
              <a:gd name="adj" fmla="val 6641"/>
            </a:avLst>
          </a:prstGeom>
          <a:solidFill>
            <a:srgbClr val="03B55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600">
              <a:solidFill>
                <a:schemeClr val="accent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10" name="Plaque 9">
            <a:extLst>
              <a:ext uri="{FF2B5EF4-FFF2-40B4-BE49-F238E27FC236}">
                <a16:creationId xmlns:a16="http://schemas.microsoft.com/office/drawing/2014/main" id="{6567E374-5C0C-6CFD-62A5-041912CB21FC}"/>
              </a:ext>
            </a:extLst>
          </p:cNvPr>
          <p:cNvSpPr/>
          <p:nvPr userDrawn="1"/>
        </p:nvSpPr>
        <p:spPr>
          <a:xfrm>
            <a:off x="2502173" y="300278"/>
            <a:ext cx="1931778" cy="2083071"/>
          </a:xfrm>
          <a:prstGeom prst="plaque">
            <a:avLst>
              <a:gd name="adj" fmla="val 6641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600">
              <a:solidFill>
                <a:schemeClr val="accent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11" name="Plaque 10">
            <a:extLst>
              <a:ext uri="{FF2B5EF4-FFF2-40B4-BE49-F238E27FC236}">
                <a16:creationId xmlns:a16="http://schemas.microsoft.com/office/drawing/2014/main" id="{22F7EA68-18C4-6187-893B-C47F5D3A4721}"/>
              </a:ext>
            </a:extLst>
          </p:cNvPr>
          <p:cNvSpPr/>
          <p:nvPr userDrawn="1"/>
        </p:nvSpPr>
        <p:spPr>
          <a:xfrm>
            <a:off x="4712912" y="300278"/>
            <a:ext cx="1931778" cy="2083071"/>
          </a:xfrm>
          <a:prstGeom prst="plaque">
            <a:avLst>
              <a:gd name="adj" fmla="val 6641"/>
            </a:avLst>
          </a:prstGeom>
          <a:solidFill>
            <a:srgbClr val="F8BF0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600">
              <a:solidFill>
                <a:schemeClr val="accent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12" name="Plaque 11">
            <a:extLst>
              <a:ext uri="{FF2B5EF4-FFF2-40B4-BE49-F238E27FC236}">
                <a16:creationId xmlns:a16="http://schemas.microsoft.com/office/drawing/2014/main" id="{02F3B067-AF72-4E07-9088-8D33DF345F03}"/>
              </a:ext>
            </a:extLst>
          </p:cNvPr>
          <p:cNvSpPr/>
          <p:nvPr userDrawn="1"/>
        </p:nvSpPr>
        <p:spPr>
          <a:xfrm>
            <a:off x="6923650" y="300278"/>
            <a:ext cx="1931778" cy="2083071"/>
          </a:xfrm>
          <a:prstGeom prst="plaque">
            <a:avLst>
              <a:gd name="adj" fmla="val 6641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600">
              <a:solidFill>
                <a:schemeClr val="accent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14" name="Text Placeholder 38">
            <a:extLst>
              <a:ext uri="{FF2B5EF4-FFF2-40B4-BE49-F238E27FC236}">
                <a16:creationId xmlns:a16="http://schemas.microsoft.com/office/drawing/2014/main" id="{77E30CD2-3A13-8CB7-CBC3-01C30900DA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6124" y="1582909"/>
            <a:ext cx="1722398" cy="260551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tx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Enter Title Here</a:t>
            </a:r>
          </a:p>
        </p:txBody>
      </p:sp>
      <p:sp>
        <p:nvSpPr>
          <p:cNvPr id="16" name="Text Placeholder 38">
            <a:extLst>
              <a:ext uri="{FF2B5EF4-FFF2-40B4-BE49-F238E27FC236}">
                <a16:creationId xmlns:a16="http://schemas.microsoft.com/office/drawing/2014/main" id="{F09BF16F-5661-9947-1AEB-C788545CA023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604849" y="1582909"/>
            <a:ext cx="1722398" cy="260551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tx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Enter Title Here</a:t>
            </a:r>
          </a:p>
        </p:txBody>
      </p:sp>
      <p:sp>
        <p:nvSpPr>
          <p:cNvPr id="18" name="Text Placeholder 38">
            <a:extLst>
              <a:ext uri="{FF2B5EF4-FFF2-40B4-BE49-F238E27FC236}">
                <a16:creationId xmlns:a16="http://schemas.microsoft.com/office/drawing/2014/main" id="{DD7DBAFA-1E15-A032-4EC5-033CAAE585C1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4814650" y="1582909"/>
            <a:ext cx="1722398" cy="260551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tx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Enter Title Here</a:t>
            </a:r>
          </a:p>
        </p:txBody>
      </p:sp>
      <p:sp>
        <p:nvSpPr>
          <p:cNvPr id="20" name="Text Placeholder 38">
            <a:extLst>
              <a:ext uri="{FF2B5EF4-FFF2-40B4-BE49-F238E27FC236}">
                <a16:creationId xmlns:a16="http://schemas.microsoft.com/office/drawing/2014/main" id="{6B57D940-77F3-0246-34F4-93A094F62D53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7025478" y="1582909"/>
            <a:ext cx="1722398" cy="260551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tx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Enter Title Here</a:t>
            </a:r>
          </a:p>
        </p:txBody>
      </p:sp>
      <p:sp>
        <p:nvSpPr>
          <p:cNvPr id="22" name="Text Placeholder 38">
            <a:extLst>
              <a:ext uri="{FF2B5EF4-FFF2-40B4-BE49-F238E27FC236}">
                <a16:creationId xmlns:a16="http://schemas.microsoft.com/office/drawing/2014/main" id="{B44A52CA-1AF0-1111-3EFD-8A3AA61EF973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396124" y="3936643"/>
            <a:ext cx="1722398" cy="260551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tx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Enter Title Here</a:t>
            </a:r>
          </a:p>
        </p:txBody>
      </p:sp>
      <p:sp>
        <p:nvSpPr>
          <p:cNvPr id="24" name="Text Placeholder 38">
            <a:extLst>
              <a:ext uri="{FF2B5EF4-FFF2-40B4-BE49-F238E27FC236}">
                <a16:creationId xmlns:a16="http://schemas.microsoft.com/office/drawing/2014/main" id="{EDBC0FB6-34BA-D4E8-A0A1-6C31724D574A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2604849" y="3936643"/>
            <a:ext cx="1722398" cy="260551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bg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Enter Title Here</a:t>
            </a:r>
          </a:p>
        </p:txBody>
      </p:sp>
      <p:sp>
        <p:nvSpPr>
          <p:cNvPr id="26" name="Text Placeholder 38">
            <a:extLst>
              <a:ext uri="{FF2B5EF4-FFF2-40B4-BE49-F238E27FC236}">
                <a16:creationId xmlns:a16="http://schemas.microsoft.com/office/drawing/2014/main" id="{824304D0-AB83-E57A-9004-294A2EC4B9C9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4814650" y="3936643"/>
            <a:ext cx="1722398" cy="260551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bg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Enter Title Here</a:t>
            </a:r>
          </a:p>
        </p:txBody>
      </p:sp>
      <p:sp>
        <p:nvSpPr>
          <p:cNvPr id="28" name="Text Placeholder 38">
            <a:extLst>
              <a:ext uri="{FF2B5EF4-FFF2-40B4-BE49-F238E27FC236}">
                <a16:creationId xmlns:a16="http://schemas.microsoft.com/office/drawing/2014/main" id="{17026E3A-B445-D3D9-8C2F-A612B0DD9FC1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7025478" y="3936643"/>
            <a:ext cx="1722398" cy="260551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tx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Enter Title Here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910AEE8B-0DD2-07C6-41E6-5E747D156125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396124" y="1821840"/>
            <a:ext cx="1722398" cy="367472"/>
          </a:xfrm>
        </p:spPr>
        <p:txBody>
          <a:bodyPr>
            <a:noAutofit/>
          </a:bodyPr>
          <a:lstStyle>
            <a:lvl1pPr marL="0" indent="0" algn="ctr">
              <a:buNone/>
              <a:defRPr sz="1050"/>
            </a:lvl1pPr>
            <a:lvl2pPr algn="ctr">
              <a:defRPr sz="105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72139D50-620B-CCEB-38CF-C133530328D1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2604849" y="1821840"/>
            <a:ext cx="1722398" cy="367472"/>
          </a:xfrm>
        </p:spPr>
        <p:txBody>
          <a:bodyPr>
            <a:noAutofit/>
          </a:bodyPr>
          <a:lstStyle>
            <a:lvl1pPr marL="0" indent="0" algn="ctr">
              <a:buNone/>
              <a:defRPr sz="1050"/>
            </a:lvl1pPr>
            <a:lvl2pPr algn="ctr">
              <a:defRPr sz="105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AF44BD56-3828-C399-BD7C-A7B4B25B7D08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4814650" y="1821840"/>
            <a:ext cx="1722398" cy="367472"/>
          </a:xfrm>
        </p:spPr>
        <p:txBody>
          <a:bodyPr>
            <a:noAutofit/>
          </a:bodyPr>
          <a:lstStyle>
            <a:lvl1pPr marL="0" indent="0" algn="ctr">
              <a:buNone/>
              <a:defRPr sz="1050"/>
            </a:lvl1pPr>
            <a:lvl2pPr algn="ctr">
              <a:defRPr sz="105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A432B7C3-BF0E-97D5-0E1D-F8397ED1F6B3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7025478" y="1821840"/>
            <a:ext cx="1722398" cy="367472"/>
          </a:xfrm>
        </p:spPr>
        <p:txBody>
          <a:bodyPr>
            <a:noAutofit/>
          </a:bodyPr>
          <a:lstStyle>
            <a:lvl1pPr marL="0" indent="0" algn="ctr">
              <a:buNone/>
              <a:defRPr sz="1050"/>
            </a:lvl1pPr>
            <a:lvl2pPr algn="ctr">
              <a:defRPr sz="105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9822CDFC-45C9-1982-0782-46F1EB6F7C65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396124" y="4189760"/>
            <a:ext cx="1722398" cy="367472"/>
          </a:xfrm>
        </p:spPr>
        <p:txBody>
          <a:bodyPr>
            <a:noAutofit/>
          </a:bodyPr>
          <a:lstStyle>
            <a:lvl1pPr marL="0" indent="0" algn="ctr">
              <a:buNone/>
              <a:defRPr sz="1050"/>
            </a:lvl1pPr>
            <a:lvl2pPr algn="ctr">
              <a:defRPr sz="105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C2A8802C-9B0B-5BFA-2A0F-953A828B089C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2604849" y="4189760"/>
            <a:ext cx="1722398" cy="367472"/>
          </a:xfrm>
        </p:spPr>
        <p:txBody>
          <a:bodyPr>
            <a:no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  <a:lvl2pPr algn="ctr">
              <a:defRPr sz="1050">
                <a:solidFill>
                  <a:schemeClr val="bg1"/>
                </a:solidFill>
              </a:defRPr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BBE9FE47-36F6-5428-D0AF-DF3207F0F330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4814650" y="4189760"/>
            <a:ext cx="1722398" cy="367472"/>
          </a:xfrm>
        </p:spPr>
        <p:txBody>
          <a:bodyPr>
            <a:no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  <a:lvl2pPr algn="ctr">
              <a:defRPr sz="1050">
                <a:solidFill>
                  <a:schemeClr val="bg1"/>
                </a:solidFill>
              </a:defRPr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5" name="Text Placeholder 6">
            <a:extLst>
              <a:ext uri="{FF2B5EF4-FFF2-40B4-BE49-F238E27FC236}">
                <a16:creationId xmlns:a16="http://schemas.microsoft.com/office/drawing/2014/main" id="{36B44102-7845-C321-A0AF-A96D325F0664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7025478" y="4189760"/>
            <a:ext cx="1722398" cy="367472"/>
          </a:xfrm>
        </p:spPr>
        <p:txBody>
          <a:bodyPr>
            <a:noAutofit/>
          </a:bodyPr>
          <a:lstStyle>
            <a:lvl1pPr marL="0" indent="0" algn="ctr">
              <a:buNone/>
              <a:defRPr sz="1050"/>
            </a:lvl1pPr>
            <a:lvl2pPr algn="ctr">
              <a:defRPr sz="105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987395442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Call Out w/ Icons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1CC68DB-1C77-B88F-DD0D-81CAC88176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33ECFE-4D17-C176-EDB0-F2320CA3E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8A87F7AD-D55D-1FBC-08BA-D6481DC76AA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88381" y="664147"/>
            <a:ext cx="5328425" cy="1401719"/>
          </a:xfrm>
        </p:spPr>
        <p:txBody>
          <a:bodyPr anchor="t">
            <a:noAutofit/>
          </a:bodyPr>
          <a:lstStyle>
            <a:lvl1pPr marL="0" indent="0" algn="l">
              <a:buNone/>
              <a:defRPr sz="28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70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70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70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70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statement text.</a:t>
            </a:r>
          </a:p>
        </p:txBody>
      </p:sp>
      <p:sp>
        <p:nvSpPr>
          <p:cNvPr id="17" name="Text Placeholder 38">
            <a:extLst>
              <a:ext uri="{FF2B5EF4-FFF2-40B4-BE49-F238E27FC236}">
                <a16:creationId xmlns:a16="http://schemas.microsoft.com/office/drawing/2014/main" id="{11D14E36-3795-A04E-57FF-FEFD79AD025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915" y="3199502"/>
            <a:ext cx="2368552" cy="510577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200" b="0" i="0">
                <a:solidFill>
                  <a:schemeClr val="accent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title</a:t>
            </a:r>
          </a:p>
        </p:txBody>
      </p:sp>
      <p:sp>
        <p:nvSpPr>
          <p:cNvPr id="21" name="Text Placeholder 38">
            <a:extLst>
              <a:ext uri="{FF2B5EF4-FFF2-40B4-BE49-F238E27FC236}">
                <a16:creationId xmlns:a16="http://schemas.microsoft.com/office/drawing/2014/main" id="{9963CFA5-4ABA-345A-9D7D-2570EEB908A2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148254" y="3199502"/>
            <a:ext cx="2368552" cy="510577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200" b="0" i="0">
                <a:solidFill>
                  <a:schemeClr val="accent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title</a:t>
            </a:r>
          </a:p>
        </p:txBody>
      </p:sp>
      <p:sp>
        <p:nvSpPr>
          <p:cNvPr id="25" name="Text Placeholder 38">
            <a:extLst>
              <a:ext uri="{FF2B5EF4-FFF2-40B4-BE49-F238E27FC236}">
                <a16:creationId xmlns:a16="http://schemas.microsoft.com/office/drawing/2014/main" id="{59083376-3ACB-E7F5-C371-F33A944B234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125259" y="3199502"/>
            <a:ext cx="2368552" cy="510577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200" b="0" i="0">
                <a:solidFill>
                  <a:schemeClr val="accent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title</a:t>
            </a:r>
          </a:p>
        </p:txBody>
      </p:sp>
      <p:sp>
        <p:nvSpPr>
          <p:cNvPr id="27" name="Text Placeholder 46">
            <a:extLst>
              <a:ext uri="{FF2B5EF4-FFF2-40B4-BE49-F238E27FC236}">
                <a16:creationId xmlns:a16="http://schemas.microsoft.com/office/drawing/2014/main" id="{FBA97364-B9FA-2DA6-1E71-6178160DE83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94839" y="-11945"/>
            <a:ext cx="8801100" cy="27922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tx1"/>
                </a:solidFill>
                <a:latin typeface="Trefoil Sans Medium" panose="020B0000000000000000" pitchFamily="34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Type here to enter the presentation section name.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01672F89-A6D1-4DF7-9218-4532F4440676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79915" y="3731817"/>
            <a:ext cx="2368552" cy="941233"/>
          </a:xfrm>
        </p:spPr>
        <p:txBody>
          <a:bodyPr>
            <a:noAutofit/>
          </a:bodyPr>
          <a:lstStyle>
            <a:lvl1pPr marL="0" indent="0" algn="ctr">
              <a:buNone/>
              <a:defRPr sz="1100">
                <a:solidFill>
                  <a:schemeClr val="tx1"/>
                </a:solidFill>
              </a:defRPr>
            </a:lvl1pPr>
            <a:lvl2pPr algn="ctr">
              <a:defRPr sz="11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92B0EBDB-340F-1800-EAF9-A8481D02720B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3148254" y="3731817"/>
            <a:ext cx="2368552" cy="941233"/>
          </a:xfrm>
        </p:spPr>
        <p:txBody>
          <a:bodyPr>
            <a:noAutofit/>
          </a:bodyPr>
          <a:lstStyle>
            <a:lvl1pPr marL="0" indent="0" algn="ctr">
              <a:buNone/>
              <a:defRPr sz="1100">
                <a:solidFill>
                  <a:schemeClr val="tx1"/>
                </a:solidFill>
              </a:defRPr>
            </a:lvl1pPr>
            <a:lvl2pPr algn="ctr">
              <a:defRPr sz="11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16A8D72E-A5E0-8AAB-37EE-C91D12650805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6125259" y="3731817"/>
            <a:ext cx="2368552" cy="941233"/>
          </a:xfrm>
        </p:spPr>
        <p:txBody>
          <a:bodyPr>
            <a:noAutofit/>
          </a:bodyPr>
          <a:lstStyle>
            <a:lvl1pPr marL="0" indent="0" algn="ctr">
              <a:buNone/>
              <a:defRPr sz="1100">
                <a:solidFill>
                  <a:schemeClr val="tx1"/>
                </a:solidFill>
              </a:defRPr>
            </a:lvl1pPr>
            <a:lvl2pPr algn="ctr">
              <a:defRPr sz="11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75801182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Statement w/ Subhead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DA832C-4039-B3BA-D87E-86C31B6A20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8E9F58-35DE-E7FD-C682-C66007E67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15" name="Text Placeholder 18">
            <a:extLst>
              <a:ext uri="{FF2B5EF4-FFF2-40B4-BE49-F238E27FC236}">
                <a16:creationId xmlns:a16="http://schemas.microsoft.com/office/drawing/2014/main" id="{8A24E307-C434-838D-A841-42DC960CF0B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94838" y="613096"/>
            <a:ext cx="4046961" cy="1884571"/>
          </a:xfrm>
        </p:spPr>
        <p:txBody>
          <a:bodyPr anchor="t">
            <a:noAutofit/>
          </a:bodyPr>
          <a:lstStyle>
            <a:lvl1pPr marL="0" indent="0" algn="l">
              <a:buNone/>
              <a:defRPr sz="28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70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70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70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70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statement text.</a:t>
            </a:r>
          </a:p>
        </p:txBody>
      </p:sp>
      <p:sp>
        <p:nvSpPr>
          <p:cNvPr id="18" name="Text Placeholder 38">
            <a:extLst>
              <a:ext uri="{FF2B5EF4-FFF2-40B4-BE49-F238E27FC236}">
                <a16:creationId xmlns:a16="http://schemas.microsoft.com/office/drawing/2014/main" id="{3FA07CAA-AAF8-FAA2-0452-05B0FFEE001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63153" y="426451"/>
            <a:ext cx="3071026" cy="510577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200" b="0" i="0">
                <a:solidFill>
                  <a:schemeClr val="accent4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title</a:t>
            </a:r>
          </a:p>
        </p:txBody>
      </p:sp>
      <p:sp>
        <p:nvSpPr>
          <p:cNvPr id="22" name="Text Placeholder 38">
            <a:extLst>
              <a:ext uri="{FF2B5EF4-FFF2-40B4-BE49-F238E27FC236}">
                <a16:creationId xmlns:a16="http://schemas.microsoft.com/office/drawing/2014/main" id="{AF648065-B9DF-515F-1494-E05DC939FFD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463153" y="1925098"/>
            <a:ext cx="3071026" cy="510577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200" b="0" i="0">
                <a:solidFill>
                  <a:schemeClr val="accent4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title</a:t>
            </a:r>
          </a:p>
        </p:txBody>
      </p:sp>
      <p:sp>
        <p:nvSpPr>
          <p:cNvPr id="26" name="Text Placeholder 38">
            <a:extLst>
              <a:ext uri="{FF2B5EF4-FFF2-40B4-BE49-F238E27FC236}">
                <a16:creationId xmlns:a16="http://schemas.microsoft.com/office/drawing/2014/main" id="{CBF27F41-5306-DA2D-6699-878CE246285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463153" y="3420245"/>
            <a:ext cx="3071026" cy="510577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200" b="0" i="0">
                <a:solidFill>
                  <a:schemeClr val="accent4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title</a:t>
            </a:r>
          </a:p>
        </p:txBody>
      </p:sp>
      <p:sp>
        <p:nvSpPr>
          <p:cNvPr id="28" name="Text Placeholder 46">
            <a:extLst>
              <a:ext uri="{FF2B5EF4-FFF2-40B4-BE49-F238E27FC236}">
                <a16:creationId xmlns:a16="http://schemas.microsoft.com/office/drawing/2014/main" id="{4E51C65E-0271-1CBD-1306-833068CA8D5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94839" y="-11945"/>
            <a:ext cx="8801100" cy="27922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tx1"/>
                </a:solidFill>
                <a:latin typeface="Trefoil Sans Medium" panose="020B0000000000000000" pitchFamily="34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Type here to enter the presentation section name.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E980A6B8-6947-6797-F1D8-5EAA3A1B27E5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463153" y="966226"/>
            <a:ext cx="3071026" cy="772532"/>
          </a:xfrm>
        </p:spPr>
        <p:txBody>
          <a:bodyPr>
            <a:noAutofit/>
          </a:bodyPr>
          <a:lstStyle>
            <a:lvl1pPr marL="0" indent="0">
              <a:buNone/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65EA7F9-CE19-9D5B-B9A1-9A1DCAB8D1B3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463153" y="2443427"/>
            <a:ext cx="3071026" cy="772532"/>
          </a:xfrm>
        </p:spPr>
        <p:txBody>
          <a:bodyPr>
            <a:noAutofit/>
          </a:bodyPr>
          <a:lstStyle>
            <a:lvl1pPr marL="0" indent="0">
              <a:buNone/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5146165-D163-7F75-2437-96522D959D30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5463153" y="3946238"/>
            <a:ext cx="3071026" cy="772532"/>
          </a:xfrm>
        </p:spPr>
        <p:txBody>
          <a:bodyPr>
            <a:noAutofit/>
          </a:bodyPr>
          <a:lstStyle>
            <a:lvl1pPr marL="0" indent="0">
              <a:buNone/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50690649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White Text - Two Line Title | w/ Sub | 1 Co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D49959-1E81-DA4C-E9E9-ADE17ED29D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33CEBC-C3AB-B7D5-98D3-2A1B22FCC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23" name="Text Placeholder 65">
            <a:extLst>
              <a:ext uri="{FF2B5EF4-FFF2-40B4-BE49-F238E27FC236}">
                <a16:creationId xmlns:a16="http://schemas.microsoft.com/office/drawing/2014/main" id="{240AC0BA-21FC-57E7-27D9-18360681550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4839" y="2318108"/>
            <a:ext cx="8801100" cy="1912698"/>
          </a:xfrm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tx1"/>
                </a:solidFill>
                <a:latin typeface="Girl Scout Text Medium" panose="02020003000000000000" pitchFamily="18" charset="0"/>
              </a:defRPr>
            </a:lvl1pPr>
            <a:lvl2pPr>
              <a:defRPr sz="1200" b="0" i="0">
                <a:solidFill>
                  <a:schemeClr val="tx1"/>
                </a:solidFill>
                <a:latin typeface="Trefoil Sans Light" panose="020B0000000000000000" pitchFamily="34" charset="0"/>
              </a:defRPr>
            </a:lvl2pPr>
            <a:lvl3pPr>
              <a:defRPr sz="1050" b="0" i="0">
                <a:solidFill>
                  <a:schemeClr val="tx1"/>
                </a:solidFill>
                <a:latin typeface="Trefoil Sans Light" panose="020B0000000000000000" pitchFamily="34" charset="0"/>
              </a:defRPr>
            </a:lvl3pPr>
            <a:lvl4pPr>
              <a:defRPr sz="900" b="0" i="0">
                <a:solidFill>
                  <a:schemeClr val="tx1"/>
                </a:solidFill>
                <a:latin typeface="Trefoil Sans Light" panose="020B0000000000000000" pitchFamily="34" charset="0"/>
              </a:defRPr>
            </a:lvl4pPr>
            <a:lvl5pPr>
              <a:defRPr sz="900" b="0" i="0">
                <a:solidFill>
                  <a:schemeClr val="tx1"/>
                </a:solidFill>
                <a:latin typeface="Trefoil Sans Light" panose="020B0000000000000000" pitchFamily="34" charset="0"/>
              </a:defRPr>
            </a:lvl5pPr>
          </a:lstStyle>
          <a:p>
            <a:pPr lvl="0"/>
            <a:r>
              <a:rPr lang="en-US"/>
              <a:t>Paragraph </a:t>
            </a:r>
            <a:r>
              <a:rPr lang="en-US" err="1"/>
              <a:t>Subheader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46">
            <a:extLst>
              <a:ext uri="{FF2B5EF4-FFF2-40B4-BE49-F238E27FC236}">
                <a16:creationId xmlns:a16="http://schemas.microsoft.com/office/drawing/2014/main" id="{EF293EBC-4E31-C298-6AFE-93EEDF2800B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94839" y="1623894"/>
            <a:ext cx="8801100" cy="694214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accent1"/>
                </a:solidFill>
                <a:latin typeface="Trefoil Sans Medium" panose="020B0000000000000000" pitchFamily="34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Type here to enter a multi-line paragraph header.</a:t>
            </a:r>
          </a:p>
        </p:txBody>
      </p:sp>
      <p:sp>
        <p:nvSpPr>
          <p:cNvPr id="25" name="Text Placeholder 65">
            <a:extLst>
              <a:ext uri="{FF2B5EF4-FFF2-40B4-BE49-F238E27FC236}">
                <a16:creationId xmlns:a16="http://schemas.microsoft.com/office/drawing/2014/main" id="{3873AAC1-68C3-D249-7066-857FF6D70C6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94839" y="906378"/>
            <a:ext cx="8801101" cy="48437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Trefoil Sans Medium" panose="020B0000000000000000" pitchFamily="34" charset="0"/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/>
              <a:t>Type here to enter a multi-line slide subtitle. Ut </a:t>
            </a:r>
            <a:r>
              <a:rPr lang="en-US" err="1"/>
              <a:t>enim</a:t>
            </a:r>
            <a:r>
              <a:rPr lang="en-US"/>
              <a:t> ad minima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nostrum </a:t>
            </a:r>
            <a:r>
              <a:rPr lang="en-US" err="1"/>
              <a:t>exercitationem</a:t>
            </a:r>
            <a:r>
              <a:rPr lang="en-US"/>
              <a:t> </a:t>
            </a:r>
            <a:r>
              <a:rPr lang="en-US" err="1"/>
              <a:t>ullam</a:t>
            </a:r>
            <a:r>
              <a:rPr lang="en-US"/>
              <a:t> corporis </a:t>
            </a:r>
            <a:r>
              <a:rPr lang="en-US" err="1"/>
              <a:t>suscipit</a:t>
            </a:r>
            <a:r>
              <a:rPr lang="en-US"/>
              <a:t> </a:t>
            </a:r>
            <a:r>
              <a:rPr lang="en-US" err="1"/>
              <a:t>laboriosam</a:t>
            </a:r>
            <a:r>
              <a:rPr lang="en-US"/>
              <a:t>,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aliquid</a:t>
            </a:r>
            <a:r>
              <a:rPr lang="en-US"/>
              <a:t> </a:t>
            </a:r>
            <a:r>
              <a:rPr lang="en-US" err="1"/>
              <a:t>consequatur</a:t>
            </a:r>
            <a:r>
              <a:rPr lang="en-US"/>
              <a:t>.</a:t>
            </a:r>
          </a:p>
        </p:txBody>
      </p:sp>
      <p:sp>
        <p:nvSpPr>
          <p:cNvPr id="26" name="Title 5">
            <a:extLst>
              <a:ext uri="{FF2B5EF4-FFF2-40B4-BE49-F238E27FC236}">
                <a16:creationId xmlns:a16="http://schemas.microsoft.com/office/drawing/2014/main" id="{1601BEE5-EAB4-22BD-0CF6-E351584F1B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4840" y="329744"/>
            <a:ext cx="8801100" cy="575117"/>
          </a:xfrm>
        </p:spPr>
        <p:txBody>
          <a:bodyPr>
            <a:noAutofit/>
          </a:bodyPr>
          <a:lstStyle>
            <a:lvl1pPr>
              <a:defRPr sz="22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1pPr>
          </a:lstStyle>
          <a:p>
            <a:r>
              <a:rPr lang="en-US"/>
              <a:t>Type Here to Enter a Two-Line Slide Header. Sed Ut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Omnis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.</a:t>
            </a:r>
          </a:p>
        </p:txBody>
      </p:sp>
      <p:sp>
        <p:nvSpPr>
          <p:cNvPr id="27" name="Text Placeholder 46">
            <a:extLst>
              <a:ext uri="{FF2B5EF4-FFF2-40B4-BE49-F238E27FC236}">
                <a16:creationId xmlns:a16="http://schemas.microsoft.com/office/drawing/2014/main" id="{86BF5189-2397-E36A-FFF4-F4A191AE5C9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94839" y="-11945"/>
            <a:ext cx="8801100" cy="27922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tx1"/>
                </a:solidFill>
                <a:latin typeface="Trefoil Sans Medium" panose="020B0000000000000000" pitchFamily="34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Type here to enter the presentation section name.</a:t>
            </a:r>
          </a:p>
        </p:txBody>
      </p:sp>
    </p:spTree>
    <p:extLst>
      <p:ext uri="{BB962C8B-B14F-4D97-AF65-F5344CB8AC3E}">
        <p14:creationId xmlns:p14="http://schemas.microsoft.com/office/powerpoint/2010/main" val="716383664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Text Only Slide | Horizontal Spli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7011D9-501A-64E2-02F8-57E0C6AD51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A37D2A-CCDE-C516-AA49-EE71CC67C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59EE8A-5954-B0A2-ED9F-481B008C0DC4}"/>
              </a:ext>
            </a:extLst>
          </p:cNvPr>
          <p:cNvSpPr/>
          <p:nvPr userDrawn="1"/>
        </p:nvSpPr>
        <p:spPr>
          <a:xfrm>
            <a:off x="0" y="0"/>
            <a:ext cx="9144000" cy="2571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b="0" i="0">
              <a:solidFill>
                <a:schemeClr val="bg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6" name="Text Placeholder 65">
            <a:extLst>
              <a:ext uri="{FF2B5EF4-FFF2-40B4-BE49-F238E27FC236}">
                <a16:creationId xmlns:a16="http://schemas.microsoft.com/office/drawing/2014/main" id="{B4628341-4D38-C18D-ABEB-6522BFD3E5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0500" y="2665312"/>
            <a:ext cx="8763000" cy="230673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0" i="0">
                <a:solidFill>
                  <a:schemeClr val="bg1"/>
                </a:solidFill>
                <a:latin typeface="Trefoil Sans Medium" panose="020B0000000000000000" pitchFamily="34" charset="0"/>
              </a:defRPr>
            </a:lvl1pPr>
            <a:lvl2pPr algn="ctr">
              <a:defRPr sz="1400" b="0" i="0">
                <a:solidFill>
                  <a:schemeClr val="bg1"/>
                </a:solidFill>
                <a:latin typeface="Trefoil Sans Light" panose="020B0000000000000000" pitchFamily="34" charset="0"/>
              </a:defRPr>
            </a:lvl2pPr>
            <a:lvl3pPr algn="ctr">
              <a:defRPr sz="1400" b="0" i="0">
                <a:solidFill>
                  <a:schemeClr val="bg1"/>
                </a:solidFill>
                <a:latin typeface="Trefoil Sans Light" panose="020B0000000000000000" pitchFamily="34" charset="0"/>
              </a:defRPr>
            </a:lvl3pPr>
            <a:lvl4pPr algn="ctr">
              <a:defRPr sz="1400" b="0" i="0">
                <a:solidFill>
                  <a:schemeClr val="bg1"/>
                </a:solidFill>
                <a:latin typeface="Trefoil Sans Light" panose="020B0000000000000000" pitchFamily="34" charset="0"/>
              </a:defRPr>
            </a:lvl4pPr>
            <a:lvl5pPr algn="ctr">
              <a:defRPr sz="1400" b="0" i="0">
                <a:solidFill>
                  <a:schemeClr val="bg1"/>
                </a:solidFill>
                <a:latin typeface="Trefoil Sans Light" panose="020B0000000000000000" pitchFamily="34" charset="0"/>
              </a:defRPr>
            </a:lvl5pPr>
          </a:lstStyle>
          <a:p>
            <a:pPr lvl="0"/>
            <a:r>
              <a:rPr lang="en-US"/>
              <a:t>Paragraph </a:t>
            </a:r>
            <a:r>
              <a:rPr lang="en-US" err="1"/>
              <a:t>Subheader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6">
            <a:extLst>
              <a:ext uri="{FF2B5EF4-FFF2-40B4-BE49-F238E27FC236}">
                <a16:creationId xmlns:a16="http://schemas.microsoft.com/office/drawing/2014/main" id="{117EE0F7-1AAD-3B80-278A-D998884B04B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94839" y="-11945"/>
            <a:ext cx="8801100" cy="27922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tx1"/>
                </a:solidFill>
                <a:latin typeface="Trefoil Sans Medium" panose="020B0000000000000000" pitchFamily="34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Type here to enter the presentation section name.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04D72FC9-EC91-B321-521B-B3460315231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88381" y="360837"/>
            <a:ext cx="8801099" cy="2116145"/>
          </a:xfrm>
        </p:spPr>
        <p:txBody>
          <a:bodyPr anchor="ctr">
            <a:noAutofit/>
          </a:bodyPr>
          <a:lstStyle>
            <a:lvl1pPr marL="0" indent="0" algn="ctr">
              <a:buNone/>
              <a:defRPr sz="2800" b="0" i="0">
                <a:solidFill>
                  <a:schemeClr val="tx1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70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70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70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70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a single line slide header.</a:t>
            </a:r>
          </a:p>
        </p:txBody>
      </p:sp>
    </p:spTree>
    <p:extLst>
      <p:ext uri="{BB962C8B-B14F-4D97-AF65-F5344CB8AC3E}">
        <p14:creationId xmlns:p14="http://schemas.microsoft.com/office/powerpoint/2010/main" val="1835853290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Back Cover - Fram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BBD42F1-9C9F-E0F0-D82F-1261D6AD09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9458EC-2ECB-2C0F-6999-7AD0F9D06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©2024 Girl Scouts of the USA. All Rights Reserved. Not for public distribution.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8143C60-EDDB-5F75-2539-A54E6A4563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81033" y="419102"/>
            <a:ext cx="4305300" cy="43053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DB394D8E-C70D-EEE0-CAF4-73200581050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8995" y="464503"/>
            <a:ext cx="4259255" cy="4259255"/>
          </a:xfrm>
          <a:prstGeom prst="rect">
            <a:avLst/>
          </a:prstGeom>
        </p:spPr>
      </p:pic>
      <p:sp>
        <p:nvSpPr>
          <p:cNvPr id="7" name="Text Placeholder 46">
            <a:extLst>
              <a:ext uri="{FF2B5EF4-FFF2-40B4-BE49-F238E27FC236}">
                <a16:creationId xmlns:a16="http://schemas.microsoft.com/office/drawing/2014/main" id="{F7A1B123-0FBE-7DEF-FDE4-1100C6C1A8F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8662" y="2417335"/>
            <a:ext cx="3864284" cy="1973699"/>
          </a:xfrm>
        </p:spPr>
        <p:txBody>
          <a:bodyPr lIns="182880" rIns="182880" anchor="t">
            <a:noAutofit/>
          </a:bodyPr>
          <a:lstStyle>
            <a:lvl1pPr marL="0" marR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50" b="0" i="0" baseline="0">
                <a:solidFill>
                  <a:schemeClr val="accent3"/>
                </a:solidFill>
                <a:latin typeface="Trefoil Sans" panose="020B0000000000000000" pitchFamily="34" charset="0"/>
              </a:defRPr>
            </a:lvl1pPr>
          </a:lstStyle>
          <a:p>
            <a:r>
              <a:rPr lang="en-US"/>
              <a:t>Presenter Name:</a:t>
            </a:r>
            <a:br>
              <a:rPr lang="en-US"/>
            </a:br>
            <a:r>
              <a:rPr lang="en-US"/>
              <a:t>Presenter Title:</a:t>
            </a:r>
            <a:br>
              <a:rPr lang="en-US"/>
            </a:br>
            <a:r>
              <a:rPr lang="en-US"/>
              <a:t>Contact Info: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404A51-9E2C-1A05-4D83-0324827437A0}"/>
              </a:ext>
            </a:extLst>
          </p:cNvPr>
          <p:cNvSpPr txBox="1"/>
          <p:nvPr userDrawn="1"/>
        </p:nvSpPr>
        <p:spPr>
          <a:xfrm>
            <a:off x="420727" y="1551061"/>
            <a:ext cx="387221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0" i="0">
                <a:solidFill>
                  <a:schemeClr val="accent3"/>
                </a:solidFill>
                <a:latin typeface="Girl Scout Display Light" panose="02020003000000000000" pitchFamily="18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604315279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9_Thank You | Forest Gree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B4A0A49-BFC8-C831-910F-EAA355BD2B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80E387-7CA7-320D-F7E5-308E383A4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5DF174-3585-7C14-CEFA-3DD61359FD0A}"/>
              </a:ext>
            </a:extLst>
          </p:cNvPr>
          <p:cNvSpPr txBox="1"/>
          <p:nvPr userDrawn="1"/>
        </p:nvSpPr>
        <p:spPr>
          <a:xfrm>
            <a:off x="171448" y="139973"/>
            <a:ext cx="788669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0" b="0" i="0">
                <a:solidFill>
                  <a:schemeClr val="tx1"/>
                </a:solidFill>
                <a:latin typeface="Girl Scout Display Light" panose="02020003000000000000" pitchFamily="18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568828796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0_Ending Slide | Trefoil Forest Gree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1E1C6EFE-C7D3-E883-DF3A-866CC52CDCD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37096" y="1536848"/>
            <a:ext cx="2069806" cy="2069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323369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Slide | Servicema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662FFB-20B9-23C4-55EA-3C1C110FBD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42437C-B7BC-36E9-B4AB-B0D7AD8A4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pic>
        <p:nvPicPr>
          <p:cNvPr id="5" name="Picture 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FE1B2BD-6987-F993-5E9A-955306E721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04438" y="1714123"/>
            <a:ext cx="3844455" cy="1288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867818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 Slide | Trefoil Whi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338F879D-6055-3DEA-B3B0-966D5DF18E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37096" y="1473052"/>
            <a:ext cx="2069806" cy="2069804"/>
          </a:xfrm>
          <a:prstGeom prst="rect">
            <a:avLst/>
          </a:prstGeom>
        </p:spPr>
      </p:pic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6C6584C6-1024-1222-FD1D-D3B35F3554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35250" y="4324290"/>
            <a:ext cx="3873500" cy="482600"/>
          </a:xfrm>
        </p:spPr>
        <p:txBody>
          <a:bodyPr anchor="b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 b="0" i="0">
                <a:solidFill>
                  <a:schemeClr val="bg1"/>
                </a:solidFill>
                <a:latin typeface="Girl Scout Display Light" panose="02020003000000000000" pitchFamily="18" charset="0"/>
              </a:defRPr>
            </a:lvl1pPr>
            <a:lvl2pPr marL="457200" indent="0" algn="ctr">
              <a:buFont typeface="Arial" panose="020B0604020202020204" pitchFamily="34" charset="0"/>
              <a:buNone/>
              <a:defRPr sz="1400" b="0" i="0">
                <a:latin typeface="Girl Scout Display Light" panose="02020003000000000000" pitchFamily="18" charset="0"/>
              </a:defRPr>
            </a:lvl2pPr>
            <a:lvl3pPr marL="914400" indent="0" algn="ctr">
              <a:buFont typeface="Arial" panose="020B0604020202020204" pitchFamily="34" charset="0"/>
              <a:buNone/>
              <a:defRPr sz="1400" b="0" i="0">
                <a:latin typeface="Girl Scout Display Light" panose="02020003000000000000" pitchFamily="18" charset="0"/>
              </a:defRPr>
            </a:lvl3pPr>
            <a:lvl4pPr marL="1371600" indent="0" algn="ctr">
              <a:buFont typeface="Arial" panose="020B0604020202020204" pitchFamily="34" charset="0"/>
              <a:buNone/>
              <a:defRPr sz="1400" b="0" i="0">
                <a:latin typeface="Girl Scout Display Light" panose="02020003000000000000" pitchFamily="18" charset="0"/>
              </a:defRPr>
            </a:lvl4pPr>
            <a:lvl5pPr marL="1828800" indent="0" algn="ctr">
              <a:buFont typeface="Arial" panose="020B0604020202020204" pitchFamily="34" charset="0"/>
              <a:buNone/>
              <a:defRPr sz="14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645801150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over Slide | Title Cent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68506-8E5A-6DA3-B7E6-63E12F3B50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1456267"/>
            <a:ext cx="7886700" cy="2230966"/>
          </a:xfrm>
        </p:spPr>
        <p:txBody>
          <a:bodyPr>
            <a:noAutofit/>
          </a:bodyPr>
          <a:lstStyle>
            <a:lvl1pPr algn="ctr"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en-US"/>
              <a:t>2024</a:t>
            </a:r>
            <a:br>
              <a:rPr lang="en-US"/>
            </a:br>
            <a:r>
              <a:rPr lang="en-US"/>
              <a:t>Presentation Title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AEF130C-967B-FB18-F644-B4CB56E3C6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5170" y="4464344"/>
            <a:ext cx="453658" cy="453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340859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72A34FC-91B7-8DF6-D0AB-D00AF0D94E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6E0882-FD07-2313-4CBA-B32A12E17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E3D87942-57D5-7F37-597B-CA82E8C157F9}"/>
              </a:ext>
            </a:extLst>
          </p:cNvPr>
          <p:cNvSpPr/>
          <p:nvPr userDrawn="1"/>
        </p:nvSpPr>
        <p:spPr>
          <a:xfrm>
            <a:off x="-135467" y="304800"/>
            <a:ext cx="4552572" cy="4347500"/>
          </a:xfrm>
          <a:custGeom>
            <a:avLst/>
            <a:gdLst>
              <a:gd name="connsiteX0" fmla="*/ 0 w 4552572"/>
              <a:gd name="connsiteY0" fmla="*/ 0 h 4347500"/>
              <a:gd name="connsiteX1" fmla="*/ 4443580 w 4552572"/>
              <a:gd name="connsiteY1" fmla="*/ 0 h 4347500"/>
              <a:gd name="connsiteX2" fmla="*/ 4552572 w 4552572"/>
              <a:gd name="connsiteY2" fmla="*/ 108992 h 4347500"/>
              <a:gd name="connsiteX3" fmla="*/ 4552572 w 4552572"/>
              <a:gd name="connsiteY3" fmla="*/ 4238508 h 4347500"/>
              <a:gd name="connsiteX4" fmla="*/ 4443580 w 4552572"/>
              <a:gd name="connsiteY4" fmla="*/ 4347500 h 4347500"/>
              <a:gd name="connsiteX5" fmla="*/ 0 w 4552572"/>
              <a:gd name="connsiteY5" fmla="*/ 4347500 h 4347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52572" h="4347500">
                <a:moveTo>
                  <a:pt x="0" y="0"/>
                </a:moveTo>
                <a:lnTo>
                  <a:pt x="4443580" y="0"/>
                </a:lnTo>
                <a:cubicBezTo>
                  <a:pt x="4503775" y="0"/>
                  <a:pt x="4552572" y="48797"/>
                  <a:pt x="4552572" y="108992"/>
                </a:cubicBezTo>
                <a:lnTo>
                  <a:pt x="4552572" y="4238508"/>
                </a:lnTo>
                <a:cubicBezTo>
                  <a:pt x="4552572" y="4298703"/>
                  <a:pt x="4503775" y="4347500"/>
                  <a:pt x="4443580" y="4347500"/>
                </a:cubicBezTo>
                <a:lnTo>
                  <a:pt x="0" y="4347500"/>
                </a:lnTo>
                <a:close/>
              </a:path>
            </a:pathLst>
          </a:custGeom>
          <a:noFill/>
          <a:ln w="15875">
            <a:solidFill>
              <a:schemeClr val="accent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200">
              <a:solidFill>
                <a:schemeClr val="tx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6" name="Picture Placeholder 18">
            <a:extLst>
              <a:ext uri="{FF2B5EF4-FFF2-40B4-BE49-F238E27FC236}">
                <a16:creationId xmlns:a16="http://schemas.microsoft.com/office/drawing/2014/main" id="{5D9BB258-B65E-6445-BA72-D907DA560C8C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008955" y="586728"/>
            <a:ext cx="2263728" cy="2268538"/>
          </a:xfrm>
          <a:prstGeom prst="roundRect">
            <a:avLst>
              <a:gd name="adj" fmla="val 4351"/>
            </a:avLst>
          </a:pr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image</a:t>
            </a:r>
          </a:p>
        </p:txBody>
      </p:sp>
      <p:sp>
        <p:nvSpPr>
          <p:cNvPr id="7" name="Text Placeholder 38">
            <a:extLst>
              <a:ext uri="{FF2B5EF4-FFF2-40B4-BE49-F238E27FC236}">
                <a16:creationId xmlns:a16="http://schemas.microsoft.com/office/drawing/2014/main" id="{944CE24F-DAA2-29E1-5DCD-3F57AB5BED9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08954" y="3045041"/>
            <a:ext cx="2263728" cy="1263549"/>
          </a:xfrm>
        </p:spPr>
        <p:txBody>
          <a:bodyPr>
            <a:normAutofit/>
          </a:bodyPr>
          <a:lstStyle>
            <a:lvl1pPr marL="0" indent="0" algn="ctr">
              <a:buNone/>
              <a:defRPr sz="16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First &amp; Last Name</a:t>
            </a:r>
          </a:p>
          <a:p>
            <a:pPr lvl="0"/>
            <a:r>
              <a:rPr lang="en-US"/>
              <a:t>Title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2DFA676-756B-1E57-645F-2654C6571894}"/>
              </a:ext>
            </a:extLst>
          </p:cNvPr>
          <p:cNvSpPr/>
          <p:nvPr userDrawn="1"/>
        </p:nvSpPr>
        <p:spPr>
          <a:xfrm>
            <a:off x="4726897" y="304800"/>
            <a:ext cx="4186297" cy="4347500"/>
          </a:xfrm>
          <a:prstGeom prst="roundRect">
            <a:avLst>
              <a:gd name="adj" fmla="val 3715"/>
            </a:avLst>
          </a:prstGeom>
          <a:solidFill>
            <a:schemeClr val="tx2"/>
          </a:solidFill>
          <a:ln w="15875"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9" name="Text Placeholder 38">
            <a:extLst>
              <a:ext uri="{FF2B5EF4-FFF2-40B4-BE49-F238E27FC236}">
                <a16:creationId xmlns:a16="http://schemas.microsoft.com/office/drawing/2014/main" id="{79D9B024-837D-9D01-6BCA-AB7EB32C0A7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669731" y="2281562"/>
            <a:ext cx="2263728" cy="1263549"/>
          </a:xfrm>
        </p:spPr>
        <p:txBody>
          <a:bodyPr>
            <a:normAutofit/>
          </a:bodyPr>
          <a:lstStyle>
            <a:lvl1pPr marL="0" indent="0" algn="ctr">
              <a:buNone/>
              <a:defRPr sz="2800" b="0" i="0">
                <a:solidFill>
                  <a:schemeClr val="bg1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Section </a:t>
            </a:r>
          </a:p>
          <a:p>
            <a:pPr lvl="0"/>
            <a:r>
              <a:rPr lang="en-US"/>
              <a:t>Title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BCC1B1B-23D1-74EB-9771-7A8BCAF9AE0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410613" y="1180128"/>
            <a:ext cx="818864" cy="76559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68831116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ver Slide | Split | No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7D21A-F00A-F2DD-63D1-48BDE532F6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93605" y="1436643"/>
            <a:ext cx="3962528" cy="993775"/>
          </a:xfrm>
        </p:spPr>
        <p:txBody>
          <a:bodyPr anchor="b">
            <a:normAutofit/>
          </a:bodyPr>
          <a:lstStyle>
            <a:lvl1pPr algn="ctr"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Type Here to Enter a</a:t>
            </a:r>
            <a:br>
              <a:rPr lang="en-US"/>
            </a:br>
            <a:r>
              <a:rPr lang="en-US"/>
              <a:t>Multi-line Transition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990E1E-711E-0B04-086A-D35243A55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C17498-C78D-FF42-4599-E51DFD729730}"/>
              </a:ext>
            </a:extLst>
          </p:cNvPr>
          <p:cNvSpPr/>
          <p:nvPr userDrawn="1"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b="0" i="0">
              <a:solidFill>
                <a:schemeClr val="bg1"/>
              </a:solidFill>
              <a:latin typeface="Girl Scout Display Light" panose="02020003000000000000" pitchFamily="18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9355827-8871-F484-D5ED-67DAC1342F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4087" y="419102"/>
            <a:ext cx="4305300" cy="4305300"/>
          </a:xfrm>
          <a:prstGeom prst="rect">
            <a:avLst/>
          </a:prstGeom>
        </p:spPr>
      </p:pic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1108D74F-3CCB-7AF8-ABE1-963E63C9B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1449" y="4998093"/>
            <a:ext cx="5673297" cy="154578"/>
          </a:xfrm>
        </p:spPr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BBEEE64F-9DB1-E35D-3EB3-D725C7FEF1B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93605" y="2591284"/>
            <a:ext cx="3962400" cy="1898825"/>
          </a:xfrm>
        </p:spPr>
        <p:txBody>
          <a:bodyPr>
            <a:normAutofit/>
          </a:bodyPr>
          <a:lstStyle>
            <a:lvl1pPr marL="0" indent="0" algn="ctr">
              <a:buNone/>
              <a:defRPr sz="1400" b="0" i="0">
                <a:latin typeface="Trefoil Sans Light" panose="020B0000000000000000" pitchFamily="34" charset="0"/>
              </a:defRPr>
            </a:lvl1pPr>
            <a:lvl2pPr marL="742950" indent="-285750" algn="ctr">
              <a:buFont typeface="Arial" panose="020B0604020202020204" pitchFamily="34" charset="0"/>
              <a:buChar char="•"/>
              <a:defRPr sz="1400"/>
            </a:lvl2pPr>
            <a:lvl3pPr marL="1200150" indent="-285750" algn="ctr">
              <a:buFont typeface="Arial" panose="020B0604020202020204" pitchFamily="34" charset="0"/>
              <a:buChar char="•"/>
              <a:defRPr sz="1400"/>
            </a:lvl3pPr>
            <a:lvl4pPr marL="1657350" indent="-285750" algn="ctr">
              <a:buFont typeface="Arial" panose="020B0604020202020204" pitchFamily="34" charset="0"/>
              <a:buChar char="•"/>
              <a:defRPr sz="1400"/>
            </a:lvl4pPr>
            <a:lvl5pPr marL="2114550" indent="-285750" algn="ctr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2361170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Agenda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05E2A21-37F6-7633-D741-6F19F155C212}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b="0" i="0">
              <a:solidFill>
                <a:schemeClr val="bg2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20B0B7-D2B0-2866-918C-9633806BCD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C5F834-BF27-9600-63ED-1B539273B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©2024 Girl Scouts of the USA. All Rights Reserved. Not for public distribution.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6055397-2808-E45F-3203-629C74B12C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4013" y="1303475"/>
            <a:ext cx="4215587" cy="25365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990260D-6D7B-BD3C-14FA-F5609B80493C}"/>
              </a:ext>
            </a:extLst>
          </p:cNvPr>
          <p:cNvSpPr txBox="1"/>
          <p:nvPr userDrawn="1"/>
        </p:nvSpPr>
        <p:spPr>
          <a:xfrm>
            <a:off x="266700" y="2227844"/>
            <a:ext cx="4076700" cy="68848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marR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Girl Scout Display Light" panose="02020003000000000000" pitchFamily="18" charset="0"/>
                <a:ea typeface="+mj-ea"/>
                <a:cs typeface="+mj-cs"/>
              </a:rPr>
              <a:t>Agenda</a:t>
            </a:r>
            <a:endParaRPr lang="en-US" sz="4400" b="0" i="0">
              <a:solidFill>
                <a:schemeClr val="accent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7C12F6F-1502-3BC5-9600-90DF91EF2F7D}"/>
              </a:ext>
            </a:extLst>
          </p:cNvPr>
          <p:cNvSpPr/>
          <p:nvPr userDrawn="1"/>
        </p:nvSpPr>
        <p:spPr>
          <a:xfrm>
            <a:off x="4824185" y="485320"/>
            <a:ext cx="4064000" cy="4172858"/>
          </a:xfrm>
          <a:prstGeom prst="roundRect">
            <a:avLst>
              <a:gd name="adj" fmla="val 4524"/>
            </a:avLst>
          </a:prstGeom>
          <a:noFill/>
          <a:ln w="15875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3"/>
              </a:solidFill>
            </a:endParaRP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AF67D666-59D1-BA9C-F4DC-5F3D29665F90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226912" y="1027011"/>
            <a:ext cx="3258548" cy="30894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>
              <a:lnSpc>
                <a:spcPct val="150000"/>
              </a:lnSpc>
              <a:buFont typeface="+mj-lt"/>
              <a:buAutoNum type="arabicPeriod"/>
              <a:defRPr sz="1600" b="0" i="0">
                <a:solidFill>
                  <a:schemeClr val="accent3"/>
                </a:solidFill>
                <a:latin typeface="Trefoil Sans Light" panose="020B0000000000000000" pitchFamily="34" charset="0"/>
              </a:defRPr>
            </a:lvl1pPr>
            <a:lvl2pPr marL="800100" indent="-342900">
              <a:lnSpc>
                <a:spcPct val="150000"/>
              </a:lnSpc>
              <a:buFont typeface="+mj-lt"/>
              <a:buAutoNum type="arabicPeriod"/>
              <a:defRPr sz="1600" b="0" i="0">
                <a:solidFill>
                  <a:schemeClr val="accent3"/>
                </a:solidFill>
                <a:latin typeface="Trefoil Sans Light" panose="020B0000000000000000" pitchFamily="34" charset="0"/>
              </a:defRPr>
            </a:lvl2pPr>
            <a:lvl3pPr marL="1257300" indent="-342900">
              <a:lnSpc>
                <a:spcPct val="150000"/>
              </a:lnSpc>
              <a:buFont typeface="+mj-lt"/>
              <a:buAutoNum type="arabicPeriod"/>
              <a:defRPr sz="1600" b="0" i="0">
                <a:solidFill>
                  <a:schemeClr val="accent3"/>
                </a:solidFill>
                <a:latin typeface="Trefoil Sans Light" panose="020B0000000000000000" pitchFamily="34" charset="0"/>
              </a:defRPr>
            </a:lvl3pPr>
            <a:lvl4pPr marL="1714500" indent="-342900">
              <a:lnSpc>
                <a:spcPct val="150000"/>
              </a:lnSpc>
              <a:buFont typeface="+mj-lt"/>
              <a:buAutoNum type="arabicPeriod"/>
              <a:defRPr sz="1600" b="0" i="0">
                <a:solidFill>
                  <a:schemeClr val="accent3"/>
                </a:solidFill>
                <a:latin typeface="Trefoil Sans Light" panose="020B0000000000000000" pitchFamily="34" charset="0"/>
              </a:defRPr>
            </a:lvl4pPr>
            <a:lvl5pPr marL="2171700" indent="-342900">
              <a:lnSpc>
                <a:spcPct val="150000"/>
              </a:lnSpc>
              <a:buFont typeface="+mj-lt"/>
              <a:buAutoNum type="arabicPeriod"/>
              <a:defRPr sz="1600" b="0" i="0">
                <a:solidFill>
                  <a:schemeClr val="accent3"/>
                </a:solidFill>
                <a:latin typeface="Trefoil Sans Light" panose="020B0000000000000000" pitchFamily="34" charset="0"/>
              </a:defRPr>
            </a:lvl5pPr>
          </a:lstStyle>
          <a:p>
            <a:pPr lvl="0"/>
            <a:r>
              <a:rPr lang="en-US"/>
              <a:t>Type agenda item here.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72222018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able of Contents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587238-0E66-5483-3E75-027008F21F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DC1AB8-2720-8DB4-6E33-94C371167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7" name="Text Placeholder 46">
            <a:extLst>
              <a:ext uri="{FF2B5EF4-FFF2-40B4-BE49-F238E27FC236}">
                <a16:creationId xmlns:a16="http://schemas.microsoft.com/office/drawing/2014/main" id="{E2AC4945-2B6F-405B-38B9-9C01D4163C0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96738" y="1393469"/>
            <a:ext cx="2535910" cy="41409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tx1"/>
                </a:solidFill>
                <a:latin typeface="Girl Scout Text Book" panose="02020003000000000000" pitchFamily="18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Short Section Title</a:t>
            </a:r>
          </a:p>
        </p:txBody>
      </p:sp>
      <p:sp>
        <p:nvSpPr>
          <p:cNvPr id="8" name="Text Placeholder 46">
            <a:extLst>
              <a:ext uri="{FF2B5EF4-FFF2-40B4-BE49-F238E27FC236}">
                <a16:creationId xmlns:a16="http://schemas.microsoft.com/office/drawing/2014/main" id="{585EE3CA-DBE5-D41E-8103-0F4CCD32AC7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94839" y="1393469"/>
            <a:ext cx="444839" cy="33344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tx1"/>
                </a:solidFill>
                <a:latin typeface="Girl Scout Text Book" panose="02020003000000000000" pitchFamily="18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  <a:p>
            <a:pPr lvl="0"/>
            <a:r>
              <a:rPr lang="en-US"/>
              <a:t>02</a:t>
            </a:r>
          </a:p>
          <a:p>
            <a:pPr lvl="0"/>
            <a:endParaRPr lang="en-US"/>
          </a:p>
          <a:p>
            <a:pPr lvl="0"/>
            <a:br>
              <a:rPr lang="en-US"/>
            </a:br>
            <a:br>
              <a:rPr lang="en-US"/>
            </a:br>
            <a:r>
              <a:rPr lang="en-US"/>
              <a:t>04</a:t>
            </a:r>
          </a:p>
          <a:p>
            <a:pPr lvl="0"/>
            <a:r>
              <a:rPr lang="en-US"/>
              <a:t>05</a:t>
            </a:r>
          </a:p>
          <a:p>
            <a:pPr lvl="0"/>
            <a:r>
              <a:rPr lang="en-US"/>
              <a:t>06</a:t>
            </a:r>
          </a:p>
          <a:p>
            <a:pPr lvl="0"/>
            <a:r>
              <a:rPr lang="en-US"/>
              <a:t>07</a:t>
            </a:r>
          </a:p>
        </p:txBody>
      </p:sp>
      <p:sp>
        <p:nvSpPr>
          <p:cNvPr id="9" name="Text Placeholder 46">
            <a:extLst>
              <a:ext uri="{FF2B5EF4-FFF2-40B4-BE49-F238E27FC236}">
                <a16:creationId xmlns:a16="http://schemas.microsoft.com/office/drawing/2014/main" id="{B0FE1C62-AE35-C616-6E07-C30C6C61FBC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96738" y="1631412"/>
            <a:ext cx="2535910" cy="41409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accent1"/>
                </a:solidFill>
                <a:latin typeface="Trefoil Sans Light" panose="020B0000000000000000" pitchFamily="34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Sub-Section Title</a:t>
            </a:r>
          </a:p>
        </p:txBody>
      </p:sp>
      <p:sp>
        <p:nvSpPr>
          <p:cNvPr id="10" name="Text Placeholder 46">
            <a:extLst>
              <a:ext uri="{FF2B5EF4-FFF2-40B4-BE49-F238E27FC236}">
                <a16:creationId xmlns:a16="http://schemas.microsoft.com/office/drawing/2014/main" id="{A47CC996-D12E-56A8-1945-2765E4E1759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6738" y="2075242"/>
            <a:ext cx="2535910" cy="52683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tx1"/>
                </a:solidFill>
                <a:latin typeface="Girl Scout Text Book" panose="02020003000000000000" pitchFamily="18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Medium Section Title on Two Lines</a:t>
            </a:r>
          </a:p>
        </p:txBody>
      </p:sp>
      <p:sp>
        <p:nvSpPr>
          <p:cNvPr id="11" name="Text Placeholder 46">
            <a:extLst>
              <a:ext uri="{FF2B5EF4-FFF2-40B4-BE49-F238E27FC236}">
                <a16:creationId xmlns:a16="http://schemas.microsoft.com/office/drawing/2014/main" id="{F2F5AF45-EB77-77DA-D68B-A228AF1DFA8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96738" y="2608803"/>
            <a:ext cx="2535910" cy="572581"/>
          </a:xfrm>
        </p:spPr>
        <p:txBody>
          <a:bodyPr anchor="t">
            <a:normAutofit/>
          </a:bodyPr>
          <a:lstStyle>
            <a:lvl1pPr marL="0" indent="0">
              <a:lnSpc>
                <a:spcPct val="50000"/>
              </a:lnSpc>
              <a:buNone/>
              <a:defRPr sz="1400" b="0" i="0">
                <a:solidFill>
                  <a:schemeClr val="accent1"/>
                </a:solidFill>
                <a:latin typeface="Trefoil Sans Light" panose="020B0000000000000000" pitchFamily="34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Sub-Section Title</a:t>
            </a:r>
          </a:p>
          <a:p>
            <a:pPr lvl="0"/>
            <a:r>
              <a:rPr lang="en-US"/>
              <a:t>Sub-Section Title</a:t>
            </a:r>
          </a:p>
        </p:txBody>
      </p:sp>
      <p:sp>
        <p:nvSpPr>
          <p:cNvPr id="12" name="Text Placeholder 46">
            <a:extLst>
              <a:ext uri="{FF2B5EF4-FFF2-40B4-BE49-F238E27FC236}">
                <a16:creationId xmlns:a16="http://schemas.microsoft.com/office/drawing/2014/main" id="{F088FFFD-A4DD-1FA3-C032-1A2F557C954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96736" y="3188109"/>
            <a:ext cx="3548435" cy="1572041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tx1"/>
                </a:solidFill>
                <a:latin typeface="Girl Scout Text Book" panose="02020003000000000000" pitchFamily="18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Short Section Title</a:t>
            </a:r>
          </a:p>
          <a:p>
            <a:pPr lvl="0"/>
            <a:r>
              <a:rPr lang="en-US"/>
              <a:t>Short Section Title with </a:t>
            </a:r>
            <a:r>
              <a:rPr lang="en-US" err="1"/>
              <a:t>Verylongwords</a:t>
            </a:r>
            <a:endParaRPr lang="en-US"/>
          </a:p>
          <a:p>
            <a:pPr lvl="0"/>
            <a:r>
              <a:rPr lang="en-US"/>
              <a:t>Section Title</a:t>
            </a:r>
          </a:p>
          <a:p>
            <a:pPr lvl="0"/>
            <a:r>
              <a:rPr lang="en-US"/>
              <a:t>Section Title with </a:t>
            </a:r>
            <a:r>
              <a:rPr lang="en-US" err="1"/>
              <a:t>Verylongwords</a:t>
            </a:r>
            <a:endParaRPr lang="en-US"/>
          </a:p>
        </p:txBody>
      </p:sp>
      <p:sp>
        <p:nvSpPr>
          <p:cNvPr id="13" name="Text Placeholder 46">
            <a:extLst>
              <a:ext uri="{FF2B5EF4-FFF2-40B4-BE49-F238E27FC236}">
                <a16:creationId xmlns:a16="http://schemas.microsoft.com/office/drawing/2014/main" id="{7F736F3A-C6B8-4469-333B-6E4AF20D21C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45947" y="1393469"/>
            <a:ext cx="2535910" cy="41409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tx1"/>
                </a:solidFill>
                <a:latin typeface="Girl Scout Text Book" panose="02020003000000000000" pitchFamily="18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Short Section Title</a:t>
            </a:r>
          </a:p>
        </p:txBody>
      </p:sp>
      <p:sp>
        <p:nvSpPr>
          <p:cNvPr id="14" name="Text Placeholder 46">
            <a:extLst>
              <a:ext uri="{FF2B5EF4-FFF2-40B4-BE49-F238E27FC236}">
                <a16:creationId xmlns:a16="http://schemas.microsoft.com/office/drawing/2014/main" id="{C23468F3-42BF-ECEB-78D0-7CFD2C9B5FB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944048" y="1393469"/>
            <a:ext cx="444839" cy="33344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tx1"/>
                </a:solidFill>
                <a:latin typeface="Girl Scout Text Book" panose="02020003000000000000" pitchFamily="18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08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r>
              <a:rPr lang="en-US"/>
              <a:t>09</a:t>
            </a:r>
          </a:p>
          <a:p>
            <a:pPr lvl="0"/>
            <a:r>
              <a:rPr lang="en-US"/>
              <a:t>10</a:t>
            </a:r>
          </a:p>
          <a:p>
            <a:pPr lvl="0"/>
            <a:r>
              <a:rPr lang="en-US"/>
              <a:t>11</a:t>
            </a:r>
          </a:p>
        </p:txBody>
      </p:sp>
      <p:sp>
        <p:nvSpPr>
          <p:cNvPr id="15" name="Text Placeholder 46">
            <a:extLst>
              <a:ext uri="{FF2B5EF4-FFF2-40B4-BE49-F238E27FC236}">
                <a16:creationId xmlns:a16="http://schemas.microsoft.com/office/drawing/2014/main" id="{0779C7E8-AD04-680F-E04A-458F5F297D0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545947" y="1631411"/>
            <a:ext cx="2251853" cy="2153944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accent1"/>
                </a:solidFill>
                <a:latin typeface="Trefoil Sans Light" panose="020B0000000000000000" pitchFamily="34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Sub-Section Title</a:t>
            </a:r>
          </a:p>
          <a:p>
            <a:pPr lvl="0"/>
            <a:r>
              <a:rPr lang="en-US"/>
              <a:t>Sub-Section Title that is on two lines</a:t>
            </a:r>
          </a:p>
          <a:p>
            <a:pPr lvl="0"/>
            <a:r>
              <a:rPr lang="en-US"/>
              <a:t>Very Long Sub-Section Title that is on three long lines like this</a:t>
            </a:r>
          </a:p>
          <a:p>
            <a:pPr lvl="0"/>
            <a:r>
              <a:rPr lang="en-US"/>
              <a:t>Sub Section Title</a:t>
            </a:r>
          </a:p>
          <a:p>
            <a:pPr lvl="0"/>
            <a:r>
              <a:rPr lang="en-US"/>
              <a:t>Sub-Section Title</a:t>
            </a:r>
          </a:p>
        </p:txBody>
      </p:sp>
      <p:sp>
        <p:nvSpPr>
          <p:cNvPr id="16" name="Text Placeholder 46">
            <a:extLst>
              <a:ext uri="{FF2B5EF4-FFF2-40B4-BE49-F238E27FC236}">
                <a16:creationId xmlns:a16="http://schemas.microsoft.com/office/drawing/2014/main" id="{B7C9F0EB-5FA0-6293-2E32-5918FA5F885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545947" y="3785355"/>
            <a:ext cx="3548435" cy="932459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tx1"/>
                </a:solidFill>
                <a:latin typeface="Girl Scout Text Book" panose="02020003000000000000" pitchFamily="18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Section Title</a:t>
            </a:r>
          </a:p>
          <a:p>
            <a:pPr lvl="0"/>
            <a:r>
              <a:rPr lang="en-US"/>
              <a:t>Section Title</a:t>
            </a:r>
          </a:p>
          <a:p>
            <a:pPr lvl="0"/>
            <a:r>
              <a:rPr lang="en-US"/>
              <a:t>Section Title</a:t>
            </a:r>
          </a:p>
        </p:txBody>
      </p:sp>
      <p:sp>
        <p:nvSpPr>
          <p:cNvPr id="17" name="Text Placeholder 46">
            <a:extLst>
              <a:ext uri="{FF2B5EF4-FFF2-40B4-BE49-F238E27FC236}">
                <a16:creationId xmlns:a16="http://schemas.microsoft.com/office/drawing/2014/main" id="{FAF80888-2CAD-66F9-04B0-92A294D9184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94839" y="-11945"/>
            <a:ext cx="8801100" cy="27922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tx1"/>
                </a:solidFill>
                <a:latin typeface="Trefoil Sans Medium" panose="020B0000000000000000" pitchFamily="34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Type here to enter the presentation section name.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40CB4363-9E1C-AAB2-469B-D8284C6E0E3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94839" y="660277"/>
            <a:ext cx="7886700" cy="621537"/>
          </a:xfrm>
        </p:spPr>
        <p:txBody>
          <a:bodyPr anchor="ctr">
            <a:noAutofit/>
          </a:bodyPr>
          <a:lstStyle>
            <a:lvl1pPr marL="0" indent="0">
              <a:buNone/>
              <a:defRPr sz="28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28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28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28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28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416835370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le of Contents-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D73FE4-73F4-E3B9-ADCD-D01453D4AB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5177C1-CA80-3A37-D57B-094DB987B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6" name="Delay 5">
            <a:extLst>
              <a:ext uri="{FF2B5EF4-FFF2-40B4-BE49-F238E27FC236}">
                <a16:creationId xmlns:a16="http://schemas.microsoft.com/office/drawing/2014/main" id="{A02F7A34-1C07-8D9E-0935-1DBEF963A0C1}"/>
              </a:ext>
            </a:extLst>
          </p:cNvPr>
          <p:cNvSpPr/>
          <p:nvPr userDrawn="1"/>
        </p:nvSpPr>
        <p:spPr>
          <a:xfrm rot="16200000">
            <a:off x="4484786" y="1059087"/>
            <a:ext cx="629732" cy="625581"/>
          </a:xfrm>
          <a:prstGeom prst="flowChartDelay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5"/>
              </a:solidFill>
            </a:endParaRPr>
          </a:p>
        </p:txBody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3123B02D-E019-3D0B-6F5F-B97289749179}"/>
              </a:ext>
            </a:extLst>
          </p:cNvPr>
          <p:cNvSpPr/>
          <p:nvPr userDrawn="1"/>
        </p:nvSpPr>
        <p:spPr>
          <a:xfrm>
            <a:off x="4421604" y="1775682"/>
            <a:ext cx="756096" cy="651807"/>
          </a:xfrm>
          <a:prstGeom prst="hexagon">
            <a:avLst>
              <a:gd name="adj" fmla="val 28448"/>
              <a:gd name="vf" fmla="val 11547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B3B0546-7B01-214E-A1E5-6DABFA87007B}"/>
              </a:ext>
            </a:extLst>
          </p:cNvPr>
          <p:cNvSpPr/>
          <p:nvPr userDrawn="1"/>
        </p:nvSpPr>
        <p:spPr>
          <a:xfrm>
            <a:off x="4473749" y="2526990"/>
            <a:ext cx="651806" cy="65180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D7D95DE-1B9E-7EE8-1071-5B61CFD3F616}"/>
              </a:ext>
            </a:extLst>
          </p:cNvPr>
          <p:cNvSpPr/>
          <p:nvPr userDrawn="1"/>
        </p:nvSpPr>
        <p:spPr>
          <a:xfrm>
            <a:off x="4516278" y="3989567"/>
            <a:ext cx="566749" cy="65809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Octagon 9">
            <a:extLst>
              <a:ext uri="{FF2B5EF4-FFF2-40B4-BE49-F238E27FC236}">
                <a16:creationId xmlns:a16="http://schemas.microsoft.com/office/drawing/2014/main" id="{B2F436AC-9BAE-8DEB-4C48-E49A4F7D9B41}"/>
              </a:ext>
            </a:extLst>
          </p:cNvPr>
          <p:cNvSpPr/>
          <p:nvPr userDrawn="1"/>
        </p:nvSpPr>
        <p:spPr>
          <a:xfrm>
            <a:off x="4486086" y="3273496"/>
            <a:ext cx="627133" cy="627133"/>
          </a:xfrm>
          <a:prstGeom prst="oct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A647192-E07B-CC16-47AB-AB1083EAFDC8}"/>
              </a:ext>
            </a:extLst>
          </p:cNvPr>
          <p:cNvSpPr/>
          <p:nvPr userDrawn="1"/>
        </p:nvSpPr>
        <p:spPr>
          <a:xfrm>
            <a:off x="5273750" y="1039178"/>
            <a:ext cx="3675412" cy="629733"/>
          </a:xfrm>
          <a:prstGeom prst="roundRect">
            <a:avLst>
              <a:gd name="adj" fmla="val 1103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6159974-9051-C859-A5B0-8764873E4050}"/>
              </a:ext>
            </a:extLst>
          </p:cNvPr>
          <p:cNvSpPr/>
          <p:nvPr userDrawn="1"/>
        </p:nvSpPr>
        <p:spPr>
          <a:xfrm>
            <a:off x="5273750" y="1783084"/>
            <a:ext cx="3675412" cy="629733"/>
          </a:xfrm>
          <a:prstGeom prst="roundRect">
            <a:avLst>
              <a:gd name="adj" fmla="val 11039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36B4DDF-DBCC-40A4-003C-FC8F3A6A803C}"/>
              </a:ext>
            </a:extLst>
          </p:cNvPr>
          <p:cNvSpPr/>
          <p:nvPr userDrawn="1"/>
        </p:nvSpPr>
        <p:spPr>
          <a:xfrm>
            <a:off x="5273750" y="2526990"/>
            <a:ext cx="3675412" cy="629733"/>
          </a:xfrm>
          <a:prstGeom prst="roundRect">
            <a:avLst>
              <a:gd name="adj" fmla="val 11039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DFA3E5E-1786-71F6-21C9-1205DBA389D4}"/>
              </a:ext>
            </a:extLst>
          </p:cNvPr>
          <p:cNvSpPr/>
          <p:nvPr userDrawn="1"/>
        </p:nvSpPr>
        <p:spPr>
          <a:xfrm>
            <a:off x="5273750" y="3270896"/>
            <a:ext cx="3675412" cy="629733"/>
          </a:xfrm>
          <a:prstGeom prst="roundRect">
            <a:avLst>
              <a:gd name="adj" fmla="val 11039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5C1F8C"/>
              </a:solidFill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BFAFBC5-CFD4-C696-DE9D-37914CC597DB}"/>
              </a:ext>
            </a:extLst>
          </p:cNvPr>
          <p:cNvSpPr/>
          <p:nvPr userDrawn="1"/>
        </p:nvSpPr>
        <p:spPr>
          <a:xfrm>
            <a:off x="5273750" y="4017931"/>
            <a:ext cx="3675412" cy="629733"/>
          </a:xfrm>
          <a:prstGeom prst="roundRect">
            <a:avLst>
              <a:gd name="adj" fmla="val 11039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46">
            <a:extLst>
              <a:ext uri="{FF2B5EF4-FFF2-40B4-BE49-F238E27FC236}">
                <a16:creationId xmlns:a16="http://schemas.microsoft.com/office/drawing/2014/main" id="{A5E6540E-1B00-9F69-4697-3855E129DC1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418355" y="1044600"/>
            <a:ext cx="3399580" cy="62118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000" b="0" i="0">
                <a:solidFill>
                  <a:schemeClr val="bg1"/>
                </a:solidFill>
                <a:latin typeface="Girl Scout Text Book" panose="02020003000000000000" pitchFamily="18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Section 1 Title</a:t>
            </a:r>
          </a:p>
        </p:txBody>
      </p:sp>
      <p:sp>
        <p:nvSpPr>
          <p:cNvPr id="17" name="Text Placeholder 46">
            <a:extLst>
              <a:ext uri="{FF2B5EF4-FFF2-40B4-BE49-F238E27FC236}">
                <a16:creationId xmlns:a16="http://schemas.microsoft.com/office/drawing/2014/main" id="{9C3ABEE9-7002-279E-9BE9-83E1520158B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418355" y="1788879"/>
            <a:ext cx="3399580" cy="620809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000" b="0" i="0">
                <a:solidFill>
                  <a:schemeClr val="bg1"/>
                </a:solidFill>
                <a:latin typeface="Girl Scout Text Book" panose="02020003000000000000" pitchFamily="18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Section 2 Title</a:t>
            </a:r>
          </a:p>
        </p:txBody>
      </p:sp>
      <p:sp>
        <p:nvSpPr>
          <p:cNvPr id="18" name="Text Placeholder 46">
            <a:extLst>
              <a:ext uri="{FF2B5EF4-FFF2-40B4-BE49-F238E27FC236}">
                <a16:creationId xmlns:a16="http://schemas.microsoft.com/office/drawing/2014/main" id="{45E5D917-9461-658E-36B5-83357A56D4B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18355" y="2526097"/>
            <a:ext cx="3399580" cy="620809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000" b="0" i="0">
                <a:solidFill>
                  <a:schemeClr val="tx1"/>
                </a:solidFill>
                <a:latin typeface="Girl Scout Text Book" panose="02020003000000000000" pitchFamily="18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Section 3 Title</a:t>
            </a:r>
          </a:p>
        </p:txBody>
      </p:sp>
      <p:sp>
        <p:nvSpPr>
          <p:cNvPr id="19" name="Text Placeholder 46">
            <a:extLst>
              <a:ext uri="{FF2B5EF4-FFF2-40B4-BE49-F238E27FC236}">
                <a16:creationId xmlns:a16="http://schemas.microsoft.com/office/drawing/2014/main" id="{5D3A2EF0-8925-4C32-7FB7-4917D53EB52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418355" y="3270896"/>
            <a:ext cx="3399580" cy="620809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000" b="0" i="0">
                <a:solidFill>
                  <a:schemeClr val="bg1"/>
                </a:solidFill>
                <a:latin typeface="Girl Scout Text Book" panose="02020003000000000000" pitchFamily="18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Section 4 Title</a:t>
            </a:r>
          </a:p>
        </p:txBody>
      </p:sp>
      <p:sp>
        <p:nvSpPr>
          <p:cNvPr id="20" name="Text Placeholder 46">
            <a:extLst>
              <a:ext uri="{FF2B5EF4-FFF2-40B4-BE49-F238E27FC236}">
                <a16:creationId xmlns:a16="http://schemas.microsoft.com/office/drawing/2014/main" id="{3608F797-E7D5-AC3F-43DE-DEE2C5363E8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418355" y="4026855"/>
            <a:ext cx="3399580" cy="620809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2000" b="0" i="0">
                <a:solidFill>
                  <a:schemeClr val="tx1"/>
                </a:solidFill>
                <a:latin typeface="Girl Scout Text Book" panose="02020003000000000000" pitchFamily="18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Section 5 Title</a:t>
            </a:r>
          </a:p>
        </p:txBody>
      </p:sp>
      <p:sp>
        <p:nvSpPr>
          <p:cNvPr id="21" name="Text Placeholder 46">
            <a:extLst>
              <a:ext uri="{FF2B5EF4-FFF2-40B4-BE49-F238E27FC236}">
                <a16:creationId xmlns:a16="http://schemas.microsoft.com/office/drawing/2014/main" id="{C8F09761-9B93-39E8-273B-4E5D864F8FA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86085" y="1053577"/>
            <a:ext cx="625582" cy="629733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0" i="0">
                <a:solidFill>
                  <a:schemeClr val="tx1"/>
                </a:solidFill>
                <a:latin typeface="Girl Scout Text Book" panose="02020003000000000000" pitchFamily="18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22" name="Text Placeholder 46">
            <a:extLst>
              <a:ext uri="{FF2B5EF4-FFF2-40B4-BE49-F238E27FC236}">
                <a16:creationId xmlns:a16="http://schemas.microsoft.com/office/drawing/2014/main" id="{55A4E490-5E53-0B6B-327A-6B7477751DC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86085" y="1783680"/>
            <a:ext cx="625582" cy="643809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0" i="0">
                <a:solidFill>
                  <a:schemeClr val="bg1"/>
                </a:solidFill>
                <a:latin typeface="Girl Scout Text Book" panose="02020003000000000000" pitchFamily="18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2</a:t>
            </a:r>
          </a:p>
        </p:txBody>
      </p:sp>
      <p:sp>
        <p:nvSpPr>
          <p:cNvPr id="23" name="Text Placeholder 46">
            <a:extLst>
              <a:ext uri="{FF2B5EF4-FFF2-40B4-BE49-F238E27FC236}">
                <a16:creationId xmlns:a16="http://schemas.microsoft.com/office/drawing/2014/main" id="{2109A760-F3AC-1279-BE5B-7FBD2D21A26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86085" y="2535047"/>
            <a:ext cx="625582" cy="643809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0" i="0">
                <a:solidFill>
                  <a:schemeClr val="tx1"/>
                </a:solidFill>
                <a:latin typeface="Girl Scout Text Book" panose="02020003000000000000" pitchFamily="18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3</a:t>
            </a:r>
          </a:p>
        </p:txBody>
      </p:sp>
      <p:sp>
        <p:nvSpPr>
          <p:cNvPr id="24" name="Text Placeholder 46">
            <a:extLst>
              <a:ext uri="{FF2B5EF4-FFF2-40B4-BE49-F238E27FC236}">
                <a16:creationId xmlns:a16="http://schemas.microsoft.com/office/drawing/2014/main" id="{8DC9EB12-BCA8-6531-93D9-EBB3357287F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86085" y="3286416"/>
            <a:ext cx="625582" cy="60529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0" i="0">
                <a:solidFill>
                  <a:schemeClr val="bg1"/>
                </a:solidFill>
                <a:latin typeface="Girl Scout Text Book" panose="02020003000000000000" pitchFamily="18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4</a:t>
            </a:r>
          </a:p>
        </p:txBody>
      </p:sp>
      <p:sp>
        <p:nvSpPr>
          <p:cNvPr id="25" name="Text Placeholder 46">
            <a:extLst>
              <a:ext uri="{FF2B5EF4-FFF2-40B4-BE49-F238E27FC236}">
                <a16:creationId xmlns:a16="http://schemas.microsoft.com/office/drawing/2014/main" id="{061CC797-71BB-3D89-7FD4-54D5298E54E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86085" y="3995252"/>
            <a:ext cx="625582" cy="65241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0" i="0">
                <a:solidFill>
                  <a:schemeClr val="bg1"/>
                </a:solidFill>
                <a:latin typeface="Girl Scout Text Book" panose="02020003000000000000" pitchFamily="18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5</a:t>
            </a:r>
          </a:p>
        </p:txBody>
      </p:sp>
      <p:sp>
        <p:nvSpPr>
          <p:cNvPr id="27" name="Text Placeholder 46">
            <a:extLst>
              <a:ext uri="{FF2B5EF4-FFF2-40B4-BE49-F238E27FC236}">
                <a16:creationId xmlns:a16="http://schemas.microsoft.com/office/drawing/2014/main" id="{64135BB8-56D4-A68E-4F7F-13622EE7B3C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94839" y="-11945"/>
            <a:ext cx="8801100" cy="27922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tx1"/>
                </a:solidFill>
                <a:latin typeface="Trefoil Sans Medium" panose="020B0000000000000000" pitchFamily="34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Type here to enter the presentation section name.</a:t>
            </a:r>
          </a:p>
        </p:txBody>
      </p:sp>
      <p:sp>
        <p:nvSpPr>
          <p:cNvPr id="29" name="Text Placeholder 19">
            <a:extLst>
              <a:ext uri="{FF2B5EF4-FFF2-40B4-BE49-F238E27FC236}">
                <a16:creationId xmlns:a16="http://schemas.microsoft.com/office/drawing/2014/main" id="{B1A0DC14-6A1F-14DA-F376-CDF974DA4DC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94839" y="608611"/>
            <a:ext cx="7886700" cy="621537"/>
          </a:xfrm>
        </p:spPr>
        <p:txBody>
          <a:bodyPr anchor="ctr">
            <a:noAutofit/>
          </a:bodyPr>
          <a:lstStyle>
            <a:lvl1pPr marL="0" indent="0">
              <a:buNone/>
              <a:defRPr sz="2800" b="0" i="0">
                <a:solidFill>
                  <a:schemeClr val="accent3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28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28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28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28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573595299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Section Slide - Rectang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9B66E87-A9B3-430E-2936-14B1FE9DD931}"/>
              </a:ext>
            </a:extLst>
          </p:cNvPr>
          <p:cNvSpPr/>
          <p:nvPr userDrawn="1"/>
        </p:nvSpPr>
        <p:spPr>
          <a:xfrm>
            <a:off x="244893" y="240185"/>
            <a:ext cx="8654213" cy="4606567"/>
          </a:xfrm>
          <a:prstGeom prst="roundRect">
            <a:avLst>
              <a:gd name="adj" fmla="val 582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02E96F3-C9DC-23F3-1F8D-D06FAB0535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85459" y="4972051"/>
            <a:ext cx="550592" cy="18273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600" b="0" i="0">
                <a:solidFill>
                  <a:schemeClr val="tx1"/>
                </a:solidFill>
                <a:latin typeface="Girl Scout Text Book" panose="02020003000000000000" pitchFamily="18" charset="0"/>
              </a:defRPr>
            </a:lvl1pPr>
          </a:lstStyle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0ADEA62C-69C6-D9E4-D176-13A9385FDF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1449" y="4998093"/>
            <a:ext cx="5673297" cy="15457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0" marR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450" b="0" i="0" u="none" strike="noStrike" smtClean="0">
                <a:effectLst/>
                <a:latin typeface="Girl Scout Text Book" panose="02020003000000000000" pitchFamily="18" charset="0"/>
              </a:defRPr>
            </a:lvl1pPr>
          </a:lstStyle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D7F59519-B477-27D0-CEAA-C809C5FAF4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541" y="609600"/>
            <a:ext cx="7826918" cy="3924300"/>
          </a:xfrm>
        </p:spPr>
        <p:txBody>
          <a:bodyPr anchor="ctr">
            <a:noAutofit/>
          </a:bodyPr>
          <a:lstStyle>
            <a:lvl1pPr marL="0" indent="0" algn="ctr">
              <a:buNone/>
              <a:defRPr sz="7000" b="0" i="0">
                <a:solidFill>
                  <a:schemeClr val="accent4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70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70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70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70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Edit Section Title/#</a:t>
            </a:r>
          </a:p>
        </p:txBody>
      </p:sp>
    </p:spTree>
    <p:extLst>
      <p:ext uri="{BB962C8B-B14F-4D97-AF65-F5344CB8AC3E}">
        <p14:creationId xmlns:p14="http://schemas.microsoft.com/office/powerpoint/2010/main" val="3832190546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Section Slide - Capsu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1390F0-A767-3F9A-2880-AF539C30A1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AD6C58-22AB-B6CC-D535-40422DC0E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BAE5CC1-CC28-6E75-A6D1-453DA747621C}"/>
              </a:ext>
            </a:extLst>
          </p:cNvPr>
          <p:cNvSpPr/>
          <p:nvPr userDrawn="1"/>
        </p:nvSpPr>
        <p:spPr>
          <a:xfrm rot="16200000">
            <a:off x="2589667" y="-1699851"/>
            <a:ext cx="3964666" cy="8437937"/>
          </a:xfrm>
          <a:prstGeom prst="roundRect">
            <a:avLst>
              <a:gd name="adj" fmla="val 50000"/>
            </a:avLst>
          </a:prstGeom>
          <a:noFill/>
          <a:ln w="25400">
            <a:solidFill>
              <a:schemeClr val="accent3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endParaRPr lang="en-US" sz="9600">
              <a:solidFill>
                <a:srgbClr val="CCB2FA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8" name="Text Placeholder 18">
            <a:extLst>
              <a:ext uri="{FF2B5EF4-FFF2-40B4-BE49-F238E27FC236}">
                <a16:creationId xmlns:a16="http://schemas.microsoft.com/office/drawing/2014/main" id="{8E2EDD88-0B72-A6F1-E6E5-9ADCE4E149B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541" y="712608"/>
            <a:ext cx="7826918" cy="3718284"/>
          </a:xfrm>
        </p:spPr>
        <p:txBody>
          <a:bodyPr anchor="ctr">
            <a:noAutofit/>
          </a:bodyPr>
          <a:lstStyle>
            <a:lvl1pPr marL="0" indent="0" algn="ctr">
              <a:buNone/>
              <a:defRPr sz="7000" b="0" i="0">
                <a:solidFill>
                  <a:schemeClr val="accent3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70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70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70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70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Edit Section Title/#</a:t>
            </a:r>
          </a:p>
        </p:txBody>
      </p:sp>
    </p:spTree>
    <p:extLst>
      <p:ext uri="{BB962C8B-B14F-4D97-AF65-F5344CB8AC3E}">
        <p14:creationId xmlns:p14="http://schemas.microsoft.com/office/powerpoint/2010/main" val="564240880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Blank Slide |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A734A4EB-5C34-F9E2-46C7-DB737EE51762}"/>
              </a:ext>
            </a:extLst>
          </p:cNvPr>
          <p:cNvGrpSpPr/>
          <p:nvPr userDrawn="1"/>
        </p:nvGrpSpPr>
        <p:grpSpPr>
          <a:xfrm>
            <a:off x="-20163" y="4972051"/>
            <a:ext cx="9164163" cy="193572"/>
            <a:chOff x="-20163" y="4972051"/>
            <a:chExt cx="9164163" cy="19357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FCF7CCB-F1E4-EA15-54A1-996572EB8C7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291462" y="4972051"/>
              <a:ext cx="191143" cy="19114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 b="0" i="0">
                <a:solidFill>
                  <a:schemeClr val="bg1"/>
                </a:solidFill>
                <a:latin typeface="Girl Scout Display Light" panose="02020003000000000000" pitchFamily="18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A975486-3371-8431-638C-AA06E1F3656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82604" y="4972051"/>
              <a:ext cx="191143" cy="19114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 b="0" i="0">
                <a:solidFill>
                  <a:schemeClr val="bg1"/>
                </a:solidFill>
                <a:latin typeface="Girl Scout Display Light" panose="02020003000000000000" pitchFamily="18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2F60166-F3B4-E74A-6453-4871A91D03E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73746" y="4972051"/>
              <a:ext cx="470254" cy="191143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 b="0" i="0">
                <a:solidFill>
                  <a:schemeClr val="bg1"/>
                </a:solidFill>
                <a:latin typeface="Girl Scout Display Light" panose="02020003000000000000" pitchFamily="18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EC90754-537A-43D1-AA74-18E43DAFB12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20163" y="4974480"/>
              <a:ext cx="8119809" cy="191143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 b="0" i="0">
                <a:solidFill>
                  <a:schemeClr val="bg1"/>
                </a:solidFill>
                <a:latin typeface="Girl Scout Display Light" panose="02020003000000000000" pitchFamily="18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A0C2229-5110-B90E-53FC-6D7FF06F323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01073" y="4972051"/>
              <a:ext cx="191143" cy="19114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 b="0" i="0">
                <a:solidFill>
                  <a:schemeClr val="bg1"/>
                </a:solidFill>
                <a:latin typeface="Girl Scout Display Light" panose="02020003000000000000" pitchFamily="18" charset="0"/>
              </a:endParaRPr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C4C21FD5-6695-4CDD-7667-35E9508D004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503637" y="4996900"/>
              <a:ext cx="146304" cy="146304"/>
            </a:xfrm>
            <a:prstGeom prst="rect">
              <a:avLst/>
            </a:prstGeom>
          </p:spPr>
        </p:pic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D7085DD7-DBBB-1A3F-33B2-3EC578C1D5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317203" y="4998338"/>
              <a:ext cx="137160" cy="137160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E0F2D166-BA62-79D8-95BF-1CDC9AADEBC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148515" y="4999042"/>
              <a:ext cx="100871" cy="137160"/>
            </a:xfrm>
            <a:prstGeom prst="rect">
              <a:avLst/>
            </a:prstGeom>
          </p:spPr>
        </p:pic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194D26-0CEC-F9B4-9417-A58E2380E8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EC401D-E804-B35D-6E4B-4F5422767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23" name="Text Placeholder 46">
            <a:extLst>
              <a:ext uri="{FF2B5EF4-FFF2-40B4-BE49-F238E27FC236}">
                <a16:creationId xmlns:a16="http://schemas.microsoft.com/office/drawing/2014/main" id="{CA5BE4F5-53C5-4DDD-1E51-EE6C82B0E84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94839" y="-11945"/>
            <a:ext cx="8801100" cy="27922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tx1"/>
                </a:solidFill>
                <a:latin typeface="Trefoil Sans Medium" panose="020B0000000000000000" pitchFamily="34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Type here to enter the presentation section name.</a:t>
            </a:r>
          </a:p>
        </p:txBody>
      </p:sp>
    </p:spTree>
    <p:extLst>
      <p:ext uri="{BB962C8B-B14F-4D97-AF65-F5344CB8AC3E}">
        <p14:creationId xmlns:p14="http://schemas.microsoft.com/office/powerpoint/2010/main" val="1115494113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Statement Slide | XL Tex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D7393D5-A1E6-0C20-8234-B0BE8476A5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93DE9F-3295-EF29-E327-800C5036E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B66F5CFB-1190-4016-255A-5BAC26B1D6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92488" y="274638"/>
            <a:ext cx="8843562" cy="4390494"/>
          </a:xfrm>
        </p:spPr>
        <p:txBody>
          <a:bodyPr anchor="t">
            <a:noAutofit/>
          </a:bodyPr>
          <a:lstStyle>
            <a:lvl1pPr marL="0" indent="0" algn="l">
              <a:buNone/>
              <a:defRPr sz="60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70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70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70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70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a large multi-line statement text.</a:t>
            </a:r>
          </a:p>
        </p:txBody>
      </p:sp>
    </p:spTree>
    <p:extLst>
      <p:ext uri="{BB962C8B-B14F-4D97-AF65-F5344CB8AC3E}">
        <p14:creationId xmlns:p14="http://schemas.microsoft.com/office/powerpoint/2010/main" val="3454653860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Statement Slide | S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D7393D5-A1E6-0C20-8234-B0BE8476A5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93DE9F-3295-EF29-E327-800C5036E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5" name="Text Placeholder 18">
            <a:extLst>
              <a:ext uri="{FF2B5EF4-FFF2-40B4-BE49-F238E27FC236}">
                <a16:creationId xmlns:a16="http://schemas.microsoft.com/office/drawing/2014/main" id="{B41F3119-42F1-B5D7-C700-42EB509404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92488" y="274638"/>
            <a:ext cx="8843562" cy="4390494"/>
          </a:xfrm>
        </p:spPr>
        <p:txBody>
          <a:bodyPr anchor="t">
            <a:noAutofit/>
          </a:bodyPr>
          <a:lstStyle>
            <a:lvl1pPr marL="0" indent="0" algn="l">
              <a:buNone/>
              <a:defRPr sz="40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70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70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70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70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a small multi-line statement text.</a:t>
            </a:r>
          </a:p>
        </p:txBody>
      </p:sp>
    </p:spTree>
    <p:extLst>
      <p:ext uri="{BB962C8B-B14F-4D97-AF65-F5344CB8AC3E}">
        <p14:creationId xmlns:p14="http://schemas.microsoft.com/office/powerpoint/2010/main" val="3623350153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3_Statement Slide - Capsule Shap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1390F0-A767-3F9A-2880-AF539C30A1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AD6C58-22AB-B6CC-D535-40422DC0E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2" name="Text Placeholder 46">
            <a:extLst>
              <a:ext uri="{FF2B5EF4-FFF2-40B4-BE49-F238E27FC236}">
                <a16:creationId xmlns:a16="http://schemas.microsoft.com/office/drawing/2014/main" id="{05242535-DC30-4081-7735-B987D5408FF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94839" y="-11945"/>
            <a:ext cx="8801100" cy="27922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tx1"/>
                </a:solidFill>
                <a:latin typeface="Trefoil Sans Medium" panose="020B0000000000000000" pitchFamily="34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Type here to enter the presentation section name.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7716EDA-9342-27C5-B7D9-E58A8B08365B}"/>
              </a:ext>
            </a:extLst>
          </p:cNvPr>
          <p:cNvSpPr/>
          <p:nvPr userDrawn="1"/>
        </p:nvSpPr>
        <p:spPr>
          <a:xfrm rot="16200000">
            <a:off x="2646795" y="-1458058"/>
            <a:ext cx="3850410" cy="819365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11" name="Text Placeholder 18">
            <a:extLst>
              <a:ext uri="{FF2B5EF4-FFF2-40B4-BE49-F238E27FC236}">
                <a16:creationId xmlns:a16="http://schemas.microsoft.com/office/drawing/2014/main" id="{5E790FC0-FDFA-5C73-7CDD-76BCEC55101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34067" y="1140113"/>
            <a:ext cx="5875866" cy="2959100"/>
          </a:xfrm>
        </p:spPr>
        <p:txBody>
          <a:bodyPr anchor="ctr">
            <a:noAutofit/>
          </a:bodyPr>
          <a:lstStyle>
            <a:lvl1pPr marL="0" indent="0" algn="ctr">
              <a:buNone/>
              <a:defRPr sz="4500" b="0" i="0">
                <a:solidFill>
                  <a:schemeClr val="bg1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70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70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70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70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Slide Header</a:t>
            </a:r>
          </a:p>
        </p:txBody>
      </p:sp>
    </p:spTree>
    <p:extLst>
      <p:ext uri="{BB962C8B-B14F-4D97-AF65-F5344CB8AC3E}">
        <p14:creationId xmlns:p14="http://schemas.microsoft.com/office/powerpoint/2010/main" val="3290181473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4_Statement Slide - Semi-Circle Shap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E1E49928-F0FA-F03C-8DBE-2F68D733FB82}"/>
              </a:ext>
            </a:extLst>
          </p:cNvPr>
          <p:cNvSpPr/>
          <p:nvPr userDrawn="1"/>
        </p:nvSpPr>
        <p:spPr>
          <a:xfrm>
            <a:off x="766599" y="713564"/>
            <a:ext cx="7657579" cy="3850411"/>
          </a:xfrm>
          <a:custGeom>
            <a:avLst/>
            <a:gdLst>
              <a:gd name="connsiteX0" fmla="*/ 570975 w 1141950"/>
              <a:gd name="connsiteY0" fmla="*/ 0 h 574390"/>
              <a:gd name="connsiteX1" fmla="*/ 1141950 w 1141950"/>
              <a:gd name="connsiteY1" fmla="*/ 570975 h 574390"/>
              <a:gd name="connsiteX2" fmla="*/ 1141606 w 1141950"/>
              <a:gd name="connsiteY2" fmla="*/ 574390 h 574390"/>
              <a:gd name="connsiteX3" fmla="*/ 345 w 1141950"/>
              <a:gd name="connsiteY3" fmla="*/ 574390 h 574390"/>
              <a:gd name="connsiteX4" fmla="*/ 0 w 1141950"/>
              <a:gd name="connsiteY4" fmla="*/ 570975 h 574390"/>
              <a:gd name="connsiteX5" fmla="*/ 570975 w 1141950"/>
              <a:gd name="connsiteY5" fmla="*/ 0 h 574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41950" h="574390">
                <a:moveTo>
                  <a:pt x="570975" y="0"/>
                </a:moveTo>
                <a:cubicBezTo>
                  <a:pt x="886316" y="0"/>
                  <a:pt x="1141950" y="255634"/>
                  <a:pt x="1141950" y="570975"/>
                </a:cubicBezTo>
                <a:lnTo>
                  <a:pt x="1141606" y="574390"/>
                </a:lnTo>
                <a:lnTo>
                  <a:pt x="345" y="574390"/>
                </a:lnTo>
                <a:lnTo>
                  <a:pt x="0" y="570975"/>
                </a:lnTo>
                <a:cubicBezTo>
                  <a:pt x="0" y="255634"/>
                  <a:pt x="255634" y="0"/>
                  <a:pt x="570975" y="0"/>
                </a:cubicBezTo>
                <a:close/>
              </a:path>
            </a:pathLst>
          </a:custGeom>
          <a:noFill/>
          <a:ln w="254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1390F0-A767-3F9A-2880-AF539C30A1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AD6C58-22AB-B6CC-D535-40422DC0E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2" name="Text Placeholder 46">
            <a:extLst>
              <a:ext uri="{FF2B5EF4-FFF2-40B4-BE49-F238E27FC236}">
                <a16:creationId xmlns:a16="http://schemas.microsoft.com/office/drawing/2014/main" id="{05242535-DC30-4081-7735-B987D5408FF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94839" y="-11945"/>
            <a:ext cx="8801100" cy="27922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Trefoil Sans Medium" panose="020B0000000000000000" pitchFamily="34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Type here to enter the presentation section name.</a:t>
            </a:r>
          </a:p>
        </p:txBody>
      </p:sp>
      <p:sp>
        <p:nvSpPr>
          <p:cNvPr id="9" name="Text Placeholder 18">
            <a:extLst>
              <a:ext uri="{FF2B5EF4-FFF2-40B4-BE49-F238E27FC236}">
                <a16:creationId xmlns:a16="http://schemas.microsoft.com/office/drawing/2014/main" id="{EC2560ED-3F0B-CE1E-18CE-BD6155524D1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34067" y="1604875"/>
            <a:ext cx="5875866" cy="2959100"/>
          </a:xfrm>
        </p:spPr>
        <p:txBody>
          <a:bodyPr anchor="ctr">
            <a:noAutofit/>
          </a:bodyPr>
          <a:lstStyle>
            <a:lvl1pPr marL="0" indent="0" algn="ctr">
              <a:buNone/>
              <a:defRPr sz="4500" b="0" i="0">
                <a:solidFill>
                  <a:schemeClr val="accent4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70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70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70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70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Slide Header</a:t>
            </a:r>
          </a:p>
        </p:txBody>
      </p:sp>
    </p:spTree>
    <p:extLst>
      <p:ext uri="{BB962C8B-B14F-4D97-AF65-F5344CB8AC3E}">
        <p14:creationId xmlns:p14="http://schemas.microsoft.com/office/powerpoint/2010/main" val="401622463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Statement Slide | Frame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4DCF8CC6-0488-98FA-7921-E0837D9B48CE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>
              <a:gd name="connsiteX0" fmla="*/ 636268 w 9143999"/>
              <a:gd name="connsiteY0" fmla="*/ 617032 h 5143500"/>
              <a:gd name="connsiteX1" fmla="*/ 636268 w 9143999"/>
              <a:gd name="connsiteY1" fmla="*/ 4526468 h 5143500"/>
              <a:gd name="connsiteX2" fmla="*/ 8507730 w 9143999"/>
              <a:gd name="connsiteY2" fmla="*/ 4526468 h 5143500"/>
              <a:gd name="connsiteX3" fmla="*/ 8507730 w 9143999"/>
              <a:gd name="connsiteY3" fmla="*/ 617032 h 5143500"/>
              <a:gd name="connsiteX4" fmla="*/ 0 w 9143999"/>
              <a:gd name="connsiteY4" fmla="*/ 0 h 5143500"/>
              <a:gd name="connsiteX5" fmla="*/ 9143999 w 9143999"/>
              <a:gd name="connsiteY5" fmla="*/ 0 h 5143500"/>
              <a:gd name="connsiteX6" fmla="*/ 9143999 w 9143999"/>
              <a:gd name="connsiteY6" fmla="*/ 5143500 h 5143500"/>
              <a:gd name="connsiteX7" fmla="*/ 0 w 9143999"/>
              <a:gd name="connsiteY7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3999" h="5143500">
                <a:moveTo>
                  <a:pt x="636268" y="617032"/>
                </a:moveTo>
                <a:lnTo>
                  <a:pt x="636268" y="4526468"/>
                </a:lnTo>
                <a:lnTo>
                  <a:pt x="8507730" y="4526468"/>
                </a:lnTo>
                <a:lnTo>
                  <a:pt x="8507730" y="617032"/>
                </a:lnTo>
                <a:close/>
                <a:moveTo>
                  <a:pt x="0" y="0"/>
                </a:moveTo>
                <a:lnTo>
                  <a:pt x="9143999" y="0"/>
                </a:lnTo>
                <a:lnTo>
                  <a:pt x="9143999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CD129EEF-6CD7-632C-104A-365C8CF0BED8}"/>
              </a:ext>
            </a:extLst>
          </p:cNvPr>
          <p:cNvSpPr/>
          <p:nvPr userDrawn="1"/>
        </p:nvSpPr>
        <p:spPr>
          <a:xfrm flipV="1">
            <a:off x="133320" y="124885"/>
            <a:ext cx="8877359" cy="4893730"/>
          </a:xfrm>
          <a:custGeom>
            <a:avLst/>
            <a:gdLst>
              <a:gd name="connsiteX0" fmla="*/ 8339566 w 8877359"/>
              <a:gd name="connsiteY0" fmla="*/ 220099 h 4893730"/>
              <a:gd name="connsiteX1" fmla="*/ 8378642 w 8877359"/>
              <a:gd name="connsiteY1" fmla="*/ 181023 h 4893730"/>
              <a:gd name="connsiteX2" fmla="*/ 8339566 w 8877359"/>
              <a:gd name="connsiteY2" fmla="*/ 141947 h 4893730"/>
              <a:gd name="connsiteX3" fmla="*/ 8300490 w 8877359"/>
              <a:gd name="connsiteY3" fmla="*/ 181023 h 4893730"/>
              <a:gd name="connsiteX4" fmla="*/ 8339566 w 8877359"/>
              <a:gd name="connsiteY4" fmla="*/ 220099 h 4893730"/>
              <a:gd name="connsiteX5" fmla="*/ 7630314 w 8877359"/>
              <a:gd name="connsiteY5" fmla="*/ 220099 h 4893730"/>
              <a:gd name="connsiteX6" fmla="*/ 7669390 w 8877359"/>
              <a:gd name="connsiteY6" fmla="*/ 181023 h 4893730"/>
              <a:gd name="connsiteX7" fmla="*/ 7630314 w 8877359"/>
              <a:gd name="connsiteY7" fmla="*/ 141947 h 4893730"/>
              <a:gd name="connsiteX8" fmla="*/ 7591238 w 8877359"/>
              <a:gd name="connsiteY8" fmla="*/ 181023 h 4893730"/>
              <a:gd name="connsiteX9" fmla="*/ 7630314 w 8877359"/>
              <a:gd name="connsiteY9" fmla="*/ 220099 h 4893730"/>
              <a:gd name="connsiteX10" fmla="*/ 6921062 w 8877359"/>
              <a:gd name="connsiteY10" fmla="*/ 220099 h 4893730"/>
              <a:gd name="connsiteX11" fmla="*/ 6960138 w 8877359"/>
              <a:gd name="connsiteY11" fmla="*/ 181023 h 4893730"/>
              <a:gd name="connsiteX12" fmla="*/ 6921062 w 8877359"/>
              <a:gd name="connsiteY12" fmla="*/ 141947 h 4893730"/>
              <a:gd name="connsiteX13" fmla="*/ 6881986 w 8877359"/>
              <a:gd name="connsiteY13" fmla="*/ 181023 h 4893730"/>
              <a:gd name="connsiteX14" fmla="*/ 6921062 w 8877359"/>
              <a:gd name="connsiteY14" fmla="*/ 220099 h 4893730"/>
              <a:gd name="connsiteX15" fmla="*/ 6211810 w 8877359"/>
              <a:gd name="connsiteY15" fmla="*/ 220099 h 4893730"/>
              <a:gd name="connsiteX16" fmla="*/ 6250886 w 8877359"/>
              <a:gd name="connsiteY16" fmla="*/ 181023 h 4893730"/>
              <a:gd name="connsiteX17" fmla="*/ 6211810 w 8877359"/>
              <a:gd name="connsiteY17" fmla="*/ 141947 h 4893730"/>
              <a:gd name="connsiteX18" fmla="*/ 6172734 w 8877359"/>
              <a:gd name="connsiteY18" fmla="*/ 181023 h 4893730"/>
              <a:gd name="connsiteX19" fmla="*/ 6211810 w 8877359"/>
              <a:gd name="connsiteY19" fmla="*/ 220099 h 4893730"/>
              <a:gd name="connsiteX20" fmla="*/ 5502558 w 8877359"/>
              <a:gd name="connsiteY20" fmla="*/ 220099 h 4893730"/>
              <a:gd name="connsiteX21" fmla="*/ 5541634 w 8877359"/>
              <a:gd name="connsiteY21" fmla="*/ 181023 h 4893730"/>
              <a:gd name="connsiteX22" fmla="*/ 5502558 w 8877359"/>
              <a:gd name="connsiteY22" fmla="*/ 141947 h 4893730"/>
              <a:gd name="connsiteX23" fmla="*/ 5463482 w 8877359"/>
              <a:gd name="connsiteY23" fmla="*/ 181023 h 4893730"/>
              <a:gd name="connsiteX24" fmla="*/ 5502558 w 8877359"/>
              <a:gd name="connsiteY24" fmla="*/ 220099 h 4893730"/>
              <a:gd name="connsiteX25" fmla="*/ 4793306 w 8877359"/>
              <a:gd name="connsiteY25" fmla="*/ 220099 h 4893730"/>
              <a:gd name="connsiteX26" fmla="*/ 4832382 w 8877359"/>
              <a:gd name="connsiteY26" fmla="*/ 181023 h 4893730"/>
              <a:gd name="connsiteX27" fmla="*/ 4793306 w 8877359"/>
              <a:gd name="connsiteY27" fmla="*/ 141947 h 4893730"/>
              <a:gd name="connsiteX28" fmla="*/ 4754230 w 8877359"/>
              <a:gd name="connsiteY28" fmla="*/ 181023 h 4893730"/>
              <a:gd name="connsiteX29" fmla="*/ 4793306 w 8877359"/>
              <a:gd name="connsiteY29" fmla="*/ 220099 h 4893730"/>
              <a:gd name="connsiteX30" fmla="*/ 4084054 w 8877359"/>
              <a:gd name="connsiteY30" fmla="*/ 220099 h 4893730"/>
              <a:gd name="connsiteX31" fmla="*/ 4123130 w 8877359"/>
              <a:gd name="connsiteY31" fmla="*/ 181023 h 4893730"/>
              <a:gd name="connsiteX32" fmla="*/ 4084054 w 8877359"/>
              <a:gd name="connsiteY32" fmla="*/ 141947 h 4893730"/>
              <a:gd name="connsiteX33" fmla="*/ 4044984 w 8877359"/>
              <a:gd name="connsiteY33" fmla="*/ 181023 h 4893730"/>
              <a:gd name="connsiteX34" fmla="*/ 4084054 w 8877359"/>
              <a:gd name="connsiteY34" fmla="*/ 220099 h 4893730"/>
              <a:gd name="connsiteX35" fmla="*/ 3374807 w 8877359"/>
              <a:gd name="connsiteY35" fmla="*/ 220099 h 4893730"/>
              <a:gd name="connsiteX36" fmla="*/ 3413884 w 8877359"/>
              <a:gd name="connsiteY36" fmla="*/ 181023 h 4893730"/>
              <a:gd name="connsiteX37" fmla="*/ 3374807 w 8877359"/>
              <a:gd name="connsiteY37" fmla="*/ 141947 h 4893730"/>
              <a:gd name="connsiteX38" fmla="*/ 3335731 w 8877359"/>
              <a:gd name="connsiteY38" fmla="*/ 181023 h 4893730"/>
              <a:gd name="connsiteX39" fmla="*/ 3374807 w 8877359"/>
              <a:gd name="connsiteY39" fmla="*/ 220099 h 4893730"/>
              <a:gd name="connsiteX40" fmla="*/ 2665556 w 8877359"/>
              <a:gd name="connsiteY40" fmla="*/ 220099 h 4893730"/>
              <a:gd name="connsiteX41" fmla="*/ 2704632 w 8877359"/>
              <a:gd name="connsiteY41" fmla="*/ 181023 h 4893730"/>
              <a:gd name="connsiteX42" fmla="*/ 2665556 w 8877359"/>
              <a:gd name="connsiteY42" fmla="*/ 141947 h 4893730"/>
              <a:gd name="connsiteX43" fmla="*/ 2626479 w 8877359"/>
              <a:gd name="connsiteY43" fmla="*/ 181023 h 4893730"/>
              <a:gd name="connsiteX44" fmla="*/ 2665556 w 8877359"/>
              <a:gd name="connsiteY44" fmla="*/ 220099 h 4893730"/>
              <a:gd name="connsiteX45" fmla="*/ 1956304 w 8877359"/>
              <a:gd name="connsiteY45" fmla="*/ 220099 h 4893730"/>
              <a:gd name="connsiteX46" fmla="*/ 1995381 w 8877359"/>
              <a:gd name="connsiteY46" fmla="*/ 181023 h 4893730"/>
              <a:gd name="connsiteX47" fmla="*/ 1956304 w 8877359"/>
              <a:gd name="connsiteY47" fmla="*/ 141947 h 4893730"/>
              <a:gd name="connsiteX48" fmla="*/ 1917228 w 8877359"/>
              <a:gd name="connsiteY48" fmla="*/ 181023 h 4893730"/>
              <a:gd name="connsiteX49" fmla="*/ 1956304 w 8877359"/>
              <a:gd name="connsiteY49" fmla="*/ 220099 h 4893730"/>
              <a:gd name="connsiteX50" fmla="*/ 1247052 w 8877359"/>
              <a:gd name="connsiteY50" fmla="*/ 220099 h 4893730"/>
              <a:gd name="connsiteX51" fmla="*/ 1286129 w 8877359"/>
              <a:gd name="connsiteY51" fmla="*/ 181023 h 4893730"/>
              <a:gd name="connsiteX52" fmla="*/ 1247052 w 8877359"/>
              <a:gd name="connsiteY52" fmla="*/ 141947 h 4893730"/>
              <a:gd name="connsiteX53" fmla="*/ 1207977 w 8877359"/>
              <a:gd name="connsiteY53" fmla="*/ 181023 h 4893730"/>
              <a:gd name="connsiteX54" fmla="*/ 1247052 w 8877359"/>
              <a:gd name="connsiteY54" fmla="*/ 220099 h 4893730"/>
              <a:gd name="connsiteX55" fmla="*/ 537800 w 8877359"/>
              <a:gd name="connsiteY55" fmla="*/ 220099 h 4893730"/>
              <a:gd name="connsiteX56" fmla="*/ 576876 w 8877359"/>
              <a:gd name="connsiteY56" fmla="*/ 181023 h 4893730"/>
              <a:gd name="connsiteX57" fmla="*/ 537800 w 8877359"/>
              <a:gd name="connsiteY57" fmla="*/ 141947 h 4893730"/>
              <a:gd name="connsiteX58" fmla="*/ 498724 w 8877359"/>
              <a:gd name="connsiteY58" fmla="*/ 181023 h 4893730"/>
              <a:gd name="connsiteX59" fmla="*/ 537800 w 8877359"/>
              <a:gd name="connsiteY59" fmla="*/ 220099 h 4893730"/>
              <a:gd name="connsiteX60" fmla="*/ 8653655 w 8877359"/>
              <a:gd name="connsiteY60" fmla="*/ 354073 h 4893730"/>
              <a:gd name="connsiteX61" fmla="*/ 8688538 w 8877359"/>
              <a:gd name="connsiteY61" fmla="*/ 339624 h 4893730"/>
              <a:gd name="connsiteX62" fmla="*/ 8694185 w 8877359"/>
              <a:gd name="connsiteY62" fmla="*/ 332780 h 4893730"/>
              <a:gd name="connsiteX63" fmla="*/ 8699832 w 8877359"/>
              <a:gd name="connsiteY63" fmla="*/ 339624 h 4893730"/>
              <a:gd name="connsiteX64" fmla="*/ 8734715 w 8877359"/>
              <a:gd name="connsiteY64" fmla="*/ 354073 h 4893730"/>
              <a:gd name="connsiteX65" fmla="*/ 8784046 w 8877359"/>
              <a:gd name="connsiteY65" fmla="*/ 304741 h 4893730"/>
              <a:gd name="connsiteX66" fmla="*/ 8783698 w 8877359"/>
              <a:gd name="connsiteY66" fmla="*/ 301284 h 4893730"/>
              <a:gd name="connsiteX67" fmla="*/ 8792636 w 8877359"/>
              <a:gd name="connsiteY67" fmla="*/ 304058 h 4893730"/>
              <a:gd name="connsiteX68" fmla="*/ 8802578 w 8877359"/>
              <a:gd name="connsiteY68" fmla="*/ 305060 h 4893730"/>
              <a:gd name="connsiteX69" fmla="*/ 8851910 w 8877359"/>
              <a:gd name="connsiteY69" fmla="*/ 255729 h 4893730"/>
              <a:gd name="connsiteX70" fmla="*/ 8843485 w 8877359"/>
              <a:gd name="connsiteY70" fmla="*/ 228147 h 4893730"/>
              <a:gd name="connsiteX71" fmla="*/ 8840217 w 8877359"/>
              <a:gd name="connsiteY71" fmla="*/ 224187 h 4893730"/>
              <a:gd name="connsiteX72" fmla="*/ 8847229 w 8877359"/>
              <a:gd name="connsiteY72" fmla="*/ 222010 h 4893730"/>
              <a:gd name="connsiteX73" fmla="*/ 8877359 w 8877359"/>
              <a:gd name="connsiteY73" fmla="*/ 176555 h 4893730"/>
              <a:gd name="connsiteX74" fmla="*/ 8847229 w 8877359"/>
              <a:gd name="connsiteY74" fmla="*/ 131100 h 4893730"/>
              <a:gd name="connsiteX75" fmla="*/ 8840850 w 8877359"/>
              <a:gd name="connsiteY75" fmla="*/ 129120 h 4893730"/>
              <a:gd name="connsiteX76" fmla="*/ 8843485 w 8877359"/>
              <a:gd name="connsiteY76" fmla="*/ 125926 h 4893730"/>
              <a:gd name="connsiteX77" fmla="*/ 8851910 w 8877359"/>
              <a:gd name="connsiteY77" fmla="*/ 98344 h 4893730"/>
              <a:gd name="connsiteX78" fmla="*/ 8802578 w 8877359"/>
              <a:gd name="connsiteY78" fmla="*/ 49012 h 4893730"/>
              <a:gd name="connsiteX79" fmla="*/ 8787908 w 8877359"/>
              <a:gd name="connsiteY79" fmla="*/ 51230 h 4893730"/>
              <a:gd name="connsiteX80" fmla="*/ 8783649 w 8877359"/>
              <a:gd name="connsiteY80" fmla="*/ 53278 h 4893730"/>
              <a:gd name="connsiteX81" fmla="*/ 8784047 w 8877359"/>
              <a:gd name="connsiteY81" fmla="*/ 49331 h 4893730"/>
              <a:gd name="connsiteX82" fmla="*/ 8734715 w 8877359"/>
              <a:gd name="connsiteY82" fmla="*/ 0 h 4893730"/>
              <a:gd name="connsiteX83" fmla="*/ 8699832 w 8877359"/>
              <a:gd name="connsiteY83" fmla="*/ 14449 h 4893730"/>
              <a:gd name="connsiteX84" fmla="*/ 8694185 w 8877359"/>
              <a:gd name="connsiteY84" fmla="*/ 21293 h 4893730"/>
              <a:gd name="connsiteX85" fmla="*/ 8688538 w 8877359"/>
              <a:gd name="connsiteY85" fmla="*/ 14449 h 4893730"/>
              <a:gd name="connsiteX86" fmla="*/ 8653655 w 8877359"/>
              <a:gd name="connsiteY86" fmla="*/ 0 h 4893730"/>
              <a:gd name="connsiteX87" fmla="*/ 8604324 w 8877359"/>
              <a:gd name="connsiteY87" fmla="*/ 49331 h 4893730"/>
              <a:gd name="connsiteX88" fmla="*/ 8604672 w 8877359"/>
              <a:gd name="connsiteY88" fmla="*/ 52789 h 4893730"/>
              <a:gd name="connsiteX89" fmla="*/ 8595734 w 8877359"/>
              <a:gd name="connsiteY89" fmla="*/ 50014 h 4893730"/>
              <a:gd name="connsiteX90" fmla="*/ 8585792 w 8877359"/>
              <a:gd name="connsiteY90" fmla="*/ 49012 h 4893730"/>
              <a:gd name="connsiteX91" fmla="*/ 8536460 w 8877359"/>
              <a:gd name="connsiteY91" fmla="*/ 98344 h 4893730"/>
              <a:gd name="connsiteX92" fmla="*/ 8544885 w 8877359"/>
              <a:gd name="connsiteY92" fmla="*/ 125926 h 4893730"/>
              <a:gd name="connsiteX93" fmla="*/ 8547520 w 8877359"/>
              <a:gd name="connsiteY93" fmla="*/ 129120 h 4893730"/>
              <a:gd name="connsiteX94" fmla="*/ 8541141 w 8877359"/>
              <a:gd name="connsiteY94" fmla="*/ 131100 h 4893730"/>
              <a:gd name="connsiteX95" fmla="*/ 8511011 w 8877359"/>
              <a:gd name="connsiteY95" fmla="*/ 176555 h 4893730"/>
              <a:gd name="connsiteX96" fmla="*/ 8541141 w 8877359"/>
              <a:gd name="connsiteY96" fmla="*/ 222010 h 4893730"/>
              <a:gd name="connsiteX97" fmla="*/ 8548153 w 8877359"/>
              <a:gd name="connsiteY97" fmla="*/ 224187 h 4893730"/>
              <a:gd name="connsiteX98" fmla="*/ 8544885 w 8877359"/>
              <a:gd name="connsiteY98" fmla="*/ 228147 h 4893730"/>
              <a:gd name="connsiteX99" fmla="*/ 8536460 w 8877359"/>
              <a:gd name="connsiteY99" fmla="*/ 255729 h 4893730"/>
              <a:gd name="connsiteX100" fmla="*/ 8585792 w 8877359"/>
              <a:gd name="connsiteY100" fmla="*/ 305060 h 4893730"/>
              <a:gd name="connsiteX101" fmla="*/ 8595734 w 8877359"/>
              <a:gd name="connsiteY101" fmla="*/ 304058 h 4893730"/>
              <a:gd name="connsiteX102" fmla="*/ 8604672 w 8877359"/>
              <a:gd name="connsiteY102" fmla="*/ 301284 h 4893730"/>
              <a:gd name="connsiteX103" fmla="*/ 8604323 w 8877359"/>
              <a:gd name="connsiteY103" fmla="*/ 304741 h 4893730"/>
              <a:gd name="connsiteX104" fmla="*/ 8653655 w 8877359"/>
              <a:gd name="connsiteY104" fmla="*/ 354073 h 4893730"/>
              <a:gd name="connsiteX105" fmla="*/ 7944411 w 8877359"/>
              <a:gd name="connsiteY105" fmla="*/ 354073 h 4893730"/>
              <a:gd name="connsiteX106" fmla="*/ 7979293 w 8877359"/>
              <a:gd name="connsiteY106" fmla="*/ 339624 h 4893730"/>
              <a:gd name="connsiteX107" fmla="*/ 7984940 w 8877359"/>
              <a:gd name="connsiteY107" fmla="*/ 332780 h 4893730"/>
              <a:gd name="connsiteX108" fmla="*/ 7990587 w 8877359"/>
              <a:gd name="connsiteY108" fmla="*/ 339624 h 4893730"/>
              <a:gd name="connsiteX109" fmla="*/ 8025470 w 8877359"/>
              <a:gd name="connsiteY109" fmla="*/ 354073 h 4893730"/>
              <a:gd name="connsiteX110" fmla="*/ 8074802 w 8877359"/>
              <a:gd name="connsiteY110" fmla="*/ 304741 h 4893730"/>
              <a:gd name="connsiteX111" fmla="*/ 8074453 w 8877359"/>
              <a:gd name="connsiteY111" fmla="*/ 301284 h 4893730"/>
              <a:gd name="connsiteX112" fmla="*/ 8083391 w 8877359"/>
              <a:gd name="connsiteY112" fmla="*/ 304058 h 4893730"/>
              <a:gd name="connsiteX113" fmla="*/ 8093333 w 8877359"/>
              <a:gd name="connsiteY113" fmla="*/ 305060 h 4893730"/>
              <a:gd name="connsiteX114" fmla="*/ 8142665 w 8877359"/>
              <a:gd name="connsiteY114" fmla="*/ 255729 h 4893730"/>
              <a:gd name="connsiteX115" fmla="*/ 8134240 w 8877359"/>
              <a:gd name="connsiteY115" fmla="*/ 228147 h 4893730"/>
              <a:gd name="connsiteX116" fmla="*/ 8130973 w 8877359"/>
              <a:gd name="connsiteY116" fmla="*/ 224187 h 4893730"/>
              <a:gd name="connsiteX117" fmla="*/ 8137985 w 8877359"/>
              <a:gd name="connsiteY117" fmla="*/ 222010 h 4893730"/>
              <a:gd name="connsiteX118" fmla="*/ 8168114 w 8877359"/>
              <a:gd name="connsiteY118" fmla="*/ 176555 h 4893730"/>
              <a:gd name="connsiteX119" fmla="*/ 8137985 w 8877359"/>
              <a:gd name="connsiteY119" fmla="*/ 131100 h 4893730"/>
              <a:gd name="connsiteX120" fmla="*/ 8131605 w 8877359"/>
              <a:gd name="connsiteY120" fmla="*/ 129120 h 4893730"/>
              <a:gd name="connsiteX121" fmla="*/ 8134240 w 8877359"/>
              <a:gd name="connsiteY121" fmla="*/ 125926 h 4893730"/>
              <a:gd name="connsiteX122" fmla="*/ 8142665 w 8877359"/>
              <a:gd name="connsiteY122" fmla="*/ 98344 h 4893730"/>
              <a:gd name="connsiteX123" fmla="*/ 8093333 w 8877359"/>
              <a:gd name="connsiteY123" fmla="*/ 49012 h 4893730"/>
              <a:gd name="connsiteX124" fmla="*/ 8078664 w 8877359"/>
              <a:gd name="connsiteY124" fmla="*/ 51230 h 4893730"/>
              <a:gd name="connsiteX125" fmla="*/ 8074404 w 8877359"/>
              <a:gd name="connsiteY125" fmla="*/ 53278 h 4893730"/>
              <a:gd name="connsiteX126" fmla="*/ 8074802 w 8877359"/>
              <a:gd name="connsiteY126" fmla="*/ 49331 h 4893730"/>
              <a:gd name="connsiteX127" fmla="*/ 8025470 w 8877359"/>
              <a:gd name="connsiteY127" fmla="*/ 0 h 4893730"/>
              <a:gd name="connsiteX128" fmla="*/ 7990587 w 8877359"/>
              <a:gd name="connsiteY128" fmla="*/ 14449 h 4893730"/>
              <a:gd name="connsiteX129" fmla="*/ 7984940 w 8877359"/>
              <a:gd name="connsiteY129" fmla="*/ 21293 h 4893730"/>
              <a:gd name="connsiteX130" fmla="*/ 7979294 w 8877359"/>
              <a:gd name="connsiteY130" fmla="*/ 14449 h 4893730"/>
              <a:gd name="connsiteX131" fmla="*/ 7944411 w 8877359"/>
              <a:gd name="connsiteY131" fmla="*/ 0 h 4893730"/>
              <a:gd name="connsiteX132" fmla="*/ 7895079 w 8877359"/>
              <a:gd name="connsiteY132" fmla="*/ 49331 h 4893730"/>
              <a:gd name="connsiteX133" fmla="*/ 7895427 w 8877359"/>
              <a:gd name="connsiteY133" fmla="*/ 52789 h 4893730"/>
              <a:gd name="connsiteX134" fmla="*/ 7886489 w 8877359"/>
              <a:gd name="connsiteY134" fmla="*/ 50014 h 4893730"/>
              <a:gd name="connsiteX135" fmla="*/ 7876547 w 8877359"/>
              <a:gd name="connsiteY135" fmla="*/ 49012 h 4893730"/>
              <a:gd name="connsiteX136" fmla="*/ 7827215 w 8877359"/>
              <a:gd name="connsiteY136" fmla="*/ 98344 h 4893730"/>
              <a:gd name="connsiteX137" fmla="*/ 7835640 w 8877359"/>
              <a:gd name="connsiteY137" fmla="*/ 125926 h 4893730"/>
              <a:gd name="connsiteX138" fmla="*/ 7838276 w 8877359"/>
              <a:gd name="connsiteY138" fmla="*/ 129120 h 4893730"/>
              <a:gd name="connsiteX139" fmla="*/ 7831896 w 8877359"/>
              <a:gd name="connsiteY139" fmla="*/ 131100 h 4893730"/>
              <a:gd name="connsiteX140" fmla="*/ 7801766 w 8877359"/>
              <a:gd name="connsiteY140" fmla="*/ 176555 h 4893730"/>
              <a:gd name="connsiteX141" fmla="*/ 7831896 w 8877359"/>
              <a:gd name="connsiteY141" fmla="*/ 222010 h 4893730"/>
              <a:gd name="connsiteX142" fmla="*/ 7838908 w 8877359"/>
              <a:gd name="connsiteY142" fmla="*/ 224187 h 4893730"/>
              <a:gd name="connsiteX143" fmla="*/ 7835640 w 8877359"/>
              <a:gd name="connsiteY143" fmla="*/ 228147 h 4893730"/>
              <a:gd name="connsiteX144" fmla="*/ 7827215 w 8877359"/>
              <a:gd name="connsiteY144" fmla="*/ 255729 h 4893730"/>
              <a:gd name="connsiteX145" fmla="*/ 7876547 w 8877359"/>
              <a:gd name="connsiteY145" fmla="*/ 305060 h 4893730"/>
              <a:gd name="connsiteX146" fmla="*/ 7886489 w 8877359"/>
              <a:gd name="connsiteY146" fmla="*/ 304058 h 4893730"/>
              <a:gd name="connsiteX147" fmla="*/ 7895427 w 8877359"/>
              <a:gd name="connsiteY147" fmla="*/ 301284 h 4893730"/>
              <a:gd name="connsiteX148" fmla="*/ 7895079 w 8877359"/>
              <a:gd name="connsiteY148" fmla="*/ 304741 h 4893730"/>
              <a:gd name="connsiteX149" fmla="*/ 7944411 w 8877359"/>
              <a:gd name="connsiteY149" fmla="*/ 354073 h 4893730"/>
              <a:gd name="connsiteX150" fmla="*/ 7235159 w 8877359"/>
              <a:gd name="connsiteY150" fmla="*/ 354073 h 4893730"/>
              <a:gd name="connsiteX151" fmla="*/ 7270041 w 8877359"/>
              <a:gd name="connsiteY151" fmla="*/ 339624 h 4893730"/>
              <a:gd name="connsiteX152" fmla="*/ 7275688 w 8877359"/>
              <a:gd name="connsiteY152" fmla="*/ 332780 h 4893730"/>
              <a:gd name="connsiteX153" fmla="*/ 7281335 w 8877359"/>
              <a:gd name="connsiteY153" fmla="*/ 339624 h 4893730"/>
              <a:gd name="connsiteX154" fmla="*/ 7316218 w 8877359"/>
              <a:gd name="connsiteY154" fmla="*/ 354073 h 4893730"/>
              <a:gd name="connsiteX155" fmla="*/ 7365550 w 8877359"/>
              <a:gd name="connsiteY155" fmla="*/ 304741 h 4893730"/>
              <a:gd name="connsiteX156" fmla="*/ 7365201 w 8877359"/>
              <a:gd name="connsiteY156" fmla="*/ 301284 h 4893730"/>
              <a:gd name="connsiteX157" fmla="*/ 7374139 w 8877359"/>
              <a:gd name="connsiteY157" fmla="*/ 304058 h 4893730"/>
              <a:gd name="connsiteX158" fmla="*/ 7384081 w 8877359"/>
              <a:gd name="connsiteY158" fmla="*/ 305060 h 4893730"/>
              <a:gd name="connsiteX159" fmla="*/ 7433413 w 8877359"/>
              <a:gd name="connsiteY159" fmla="*/ 255729 h 4893730"/>
              <a:gd name="connsiteX160" fmla="*/ 7424988 w 8877359"/>
              <a:gd name="connsiteY160" fmla="*/ 228147 h 4893730"/>
              <a:gd name="connsiteX161" fmla="*/ 7421721 w 8877359"/>
              <a:gd name="connsiteY161" fmla="*/ 224187 h 4893730"/>
              <a:gd name="connsiteX162" fmla="*/ 7428733 w 8877359"/>
              <a:gd name="connsiteY162" fmla="*/ 222010 h 4893730"/>
              <a:gd name="connsiteX163" fmla="*/ 7458862 w 8877359"/>
              <a:gd name="connsiteY163" fmla="*/ 176555 h 4893730"/>
              <a:gd name="connsiteX164" fmla="*/ 7428733 w 8877359"/>
              <a:gd name="connsiteY164" fmla="*/ 131100 h 4893730"/>
              <a:gd name="connsiteX165" fmla="*/ 7422353 w 8877359"/>
              <a:gd name="connsiteY165" fmla="*/ 129120 h 4893730"/>
              <a:gd name="connsiteX166" fmla="*/ 7424988 w 8877359"/>
              <a:gd name="connsiteY166" fmla="*/ 125926 h 4893730"/>
              <a:gd name="connsiteX167" fmla="*/ 7433413 w 8877359"/>
              <a:gd name="connsiteY167" fmla="*/ 98344 h 4893730"/>
              <a:gd name="connsiteX168" fmla="*/ 7384081 w 8877359"/>
              <a:gd name="connsiteY168" fmla="*/ 49012 h 4893730"/>
              <a:gd name="connsiteX169" fmla="*/ 7369412 w 8877359"/>
              <a:gd name="connsiteY169" fmla="*/ 51230 h 4893730"/>
              <a:gd name="connsiteX170" fmla="*/ 7365152 w 8877359"/>
              <a:gd name="connsiteY170" fmla="*/ 53278 h 4893730"/>
              <a:gd name="connsiteX171" fmla="*/ 7365550 w 8877359"/>
              <a:gd name="connsiteY171" fmla="*/ 49331 h 4893730"/>
              <a:gd name="connsiteX172" fmla="*/ 7316218 w 8877359"/>
              <a:gd name="connsiteY172" fmla="*/ 0 h 4893730"/>
              <a:gd name="connsiteX173" fmla="*/ 7281335 w 8877359"/>
              <a:gd name="connsiteY173" fmla="*/ 14449 h 4893730"/>
              <a:gd name="connsiteX174" fmla="*/ 7275688 w 8877359"/>
              <a:gd name="connsiteY174" fmla="*/ 21293 h 4893730"/>
              <a:gd name="connsiteX175" fmla="*/ 7270042 w 8877359"/>
              <a:gd name="connsiteY175" fmla="*/ 14449 h 4893730"/>
              <a:gd name="connsiteX176" fmla="*/ 7235159 w 8877359"/>
              <a:gd name="connsiteY176" fmla="*/ 0 h 4893730"/>
              <a:gd name="connsiteX177" fmla="*/ 7185827 w 8877359"/>
              <a:gd name="connsiteY177" fmla="*/ 49331 h 4893730"/>
              <a:gd name="connsiteX178" fmla="*/ 7186175 w 8877359"/>
              <a:gd name="connsiteY178" fmla="*/ 52789 h 4893730"/>
              <a:gd name="connsiteX179" fmla="*/ 7177237 w 8877359"/>
              <a:gd name="connsiteY179" fmla="*/ 50014 h 4893730"/>
              <a:gd name="connsiteX180" fmla="*/ 7167295 w 8877359"/>
              <a:gd name="connsiteY180" fmla="*/ 49012 h 4893730"/>
              <a:gd name="connsiteX181" fmla="*/ 7117963 w 8877359"/>
              <a:gd name="connsiteY181" fmla="*/ 98344 h 4893730"/>
              <a:gd name="connsiteX182" fmla="*/ 7126388 w 8877359"/>
              <a:gd name="connsiteY182" fmla="*/ 125926 h 4893730"/>
              <a:gd name="connsiteX183" fmla="*/ 7129024 w 8877359"/>
              <a:gd name="connsiteY183" fmla="*/ 129120 h 4893730"/>
              <a:gd name="connsiteX184" fmla="*/ 7122644 w 8877359"/>
              <a:gd name="connsiteY184" fmla="*/ 131100 h 4893730"/>
              <a:gd name="connsiteX185" fmla="*/ 7092514 w 8877359"/>
              <a:gd name="connsiteY185" fmla="*/ 176555 h 4893730"/>
              <a:gd name="connsiteX186" fmla="*/ 7122644 w 8877359"/>
              <a:gd name="connsiteY186" fmla="*/ 222010 h 4893730"/>
              <a:gd name="connsiteX187" fmla="*/ 7129656 w 8877359"/>
              <a:gd name="connsiteY187" fmla="*/ 224187 h 4893730"/>
              <a:gd name="connsiteX188" fmla="*/ 7126388 w 8877359"/>
              <a:gd name="connsiteY188" fmla="*/ 228147 h 4893730"/>
              <a:gd name="connsiteX189" fmla="*/ 7117963 w 8877359"/>
              <a:gd name="connsiteY189" fmla="*/ 255729 h 4893730"/>
              <a:gd name="connsiteX190" fmla="*/ 7167295 w 8877359"/>
              <a:gd name="connsiteY190" fmla="*/ 305060 h 4893730"/>
              <a:gd name="connsiteX191" fmla="*/ 7177237 w 8877359"/>
              <a:gd name="connsiteY191" fmla="*/ 304058 h 4893730"/>
              <a:gd name="connsiteX192" fmla="*/ 7186175 w 8877359"/>
              <a:gd name="connsiteY192" fmla="*/ 301284 h 4893730"/>
              <a:gd name="connsiteX193" fmla="*/ 7185827 w 8877359"/>
              <a:gd name="connsiteY193" fmla="*/ 304741 h 4893730"/>
              <a:gd name="connsiteX194" fmla="*/ 7235159 w 8877359"/>
              <a:gd name="connsiteY194" fmla="*/ 354073 h 4893730"/>
              <a:gd name="connsiteX195" fmla="*/ 6525907 w 8877359"/>
              <a:gd name="connsiteY195" fmla="*/ 354073 h 4893730"/>
              <a:gd name="connsiteX196" fmla="*/ 6560789 w 8877359"/>
              <a:gd name="connsiteY196" fmla="*/ 339624 h 4893730"/>
              <a:gd name="connsiteX197" fmla="*/ 6566436 w 8877359"/>
              <a:gd name="connsiteY197" fmla="*/ 332780 h 4893730"/>
              <a:gd name="connsiteX198" fmla="*/ 6572083 w 8877359"/>
              <a:gd name="connsiteY198" fmla="*/ 339624 h 4893730"/>
              <a:gd name="connsiteX199" fmla="*/ 6606966 w 8877359"/>
              <a:gd name="connsiteY199" fmla="*/ 354073 h 4893730"/>
              <a:gd name="connsiteX200" fmla="*/ 6656298 w 8877359"/>
              <a:gd name="connsiteY200" fmla="*/ 304741 h 4893730"/>
              <a:gd name="connsiteX201" fmla="*/ 6655949 w 8877359"/>
              <a:gd name="connsiteY201" fmla="*/ 301284 h 4893730"/>
              <a:gd name="connsiteX202" fmla="*/ 6664887 w 8877359"/>
              <a:gd name="connsiteY202" fmla="*/ 304058 h 4893730"/>
              <a:gd name="connsiteX203" fmla="*/ 6674829 w 8877359"/>
              <a:gd name="connsiteY203" fmla="*/ 305060 h 4893730"/>
              <a:gd name="connsiteX204" fmla="*/ 6724161 w 8877359"/>
              <a:gd name="connsiteY204" fmla="*/ 255729 h 4893730"/>
              <a:gd name="connsiteX205" fmla="*/ 6715736 w 8877359"/>
              <a:gd name="connsiteY205" fmla="*/ 228147 h 4893730"/>
              <a:gd name="connsiteX206" fmla="*/ 6712469 w 8877359"/>
              <a:gd name="connsiteY206" fmla="*/ 224187 h 4893730"/>
              <a:gd name="connsiteX207" fmla="*/ 6719481 w 8877359"/>
              <a:gd name="connsiteY207" fmla="*/ 222010 h 4893730"/>
              <a:gd name="connsiteX208" fmla="*/ 6749610 w 8877359"/>
              <a:gd name="connsiteY208" fmla="*/ 176555 h 4893730"/>
              <a:gd name="connsiteX209" fmla="*/ 6719481 w 8877359"/>
              <a:gd name="connsiteY209" fmla="*/ 131100 h 4893730"/>
              <a:gd name="connsiteX210" fmla="*/ 6713101 w 8877359"/>
              <a:gd name="connsiteY210" fmla="*/ 129120 h 4893730"/>
              <a:gd name="connsiteX211" fmla="*/ 6715736 w 8877359"/>
              <a:gd name="connsiteY211" fmla="*/ 125926 h 4893730"/>
              <a:gd name="connsiteX212" fmla="*/ 6724161 w 8877359"/>
              <a:gd name="connsiteY212" fmla="*/ 98344 h 4893730"/>
              <a:gd name="connsiteX213" fmla="*/ 6674829 w 8877359"/>
              <a:gd name="connsiteY213" fmla="*/ 49012 h 4893730"/>
              <a:gd name="connsiteX214" fmla="*/ 6660160 w 8877359"/>
              <a:gd name="connsiteY214" fmla="*/ 51230 h 4893730"/>
              <a:gd name="connsiteX215" fmla="*/ 6655900 w 8877359"/>
              <a:gd name="connsiteY215" fmla="*/ 53278 h 4893730"/>
              <a:gd name="connsiteX216" fmla="*/ 6656298 w 8877359"/>
              <a:gd name="connsiteY216" fmla="*/ 49331 h 4893730"/>
              <a:gd name="connsiteX217" fmla="*/ 6606966 w 8877359"/>
              <a:gd name="connsiteY217" fmla="*/ 0 h 4893730"/>
              <a:gd name="connsiteX218" fmla="*/ 6572083 w 8877359"/>
              <a:gd name="connsiteY218" fmla="*/ 14449 h 4893730"/>
              <a:gd name="connsiteX219" fmla="*/ 6566436 w 8877359"/>
              <a:gd name="connsiteY219" fmla="*/ 21293 h 4893730"/>
              <a:gd name="connsiteX220" fmla="*/ 6560790 w 8877359"/>
              <a:gd name="connsiteY220" fmla="*/ 14449 h 4893730"/>
              <a:gd name="connsiteX221" fmla="*/ 6525907 w 8877359"/>
              <a:gd name="connsiteY221" fmla="*/ 0 h 4893730"/>
              <a:gd name="connsiteX222" fmla="*/ 6476575 w 8877359"/>
              <a:gd name="connsiteY222" fmla="*/ 49331 h 4893730"/>
              <a:gd name="connsiteX223" fmla="*/ 6476923 w 8877359"/>
              <a:gd name="connsiteY223" fmla="*/ 52789 h 4893730"/>
              <a:gd name="connsiteX224" fmla="*/ 6467985 w 8877359"/>
              <a:gd name="connsiteY224" fmla="*/ 50014 h 4893730"/>
              <a:gd name="connsiteX225" fmla="*/ 6458043 w 8877359"/>
              <a:gd name="connsiteY225" fmla="*/ 49012 h 4893730"/>
              <a:gd name="connsiteX226" fmla="*/ 6408711 w 8877359"/>
              <a:gd name="connsiteY226" fmla="*/ 98344 h 4893730"/>
              <a:gd name="connsiteX227" fmla="*/ 6417136 w 8877359"/>
              <a:gd name="connsiteY227" fmla="*/ 125926 h 4893730"/>
              <a:gd name="connsiteX228" fmla="*/ 6419772 w 8877359"/>
              <a:gd name="connsiteY228" fmla="*/ 129120 h 4893730"/>
              <a:gd name="connsiteX229" fmla="*/ 6413392 w 8877359"/>
              <a:gd name="connsiteY229" fmla="*/ 131100 h 4893730"/>
              <a:gd name="connsiteX230" fmla="*/ 6383262 w 8877359"/>
              <a:gd name="connsiteY230" fmla="*/ 176555 h 4893730"/>
              <a:gd name="connsiteX231" fmla="*/ 6413392 w 8877359"/>
              <a:gd name="connsiteY231" fmla="*/ 222010 h 4893730"/>
              <a:gd name="connsiteX232" fmla="*/ 6420404 w 8877359"/>
              <a:gd name="connsiteY232" fmla="*/ 224187 h 4893730"/>
              <a:gd name="connsiteX233" fmla="*/ 6417136 w 8877359"/>
              <a:gd name="connsiteY233" fmla="*/ 228147 h 4893730"/>
              <a:gd name="connsiteX234" fmla="*/ 6408711 w 8877359"/>
              <a:gd name="connsiteY234" fmla="*/ 255729 h 4893730"/>
              <a:gd name="connsiteX235" fmla="*/ 6458043 w 8877359"/>
              <a:gd name="connsiteY235" fmla="*/ 305060 h 4893730"/>
              <a:gd name="connsiteX236" fmla="*/ 6467985 w 8877359"/>
              <a:gd name="connsiteY236" fmla="*/ 304058 h 4893730"/>
              <a:gd name="connsiteX237" fmla="*/ 6476923 w 8877359"/>
              <a:gd name="connsiteY237" fmla="*/ 301284 h 4893730"/>
              <a:gd name="connsiteX238" fmla="*/ 6476575 w 8877359"/>
              <a:gd name="connsiteY238" fmla="*/ 304741 h 4893730"/>
              <a:gd name="connsiteX239" fmla="*/ 6525907 w 8877359"/>
              <a:gd name="connsiteY239" fmla="*/ 354073 h 4893730"/>
              <a:gd name="connsiteX240" fmla="*/ 5816655 w 8877359"/>
              <a:gd name="connsiteY240" fmla="*/ 354073 h 4893730"/>
              <a:gd name="connsiteX241" fmla="*/ 5851537 w 8877359"/>
              <a:gd name="connsiteY241" fmla="*/ 339624 h 4893730"/>
              <a:gd name="connsiteX242" fmla="*/ 5857184 w 8877359"/>
              <a:gd name="connsiteY242" fmla="*/ 332780 h 4893730"/>
              <a:gd name="connsiteX243" fmla="*/ 5862831 w 8877359"/>
              <a:gd name="connsiteY243" fmla="*/ 339624 h 4893730"/>
              <a:gd name="connsiteX244" fmla="*/ 5897714 w 8877359"/>
              <a:gd name="connsiteY244" fmla="*/ 354073 h 4893730"/>
              <a:gd name="connsiteX245" fmla="*/ 5947046 w 8877359"/>
              <a:gd name="connsiteY245" fmla="*/ 304741 h 4893730"/>
              <a:gd name="connsiteX246" fmla="*/ 5946697 w 8877359"/>
              <a:gd name="connsiteY246" fmla="*/ 301284 h 4893730"/>
              <a:gd name="connsiteX247" fmla="*/ 5955635 w 8877359"/>
              <a:gd name="connsiteY247" fmla="*/ 304058 h 4893730"/>
              <a:gd name="connsiteX248" fmla="*/ 5965577 w 8877359"/>
              <a:gd name="connsiteY248" fmla="*/ 305060 h 4893730"/>
              <a:gd name="connsiteX249" fmla="*/ 6014909 w 8877359"/>
              <a:gd name="connsiteY249" fmla="*/ 255729 h 4893730"/>
              <a:gd name="connsiteX250" fmla="*/ 6006484 w 8877359"/>
              <a:gd name="connsiteY250" fmla="*/ 228147 h 4893730"/>
              <a:gd name="connsiteX251" fmla="*/ 6003217 w 8877359"/>
              <a:gd name="connsiteY251" fmla="*/ 224187 h 4893730"/>
              <a:gd name="connsiteX252" fmla="*/ 6010229 w 8877359"/>
              <a:gd name="connsiteY252" fmla="*/ 222010 h 4893730"/>
              <a:gd name="connsiteX253" fmla="*/ 6040358 w 8877359"/>
              <a:gd name="connsiteY253" fmla="*/ 176555 h 4893730"/>
              <a:gd name="connsiteX254" fmla="*/ 6010229 w 8877359"/>
              <a:gd name="connsiteY254" fmla="*/ 131100 h 4893730"/>
              <a:gd name="connsiteX255" fmla="*/ 6003849 w 8877359"/>
              <a:gd name="connsiteY255" fmla="*/ 129120 h 4893730"/>
              <a:gd name="connsiteX256" fmla="*/ 6006484 w 8877359"/>
              <a:gd name="connsiteY256" fmla="*/ 125926 h 4893730"/>
              <a:gd name="connsiteX257" fmla="*/ 6014909 w 8877359"/>
              <a:gd name="connsiteY257" fmla="*/ 98344 h 4893730"/>
              <a:gd name="connsiteX258" fmla="*/ 5965577 w 8877359"/>
              <a:gd name="connsiteY258" fmla="*/ 49012 h 4893730"/>
              <a:gd name="connsiteX259" fmla="*/ 5950908 w 8877359"/>
              <a:gd name="connsiteY259" fmla="*/ 51230 h 4893730"/>
              <a:gd name="connsiteX260" fmla="*/ 5946648 w 8877359"/>
              <a:gd name="connsiteY260" fmla="*/ 53278 h 4893730"/>
              <a:gd name="connsiteX261" fmla="*/ 5947046 w 8877359"/>
              <a:gd name="connsiteY261" fmla="*/ 49331 h 4893730"/>
              <a:gd name="connsiteX262" fmla="*/ 5897714 w 8877359"/>
              <a:gd name="connsiteY262" fmla="*/ 0 h 4893730"/>
              <a:gd name="connsiteX263" fmla="*/ 5862831 w 8877359"/>
              <a:gd name="connsiteY263" fmla="*/ 14449 h 4893730"/>
              <a:gd name="connsiteX264" fmla="*/ 5857184 w 8877359"/>
              <a:gd name="connsiteY264" fmla="*/ 21293 h 4893730"/>
              <a:gd name="connsiteX265" fmla="*/ 5851538 w 8877359"/>
              <a:gd name="connsiteY265" fmla="*/ 14449 h 4893730"/>
              <a:gd name="connsiteX266" fmla="*/ 5816655 w 8877359"/>
              <a:gd name="connsiteY266" fmla="*/ 0 h 4893730"/>
              <a:gd name="connsiteX267" fmla="*/ 5767323 w 8877359"/>
              <a:gd name="connsiteY267" fmla="*/ 49331 h 4893730"/>
              <a:gd name="connsiteX268" fmla="*/ 5767671 w 8877359"/>
              <a:gd name="connsiteY268" fmla="*/ 52789 h 4893730"/>
              <a:gd name="connsiteX269" fmla="*/ 5758733 w 8877359"/>
              <a:gd name="connsiteY269" fmla="*/ 50014 h 4893730"/>
              <a:gd name="connsiteX270" fmla="*/ 5748791 w 8877359"/>
              <a:gd name="connsiteY270" fmla="*/ 49012 h 4893730"/>
              <a:gd name="connsiteX271" fmla="*/ 5699459 w 8877359"/>
              <a:gd name="connsiteY271" fmla="*/ 98344 h 4893730"/>
              <a:gd name="connsiteX272" fmla="*/ 5707884 w 8877359"/>
              <a:gd name="connsiteY272" fmla="*/ 125926 h 4893730"/>
              <a:gd name="connsiteX273" fmla="*/ 5710520 w 8877359"/>
              <a:gd name="connsiteY273" fmla="*/ 129120 h 4893730"/>
              <a:gd name="connsiteX274" fmla="*/ 5704140 w 8877359"/>
              <a:gd name="connsiteY274" fmla="*/ 131100 h 4893730"/>
              <a:gd name="connsiteX275" fmla="*/ 5674010 w 8877359"/>
              <a:gd name="connsiteY275" fmla="*/ 176555 h 4893730"/>
              <a:gd name="connsiteX276" fmla="*/ 5704140 w 8877359"/>
              <a:gd name="connsiteY276" fmla="*/ 222010 h 4893730"/>
              <a:gd name="connsiteX277" fmla="*/ 5711152 w 8877359"/>
              <a:gd name="connsiteY277" fmla="*/ 224187 h 4893730"/>
              <a:gd name="connsiteX278" fmla="*/ 5707884 w 8877359"/>
              <a:gd name="connsiteY278" fmla="*/ 228147 h 4893730"/>
              <a:gd name="connsiteX279" fmla="*/ 5699459 w 8877359"/>
              <a:gd name="connsiteY279" fmla="*/ 255729 h 4893730"/>
              <a:gd name="connsiteX280" fmla="*/ 5748791 w 8877359"/>
              <a:gd name="connsiteY280" fmla="*/ 305060 h 4893730"/>
              <a:gd name="connsiteX281" fmla="*/ 5758733 w 8877359"/>
              <a:gd name="connsiteY281" fmla="*/ 304058 h 4893730"/>
              <a:gd name="connsiteX282" fmla="*/ 5767671 w 8877359"/>
              <a:gd name="connsiteY282" fmla="*/ 301284 h 4893730"/>
              <a:gd name="connsiteX283" fmla="*/ 5767323 w 8877359"/>
              <a:gd name="connsiteY283" fmla="*/ 304741 h 4893730"/>
              <a:gd name="connsiteX284" fmla="*/ 5816655 w 8877359"/>
              <a:gd name="connsiteY284" fmla="*/ 354073 h 4893730"/>
              <a:gd name="connsiteX285" fmla="*/ 5107403 w 8877359"/>
              <a:gd name="connsiteY285" fmla="*/ 354073 h 4893730"/>
              <a:gd name="connsiteX286" fmla="*/ 5142285 w 8877359"/>
              <a:gd name="connsiteY286" fmla="*/ 339624 h 4893730"/>
              <a:gd name="connsiteX287" fmla="*/ 5147932 w 8877359"/>
              <a:gd name="connsiteY287" fmla="*/ 332780 h 4893730"/>
              <a:gd name="connsiteX288" fmla="*/ 5153579 w 8877359"/>
              <a:gd name="connsiteY288" fmla="*/ 339624 h 4893730"/>
              <a:gd name="connsiteX289" fmla="*/ 5188462 w 8877359"/>
              <a:gd name="connsiteY289" fmla="*/ 354073 h 4893730"/>
              <a:gd name="connsiteX290" fmla="*/ 5237794 w 8877359"/>
              <a:gd name="connsiteY290" fmla="*/ 304741 h 4893730"/>
              <a:gd name="connsiteX291" fmla="*/ 5237445 w 8877359"/>
              <a:gd name="connsiteY291" fmla="*/ 301284 h 4893730"/>
              <a:gd name="connsiteX292" fmla="*/ 5246383 w 8877359"/>
              <a:gd name="connsiteY292" fmla="*/ 304058 h 4893730"/>
              <a:gd name="connsiteX293" fmla="*/ 5256325 w 8877359"/>
              <a:gd name="connsiteY293" fmla="*/ 305060 h 4893730"/>
              <a:gd name="connsiteX294" fmla="*/ 5305657 w 8877359"/>
              <a:gd name="connsiteY294" fmla="*/ 255729 h 4893730"/>
              <a:gd name="connsiteX295" fmla="*/ 5297232 w 8877359"/>
              <a:gd name="connsiteY295" fmla="*/ 228147 h 4893730"/>
              <a:gd name="connsiteX296" fmla="*/ 5293965 w 8877359"/>
              <a:gd name="connsiteY296" fmla="*/ 224187 h 4893730"/>
              <a:gd name="connsiteX297" fmla="*/ 5300977 w 8877359"/>
              <a:gd name="connsiteY297" fmla="*/ 222010 h 4893730"/>
              <a:gd name="connsiteX298" fmla="*/ 5331106 w 8877359"/>
              <a:gd name="connsiteY298" fmla="*/ 176555 h 4893730"/>
              <a:gd name="connsiteX299" fmla="*/ 5300977 w 8877359"/>
              <a:gd name="connsiteY299" fmla="*/ 131100 h 4893730"/>
              <a:gd name="connsiteX300" fmla="*/ 5294597 w 8877359"/>
              <a:gd name="connsiteY300" fmla="*/ 129120 h 4893730"/>
              <a:gd name="connsiteX301" fmla="*/ 5297232 w 8877359"/>
              <a:gd name="connsiteY301" fmla="*/ 125926 h 4893730"/>
              <a:gd name="connsiteX302" fmla="*/ 5305657 w 8877359"/>
              <a:gd name="connsiteY302" fmla="*/ 98344 h 4893730"/>
              <a:gd name="connsiteX303" fmla="*/ 5256325 w 8877359"/>
              <a:gd name="connsiteY303" fmla="*/ 49012 h 4893730"/>
              <a:gd name="connsiteX304" fmla="*/ 5241656 w 8877359"/>
              <a:gd name="connsiteY304" fmla="*/ 51230 h 4893730"/>
              <a:gd name="connsiteX305" fmla="*/ 5237396 w 8877359"/>
              <a:gd name="connsiteY305" fmla="*/ 53278 h 4893730"/>
              <a:gd name="connsiteX306" fmla="*/ 5237794 w 8877359"/>
              <a:gd name="connsiteY306" fmla="*/ 49331 h 4893730"/>
              <a:gd name="connsiteX307" fmla="*/ 5188462 w 8877359"/>
              <a:gd name="connsiteY307" fmla="*/ 0 h 4893730"/>
              <a:gd name="connsiteX308" fmla="*/ 5153579 w 8877359"/>
              <a:gd name="connsiteY308" fmla="*/ 14449 h 4893730"/>
              <a:gd name="connsiteX309" fmla="*/ 5147932 w 8877359"/>
              <a:gd name="connsiteY309" fmla="*/ 21293 h 4893730"/>
              <a:gd name="connsiteX310" fmla="*/ 5142286 w 8877359"/>
              <a:gd name="connsiteY310" fmla="*/ 14449 h 4893730"/>
              <a:gd name="connsiteX311" fmla="*/ 5107403 w 8877359"/>
              <a:gd name="connsiteY311" fmla="*/ 0 h 4893730"/>
              <a:gd name="connsiteX312" fmla="*/ 5058071 w 8877359"/>
              <a:gd name="connsiteY312" fmla="*/ 49331 h 4893730"/>
              <a:gd name="connsiteX313" fmla="*/ 5058419 w 8877359"/>
              <a:gd name="connsiteY313" fmla="*/ 52789 h 4893730"/>
              <a:gd name="connsiteX314" fmla="*/ 5049481 w 8877359"/>
              <a:gd name="connsiteY314" fmla="*/ 50014 h 4893730"/>
              <a:gd name="connsiteX315" fmla="*/ 5039539 w 8877359"/>
              <a:gd name="connsiteY315" fmla="*/ 49012 h 4893730"/>
              <a:gd name="connsiteX316" fmla="*/ 4990207 w 8877359"/>
              <a:gd name="connsiteY316" fmla="*/ 98344 h 4893730"/>
              <a:gd name="connsiteX317" fmla="*/ 4998632 w 8877359"/>
              <a:gd name="connsiteY317" fmla="*/ 125926 h 4893730"/>
              <a:gd name="connsiteX318" fmla="*/ 5001268 w 8877359"/>
              <a:gd name="connsiteY318" fmla="*/ 129120 h 4893730"/>
              <a:gd name="connsiteX319" fmla="*/ 4994888 w 8877359"/>
              <a:gd name="connsiteY319" fmla="*/ 131100 h 4893730"/>
              <a:gd name="connsiteX320" fmla="*/ 4964758 w 8877359"/>
              <a:gd name="connsiteY320" fmla="*/ 176555 h 4893730"/>
              <a:gd name="connsiteX321" fmla="*/ 4994888 w 8877359"/>
              <a:gd name="connsiteY321" fmla="*/ 222010 h 4893730"/>
              <a:gd name="connsiteX322" fmla="*/ 5001900 w 8877359"/>
              <a:gd name="connsiteY322" fmla="*/ 224187 h 4893730"/>
              <a:gd name="connsiteX323" fmla="*/ 4998632 w 8877359"/>
              <a:gd name="connsiteY323" fmla="*/ 228147 h 4893730"/>
              <a:gd name="connsiteX324" fmla="*/ 4990207 w 8877359"/>
              <a:gd name="connsiteY324" fmla="*/ 255729 h 4893730"/>
              <a:gd name="connsiteX325" fmla="*/ 5039539 w 8877359"/>
              <a:gd name="connsiteY325" fmla="*/ 305060 h 4893730"/>
              <a:gd name="connsiteX326" fmla="*/ 5049481 w 8877359"/>
              <a:gd name="connsiteY326" fmla="*/ 304058 h 4893730"/>
              <a:gd name="connsiteX327" fmla="*/ 5058419 w 8877359"/>
              <a:gd name="connsiteY327" fmla="*/ 301284 h 4893730"/>
              <a:gd name="connsiteX328" fmla="*/ 5058071 w 8877359"/>
              <a:gd name="connsiteY328" fmla="*/ 304741 h 4893730"/>
              <a:gd name="connsiteX329" fmla="*/ 5107403 w 8877359"/>
              <a:gd name="connsiteY329" fmla="*/ 354073 h 4893730"/>
              <a:gd name="connsiteX330" fmla="*/ 4398151 w 8877359"/>
              <a:gd name="connsiteY330" fmla="*/ 354073 h 4893730"/>
              <a:gd name="connsiteX331" fmla="*/ 4433033 w 8877359"/>
              <a:gd name="connsiteY331" fmla="*/ 339624 h 4893730"/>
              <a:gd name="connsiteX332" fmla="*/ 4438680 w 8877359"/>
              <a:gd name="connsiteY332" fmla="*/ 332780 h 4893730"/>
              <a:gd name="connsiteX333" fmla="*/ 4444327 w 8877359"/>
              <a:gd name="connsiteY333" fmla="*/ 339624 h 4893730"/>
              <a:gd name="connsiteX334" fmla="*/ 4479210 w 8877359"/>
              <a:gd name="connsiteY334" fmla="*/ 354073 h 4893730"/>
              <a:gd name="connsiteX335" fmla="*/ 4528542 w 8877359"/>
              <a:gd name="connsiteY335" fmla="*/ 304741 h 4893730"/>
              <a:gd name="connsiteX336" fmla="*/ 4528193 w 8877359"/>
              <a:gd name="connsiteY336" fmla="*/ 301284 h 4893730"/>
              <a:gd name="connsiteX337" fmla="*/ 4537131 w 8877359"/>
              <a:gd name="connsiteY337" fmla="*/ 304058 h 4893730"/>
              <a:gd name="connsiteX338" fmla="*/ 4547073 w 8877359"/>
              <a:gd name="connsiteY338" fmla="*/ 305060 h 4893730"/>
              <a:gd name="connsiteX339" fmla="*/ 4596405 w 8877359"/>
              <a:gd name="connsiteY339" fmla="*/ 255729 h 4893730"/>
              <a:gd name="connsiteX340" fmla="*/ 4587980 w 8877359"/>
              <a:gd name="connsiteY340" fmla="*/ 228147 h 4893730"/>
              <a:gd name="connsiteX341" fmla="*/ 4584713 w 8877359"/>
              <a:gd name="connsiteY341" fmla="*/ 224187 h 4893730"/>
              <a:gd name="connsiteX342" fmla="*/ 4591725 w 8877359"/>
              <a:gd name="connsiteY342" fmla="*/ 222010 h 4893730"/>
              <a:gd name="connsiteX343" fmla="*/ 4621854 w 8877359"/>
              <a:gd name="connsiteY343" fmla="*/ 176555 h 4893730"/>
              <a:gd name="connsiteX344" fmla="*/ 4591725 w 8877359"/>
              <a:gd name="connsiteY344" fmla="*/ 131100 h 4893730"/>
              <a:gd name="connsiteX345" fmla="*/ 4585345 w 8877359"/>
              <a:gd name="connsiteY345" fmla="*/ 129120 h 4893730"/>
              <a:gd name="connsiteX346" fmla="*/ 4587980 w 8877359"/>
              <a:gd name="connsiteY346" fmla="*/ 125926 h 4893730"/>
              <a:gd name="connsiteX347" fmla="*/ 4596405 w 8877359"/>
              <a:gd name="connsiteY347" fmla="*/ 98344 h 4893730"/>
              <a:gd name="connsiteX348" fmla="*/ 4547073 w 8877359"/>
              <a:gd name="connsiteY348" fmla="*/ 49012 h 4893730"/>
              <a:gd name="connsiteX349" fmla="*/ 4532404 w 8877359"/>
              <a:gd name="connsiteY349" fmla="*/ 51230 h 4893730"/>
              <a:gd name="connsiteX350" fmla="*/ 4528144 w 8877359"/>
              <a:gd name="connsiteY350" fmla="*/ 53278 h 4893730"/>
              <a:gd name="connsiteX351" fmla="*/ 4528542 w 8877359"/>
              <a:gd name="connsiteY351" fmla="*/ 49331 h 4893730"/>
              <a:gd name="connsiteX352" fmla="*/ 4479210 w 8877359"/>
              <a:gd name="connsiteY352" fmla="*/ 0 h 4893730"/>
              <a:gd name="connsiteX353" fmla="*/ 4444327 w 8877359"/>
              <a:gd name="connsiteY353" fmla="*/ 14449 h 4893730"/>
              <a:gd name="connsiteX354" fmla="*/ 4438680 w 8877359"/>
              <a:gd name="connsiteY354" fmla="*/ 21293 h 4893730"/>
              <a:gd name="connsiteX355" fmla="*/ 4433034 w 8877359"/>
              <a:gd name="connsiteY355" fmla="*/ 14449 h 4893730"/>
              <a:gd name="connsiteX356" fmla="*/ 4398151 w 8877359"/>
              <a:gd name="connsiteY356" fmla="*/ 0 h 4893730"/>
              <a:gd name="connsiteX357" fmla="*/ 4348819 w 8877359"/>
              <a:gd name="connsiteY357" fmla="*/ 49331 h 4893730"/>
              <a:gd name="connsiteX358" fmla="*/ 4349167 w 8877359"/>
              <a:gd name="connsiteY358" fmla="*/ 52789 h 4893730"/>
              <a:gd name="connsiteX359" fmla="*/ 4340229 w 8877359"/>
              <a:gd name="connsiteY359" fmla="*/ 50014 h 4893730"/>
              <a:gd name="connsiteX360" fmla="*/ 4330287 w 8877359"/>
              <a:gd name="connsiteY360" fmla="*/ 49012 h 4893730"/>
              <a:gd name="connsiteX361" fmla="*/ 4280955 w 8877359"/>
              <a:gd name="connsiteY361" fmla="*/ 98344 h 4893730"/>
              <a:gd name="connsiteX362" fmla="*/ 4289380 w 8877359"/>
              <a:gd name="connsiteY362" fmla="*/ 125926 h 4893730"/>
              <a:gd name="connsiteX363" fmla="*/ 4292016 w 8877359"/>
              <a:gd name="connsiteY363" fmla="*/ 129120 h 4893730"/>
              <a:gd name="connsiteX364" fmla="*/ 4285636 w 8877359"/>
              <a:gd name="connsiteY364" fmla="*/ 131100 h 4893730"/>
              <a:gd name="connsiteX365" fmla="*/ 4255506 w 8877359"/>
              <a:gd name="connsiteY365" fmla="*/ 176555 h 4893730"/>
              <a:gd name="connsiteX366" fmla="*/ 4285636 w 8877359"/>
              <a:gd name="connsiteY366" fmla="*/ 222010 h 4893730"/>
              <a:gd name="connsiteX367" fmla="*/ 4292648 w 8877359"/>
              <a:gd name="connsiteY367" fmla="*/ 224187 h 4893730"/>
              <a:gd name="connsiteX368" fmla="*/ 4289380 w 8877359"/>
              <a:gd name="connsiteY368" fmla="*/ 228147 h 4893730"/>
              <a:gd name="connsiteX369" fmla="*/ 4280955 w 8877359"/>
              <a:gd name="connsiteY369" fmla="*/ 255729 h 4893730"/>
              <a:gd name="connsiteX370" fmla="*/ 4330287 w 8877359"/>
              <a:gd name="connsiteY370" fmla="*/ 305060 h 4893730"/>
              <a:gd name="connsiteX371" fmla="*/ 4340229 w 8877359"/>
              <a:gd name="connsiteY371" fmla="*/ 304058 h 4893730"/>
              <a:gd name="connsiteX372" fmla="*/ 4349167 w 8877359"/>
              <a:gd name="connsiteY372" fmla="*/ 301284 h 4893730"/>
              <a:gd name="connsiteX373" fmla="*/ 4348819 w 8877359"/>
              <a:gd name="connsiteY373" fmla="*/ 304741 h 4893730"/>
              <a:gd name="connsiteX374" fmla="*/ 4398151 w 8877359"/>
              <a:gd name="connsiteY374" fmla="*/ 354073 h 4893730"/>
              <a:gd name="connsiteX375" fmla="*/ 3688904 w 8877359"/>
              <a:gd name="connsiteY375" fmla="*/ 354073 h 4893730"/>
              <a:gd name="connsiteX376" fmla="*/ 3723787 w 8877359"/>
              <a:gd name="connsiteY376" fmla="*/ 339624 h 4893730"/>
              <a:gd name="connsiteX377" fmla="*/ 3729434 w 8877359"/>
              <a:gd name="connsiteY377" fmla="*/ 332780 h 4893730"/>
              <a:gd name="connsiteX378" fmla="*/ 3735080 w 8877359"/>
              <a:gd name="connsiteY378" fmla="*/ 339624 h 4893730"/>
              <a:gd name="connsiteX379" fmla="*/ 3769963 w 8877359"/>
              <a:gd name="connsiteY379" fmla="*/ 354073 h 4893730"/>
              <a:gd name="connsiteX380" fmla="*/ 3819295 w 8877359"/>
              <a:gd name="connsiteY380" fmla="*/ 304741 h 4893730"/>
              <a:gd name="connsiteX381" fmla="*/ 3818947 w 8877359"/>
              <a:gd name="connsiteY381" fmla="*/ 301284 h 4893730"/>
              <a:gd name="connsiteX382" fmla="*/ 3827885 w 8877359"/>
              <a:gd name="connsiteY382" fmla="*/ 304058 h 4893730"/>
              <a:gd name="connsiteX383" fmla="*/ 3837827 w 8877359"/>
              <a:gd name="connsiteY383" fmla="*/ 305060 h 4893730"/>
              <a:gd name="connsiteX384" fmla="*/ 3887158 w 8877359"/>
              <a:gd name="connsiteY384" fmla="*/ 255729 h 4893730"/>
              <a:gd name="connsiteX385" fmla="*/ 3878733 w 8877359"/>
              <a:gd name="connsiteY385" fmla="*/ 228147 h 4893730"/>
              <a:gd name="connsiteX386" fmla="*/ 3875466 w 8877359"/>
              <a:gd name="connsiteY386" fmla="*/ 224187 h 4893730"/>
              <a:gd name="connsiteX387" fmla="*/ 3882478 w 8877359"/>
              <a:gd name="connsiteY387" fmla="*/ 222010 h 4893730"/>
              <a:gd name="connsiteX388" fmla="*/ 3912607 w 8877359"/>
              <a:gd name="connsiteY388" fmla="*/ 176555 h 4893730"/>
              <a:gd name="connsiteX389" fmla="*/ 3882478 w 8877359"/>
              <a:gd name="connsiteY389" fmla="*/ 131100 h 4893730"/>
              <a:gd name="connsiteX390" fmla="*/ 3876098 w 8877359"/>
              <a:gd name="connsiteY390" fmla="*/ 129120 h 4893730"/>
              <a:gd name="connsiteX391" fmla="*/ 3878733 w 8877359"/>
              <a:gd name="connsiteY391" fmla="*/ 125926 h 4893730"/>
              <a:gd name="connsiteX392" fmla="*/ 3887158 w 8877359"/>
              <a:gd name="connsiteY392" fmla="*/ 98344 h 4893730"/>
              <a:gd name="connsiteX393" fmla="*/ 3837827 w 8877359"/>
              <a:gd name="connsiteY393" fmla="*/ 49012 h 4893730"/>
              <a:gd name="connsiteX394" fmla="*/ 3823157 w 8877359"/>
              <a:gd name="connsiteY394" fmla="*/ 51230 h 4893730"/>
              <a:gd name="connsiteX395" fmla="*/ 3818898 w 8877359"/>
              <a:gd name="connsiteY395" fmla="*/ 53278 h 4893730"/>
              <a:gd name="connsiteX396" fmla="*/ 3819295 w 8877359"/>
              <a:gd name="connsiteY396" fmla="*/ 49331 h 4893730"/>
              <a:gd name="connsiteX397" fmla="*/ 3769963 w 8877359"/>
              <a:gd name="connsiteY397" fmla="*/ 0 h 4893730"/>
              <a:gd name="connsiteX398" fmla="*/ 3735080 w 8877359"/>
              <a:gd name="connsiteY398" fmla="*/ 14449 h 4893730"/>
              <a:gd name="connsiteX399" fmla="*/ 3729434 w 8877359"/>
              <a:gd name="connsiteY399" fmla="*/ 21293 h 4893730"/>
              <a:gd name="connsiteX400" fmla="*/ 3723787 w 8877359"/>
              <a:gd name="connsiteY400" fmla="*/ 14449 h 4893730"/>
              <a:gd name="connsiteX401" fmla="*/ 3688904 w 8877359"/>
              <a:gd name="connsiteY401" fmla="*/ 0 h 4893730"/>
              <a:gd name="connsiteX402" fmla="*/ 3639572 w 8877359"/>
              <a:gd name="connsiteY402" fmla="*/ 49331 h 4893730"/>
              <a:gd name="connsiteX403" fmla="*/ 3639921 w 8877359"/>
              <a:gd name="connsiteY403" fmla="*/ 52789 h 4893730"/>
              <a:gd name="connsiteX404" fmla="*/ 3630983 w 8877359"/>
              <a:gd name="connsiteY404" fmla="*/ 50014 h 4893730"/>
              <a:gd name="connsiteX405" fmla="*/ 3621040 w 8877359"/>
              <a:gd name="connsiteY405" fmla="*/ 49012 h 4893730"/>
              <a:gd name="connsiteX406" fmla="*/ 3571709 w 8877359"/>
              <a:gd name="connsiteY406" fmla="*/ 98344 h 4893730"/>
              <a:gd name="connsiteX407" fmla="*/ 3580134 w 8877359"/>
              <a:gd name="connsiteY407" fmla="*/ 125926 h 4893730"/>
              <a:gd name="connsiteX408" fmla="*/ 3582769 w 8877359"/>
              <a:gd name="connsiteY408" fmla="*/ 129120 h 4893730"/>
              <a:gd name="connsiteX409" fmla="*/ 3576390 w 8877359"/>
              <a:gd name="connsiteY409" fmla="*/ 131100 h 4893730"/>
              <a:gd name="connsiteX410" fmla="*/ 3546260 w 8877359"/>
              <a:gd name="connsiteY410" fmla="*/ 176555 h 4893730"/>
              <a:gd name="connsiteX411" fmla="*/ 3576390 w 8877359"/>
              <a:gd name="connsiteY411" fmla="*/ 222010 h 4893730"/>
              <a:gd name="connsiteX412" fmla="*/ 3583402 w 8877359"/>
              <a:gd name="connsiteY412" fmla="*/ 224187 h 4893730"/>
              <a:gd name="connsiteX413" fmla="*/ 3580134 w 8877359"/>
              <a:gd name="connsiteY413" fmla="*/ 228147 h 4893730"/>
              <a:gd name="connsiteX414" fmla="*/ 3571709 w 8877359"/>
              <a:gd name="connsiteY414" fmla="*/ 255729 h 4893730"/>
              <a:gd name="connsiteX415" fmla="*/ 3621040 w 8877359"/>
              <a:gd name="connsiteY415" fmla="*/ 305060 h 4893730"/>
              <a:gd name="connsiteX416" fmla="*/ 3630983 w 8877359"/>
              <a:gd name="connsiteY416" fmla="*/ 304058 h 4893730"/>
              <a:gd name="connsiteX417" fmla="*/ 3639921 w 8877359"/>
              <a:gd name="connsiteY417" fmla="*/ 301284 h 4893730"/>
              <a:gd name="connsiteX418" fmla="*/ 3639572 w 8877359"/>
              <a:gd name="connsiteY418" fmla="*/ 304741 h 4893730"/>
              <a:gd name="connsiteX419" fmla="*/ 3688904 w 8877359"/>
              <a:gd name="connsiteY419" fmla="*/ 354073 h 4893730"/>
              <a:gd name="connsiteX420" fmla="*/ 2979652 w 8877359"/>
              <a:gd name="connsiteY420" fmla="*/ 354073 h 4893730"/>
              <a:gd name="connsiteX421" fmla="*/ 3014535 w 8877359"/>
              <a:gd name="connsiteY421" fmla="*/ 339624 h 4893730"/>
              <a:gd name="connsiteX422" fmla="*/ 3020182 w 8877359"/>
              <a:gd name="connsiteY422" fmla="*/ 332780 h 4893730"/>
              <a:gd name="connsiteX423" fmla="*/ 3025828 w 8877359"/>
              <a:gd name="connsiteY423" fmla="*/ 339624 h 4893730"/>
              <a:gd name="connsiteX424" fmla="*/ 3060710 w 8877359"/>
              <a:gd name="connsiteY424" fmla="*/ 354073 h 4893730"/>
              <a:gd name="connsiteX425" fmla="*/ 3110042 w 8877359"/>
              <a:gd name="connsiteY425" fmla="*/ 304741 h 4893730"/>
              <a:gd name="connsiteX426" fmla="*/ 3109694 w 8877359"/>
              <a:gd name="connsiteY426" fmla="*/ 301284 h 4893730"/>
              <a:gd name="connsiteX427" fmla="*/ 3118633 w 8877359"/>
              <a:gd name="connsiteY427" fmla="*/ 304058 h 4893730"/>
              <a:gd name="connsiteX428" fmla="*/ 3128575 w 8877359"/>
              <a:gd name="connsiteY428" fmla="*/ 305060 h 4893730"/>
              <a:gd name="connsiteX429" fmla="*/ 3177907 w 8877359"/>
              <a:gd name="connsiteY429" fmla="*/ 255729 h 4893730"/>
              <a:gd name="connsiteX430" fmla="*/ 3169481 w 8877359"/>
              <a:gd name="connsiteY430" fmla="*/ 228147 h 4893730"/>
              <a:gd name="connsiteX431" fmla="*/ 3166213 w 8877359"/>
              <a:gd name="connsiteY431" fmla="*/ 224187 h 4893730"/>
              <a:gd name="connsiteX432" fmla="*/ 3173226 w 8877359"/>
              <a:gd name="connsiteY432" fmla="*/ 222010 h 4893730"/>
              <a:gd name="connsiteX433" fmla="*/ 3203353 w 8877359"/>
              <a:gd name="connsiteY433" fmla="*/ 176555 h 4893730"/>
              <a:gd name="connsiteX434" fmla="*/ 3173226 w 8877359"/>
              <a:gd name="connsiteY434" fmla="*/ 131100 h 4893730"/>
              <a:gd name="connsiteX435" fmla="*/ 3166845 w 8877359"/>
              <a:gd name="connsiteY435" fmla="*/ 129120 h 4893730"/>
              <a:gd name="connsiteX436" fmla="*/ 3169481 w 8877359"/>
              <a:gd name="connsiteY436" fmla="*/ 125926 h 4893730"/>
              <a:gd name="connsiteX437" fmla="*/ 3177907 w 8877359"/>
              <a:gd name="connsiteY437" fmla="*/ 98344 h 4893730"/>
              <a:gd name="connsiteX438" fmla="*/ 3128575 w 8877359"/>
              <a:gd name="connsiteY438" fmla="*/ 49012 h 4893730"/>
              <a:gd name="connsiteX439" fmla="*/ 3113904 w 8877359"/>
              <a:gd name="connsiteY439" fmla="*/ 51230 h 4893730"/>
              <a:gd name="connsiteX440" fmla="*/ 3109645 w 8877359"/>
              <a:gd name="connsiteY440" fmla="*/ 53278 h 4893730"/>
              <a:gd name="connsiteX441" fmla="*/ 3110042 w 8877359"/>
              <a:gd name="connsiteY441" fmla="*/ 49331 h 4893730"/>
              <a:gd name="connsiteX442" fmla="*/ 3060712 w 8877359"/>
              <a:gd name="connsiteY442" fmla="*/ 0 h 4893730"/>
              <a:gd name="connsiteX443" fmla="*/ 3025828 w 8877359"/>
              <a:gd name="connsiteY443" fmla="*/ 14449 h 4893730"/>
              <a:gd name="connsiteX444" fmla="*/ 3020182 w 8877359"/>
              <a:gd name="connsiteY444" fmla="*/ 21293 h 4893730"/>
              <a:gd name="connsiteX445" fmla="*/ 3014535 w 8877359"/>
              <a:gd name="connsiteY445" fmla="*/ 14449 h 4893730"/>
              <a:gd name="connsiteX446" fmla="*/ 2979652 w 8877359"/>
              <a:gd name="connsiteY446" fmla="*/ 0 h 4893730"/>
              <a:gd name="connsiteX447" fmla="*/ 2930320 w 8877359"/>
              <a:gd name="connsiteY447" fmla="*/ 49331 h 4893730"/>
              <a:gd name="connsiteX448" fmla="*/ 2930670 w 8877359"/>
              <a:gd name="connsiteY448" fmla="*/ 52789 h 4893730"/>
              <a:gd name="connsiteX449" fmla="*/ 2921731 w 8877359"/>
              <a:gd name="connsiteY449" fmla="*/ 50014 h 4893730"/>
              <a:gd name="connsiteX450" fmla="*/ 2911789 w 8877359"/>
              <a:gd name="connsiteY450" fmla="*/ 49012 h 4893730"/>
              <a:gd name="connsiteX451" fmla="*/ 2862458 w 8877359"/>
              <a:gd name="connsiteY451" fmla="*/ 98344 h 4893730"/>
              <a:gd name="connsiteX452" fmla="*/ 2870883 w 8877359"/>
              <a:gd name="connsiteY452" fmla="*/ 125926 h 4893730"/>
              <a:gd name="connsiteX453" fmla="*/ 2873518 w 8877359"/>
              <a:gd name="connsiteY453" fmla="*/ 129120 h 4893730"/>
              <a:gd name="connsiteX454" fmla="*/ 2867137 w 8877359"/>
              <a:gd name="connsiteY454" fmla="*/ 131100 h 4893730"/>
              <a:gd name="connsiteX455" fmla="*/ 2837009 w 8877359"/>
              <a:gd name="connsiteY455" fmla="*/ 176555 h 4893730"/>
              <a:gd name="connsiteX456" fmla="*/ 2867137 w 8877359"/>
              <a:gd name="connsiteY456" fmla="*/ 222010 h 4893730"/>
              <a:gd name="connsiteX457" fmla="*/ 2874151 w 8877359"/>
              <a:gd name="connsiteY457" fmla="*/ 224187 h 4893730"/>
              <a:gd name="connsiteX458" fmla="*/ 2870883 w 8877359"/>
              <a:gd name="connsiteY458" fmla="*/ 228147 h 4893730"/>
              <a:gd name="connsiteX459" fmla="*/ 2862458 w 8877359"/>
              <a:gd name="connsiteY459" fmla="*/ 255729 h 4893730"/>
              <a:gd name="connsiteX460" fmla="*/ 2911789 w 8877359"/>
              <a:gd name="connsiteY460" fmla="*/ 305060 h 4893730"/>
              <a:gd name="connsiteX461" fmla="*/ 2921731 w 8877359"/>
              <a:gd name="connsiteY461" fmla="*/ 304058 h 4893730"/>
              <a:gd name="connsiteX462" fmla="*/ 2930669 w 8877359"/>
              <a:gd name="connsiteY462" fmla="*/ 301284 h 4893730"/>
              <a:gd name="connsiteX463" fmla="*/ 2930320 w 8877359"/>
              <a:gd name="connsiteY463" fmla="*/ 304741 h 4893730"/>
              <a:gd name="connsiteX464" fmla="*/ 2979652 w 8877359"/>
              <a:gd name="connsiteY464" fmla="*/ 354073 h 4893730"/>
              <a:gd name="connsiteX465" fmla="*/ 2270400 w 8877359"/>
              <a:gd name="connsiteY465" fmla="*/ 354073 h 4893730"/>
              <a:gd name="connsiteX466" fmla="*/ 2305283 w 8877359"/>
              <a:gd name="connsiteY466" fmla="*/ 339624 h 4893730"/>
              <a:gd name="connsiteX467" fmla="*/ 2310930 w 8877359"/>
              <a:gd name="connsiteY467" fmla="*/ 332780 h 4893730"/>
              <a:gd name="connsiteX468" fmla="*/ 2316577 w 8877359"/>
              <a:gd name="connsiteY468" fmla="*/ 339624 h 4893730"/>
              <a:gd name="connsiteX469" fmla="*/ 2351459 w 8877359"/>
              <a:gd name="connsiteY469" fmla="*/ 354073 h 4893730"/>
              <a:gd name="connsiteX470" fmla="*/ 2400792 w 8877359"/>
              <a:gd name="connsiteY470" fmla="*/ 304741 h 4893730"/>
              <a:gd name="connsiteX471" fmla="*/ 2400443 w 8877359"/>
              <a:gd name="connsiteY471" fmla="*/ 301284 h 4893730"/>
              <a:gd name="connsiteX472" fmla="*/ 2409381 w 8877359"/>
              <a:gd name="connsiteY472" fmla="*/ 304058 h 4893730"/>
              <a:gd name="connsiteX473" fmla="*/ 2419323 w 8877359"/>
              <a:gd name="connsiteY473" fmla="*/ 305060 h 4893730"/>
              <a:gd name="connsiteX474" fmla="*/ 2468655 w 8877359"/>
              <a:gd name="connsiteY474" fmla="*/ 255729 h 4893730"/>
              <a:gd name="connsiteX475" fmla="*/ 2460230 w 8877359"/>
              <a:gd name="connsiteY475" fmla="*/ 228147 h 4893730"/>
              <a:gd name="connsiteX476" fmla="*/ 2456962 w 8877359"/>
              <a:gd name="connsiteY476" fmla="*/ 224187 h 4893730"/>
              <a:gd name="connsiteX477" fmla="*/ 2463975 w 8877359"/>
              <a:gd name="connsiteY477" fmla="*/ 222010 h 4893730"/>
              <a:gd name="connsiteX478" fmla="*/ 2494104 w 8877359"/>
              <a:gd name="connsiteY478" fmla="*/ 176555 h 4893730"/>
              <a:gd name="connsiteX479" fmla="*/ 2463975 w 8877359"/>
              <a:gd name="connsiteY479" fmla="*/ 131100 h 4893730"/>
              <a:gd name="connsiteX480" fmla="*/ 2457594 w 8877359"/>
              <a:gd name="connsiteY480" fmla="*/ 129120 h 4893730"/>
              <a:gd name="connsiteX481" fmla="*/ 2460230 w 8877359"/>
              <a:gd name="connsiteY481" fmla="*/ 125926 h 4893730"/>
              <a:gd name="connsiteX482" fmla="*/ 2468655 w 8877359"/>
              <a:gd name="connsiteY482" fmla="*/ 98344 h 4893730"/>
              <a:gd name="connsiteX483" fmla="*/ 2419323 w 8877359"/>
              <a:gd name="connsiteY483" fmla="*/ 49012 h 4893730"/>
              <a:gd name="connsiteX484" fmla="*/ 2404654 w 8877359"/>
              <a:gd name="connsiteY484" fmla="*/ 51230 h 4893730"/>
              <a:gd name="connsiteX485" fmla="*/ 2400394 w 8877359"/>
              <a:gd name="connsiteY485" fmla="*/ 53278 h 4893730"/>
              <a:gd name="connsiteX486" fmla="*/ 2400792 w 8877359"/>
              <a:gd name="connsiteY486" fmla="*/ 49331 h 4893730"/>
              <a:gd name="connsiteX487" fmla="*/ 2351460 w 8877359"/>
              <a:gd name="connsiteY487" fmla="*/ 0 h 4893730"/>
              <a:gd name="connsiteX488" fmla="*/ 2316577 w 8877359"/>
              <a:gd name="connsiteY488" fmla="*/ 14449 h 4893730"/>
              <a:gd name="connsiteX489" fmla="*/ 2310930 w 8877359"/>
              <a:gd name="connsiteY489" fmla="*/ 21293 h 4893730"/>
              <a:gd name="connsiteX490" fmla="*/ 2305283 w 8877359"/>
              <a:gd name="connsiteY490" fmla="*/ 14449 h 4893730"/>
              <a:gd name="connsiteX491" fmla="*/ 2270401 w 8877359"/>
              <a:gd name="connsiteY491" fmla="*/ 0 h 4893730"/>
              <a:gd name="connsiteX492" fmla="*/ 2221069 w 8877359"/>
              <a:gd name="connsiteY492" fmla="*/ 49331 h 4893730"/>
              <a:gd name="connsiteX493" fmla="*/ 2221418 w 8877359"/>
              <a:gd name="connsiteY493" fmla="*/ 52789 h 4893730"/>
              <a:gd name="connsiteX494" fmla="*/ 2212479 w 8877359"/>
              <a:gd name="connsiteY494" fmla="*/ 50014 h 4893730"/>
              <a:gd name="connsiteX495" fmla="*/ 2202537 w 8877359"/>
              <a:gd name="connsiteY495" fmla="*/ 49012 h 4893730"/>
              <a:gd name="connsiteX496" fmla="*/ 2153205 w 8877359"/>
              <a:gd name="connsiteY496" fmla="*/ 98344 h 4893730"/>
              <a:gd name="connsiteX497" fmla="*/ 2161631 w 8877359"/>
              <a:gd name="connsiteY497" fmla="*/ 125926 h 4893730"/>
              <a:gd name="connsiteX498" fmla="*/ 2164266 w 8877359"/>
              <a:gd name="connsiteY498" fmla="*/ 129120 h 4893730"/>
              <a:gd name="connsiteX499" fmla="*/ 2157886 w 8877359"/>
              <a:gd name="connsiteY499" fmla="*/ 131100 h 4893730"/>
              <a:gd name="connsiteX500" fmla="*/ 2127757 w 8877359"/>
              <a:gd name="connsiteY500" fmla="*/ 176555 h 4893730"/>
              <a:gd name="connsiteX501" fmla="*/ 2157886 w 8877359"/>
              <a:gd name="connsiteY501" fmla="*/ 222010 h 4893730"/>
              <a:gd name="connsiteX502" fmla="*/ 2164898 w 8877359"/>
              <a:gd name="connsiteY502" fmla="*/ 224187 h 4893730"/>
              <a:gd name="connsiteX503" fmla="*/ 2161631 w 8877359"/>
              <a:gd name="connsiteY503" fmla="*/ 228147 h 4893730"/>
              <a:gd name="connsiteX504" fmla="*/ 2153205 w 8877359"/>
              <a:gd name="connsiteY504" fmla="*/ 255729 h 4893730"/>
              <a:gd name="connsiteX505" fmla="*/ 2202537 w 8877359"/>
              <a:gd name="connsiteY505" fmla="*/ 305060 h 4893730"/>
              <a:gd name="connsiteX506" fmla="*/ 2212479 w 8877359"/>
              <a:gd name="connsiteY506" fmla="*/ 304058 h 4893730"/>
              <a:gd name="connsiteX507" fmla="*/ 2221417 w 8877359"/>
              <a:gd name="connsiteY507" fmla="*/ 301284 h 4893730"/>
              <a:gd name="connsiteX508" fmla="*/ 2221069 w 8877359"/>
              <a:gd name="connsiteY508" fmla="*/ 304741 h 4893730"/>
              <a:gd name="connsiteX509" fmla="*/ 2270400 w 8877359"/>
              <a:gd name="connsiteY509" fmla="*/ 354073 h 4893730"/>
              <a:gd name="connsiteX510" fmla="*/ 1561148 w 8877359"/>
              <a:gd name="connsiteY510" fmla="*/ 354073 h 4893730"/>
              <a:gd name="connsiteX511" fmla="*/ 1596031 w 8877359"/>
              <a:gd name="connsiteY511" fmla="*/ 339624 h 4893730"/>
              <a:gd name="connsiteX512" fmla="*/ 1601678 w 8877359"/>
              <a:gd name="connsiteY512" fmla="*/ 332780 h 4893730"/>
              <a:gd name="connsiteX513" fmla="*/ 1607324 w 8877359"/>
              <a:gd name="connsiteY513" fmla="*/ 339624 h 4893730"/>
              <a:gd name="connsiteX514" fmla="*/ 1642207 w 8877359"/>
              <a:gd name="connsiteY514" fmla="*/ 354073 h 4893730"/>
              <a:gd name="connsiteX515" fmla="*/ 1691539 w 8877359"/>
              <a:gd name="connsiteY515" fmla="*/ 304741 h 4893730"/>
              <a:gd name="connsiteX516" fmla="*/ 1691191 w 8877359"/>
              <a:gd name="connsiteY516" fmla="*/ 301284 h 4893730"/>
              <a:gd name="connsiteX517" fmla="*/ 1700129 w 8877359"/>
              <a:gd name="connsiteY517" fmla="*/ 304058 h 4893730"/>
              <a:gd name="connsiteX518" fmla="*/ 1710071 w 8877359"/>
              <a:gd name="connsiteY518" fmla="*/ 305060 h 4893730"/>
              <a:gd name="connsiteX519" fmla="*/ 1759403 w 8877359"/>
              <a:gd name="connsiteY519" fmla="*/ 255729 h 4893730"/>
              <a:gd name="connsiteX520" fmla="*/ 1750978 w 8877359"/>
              <a:gd name="connsiteY520" fmla="*/ 228147 h 4893730"/>
              <a:gd name="connsiteX521" fmla="*/ 1747710 w 8877359"/>
              <a:gd name="connsiteY521" fmla="*/ 224187 h 4893730"/>
              <a:gd name="connsiteX522" fmla="*/ 1754722 w 8877359"/>
              <a:gd name="connsiteY522" fmla="*/ 222010 h 4893730"/>
              <a:gd name="connsiteX523" fmla="*/ 1784852 w 8877359"/>
              <a:gd name="connsiteY523" fmla="*/ 176555 h 4893730"/>
              <a:gd name="connsiteX524" fmla="*/ 1754722 w 8877359"/>
              <a:gd name="connsiteY524" fmla="*/ 131100 h 4893730"/>
              <a:gd name="connsiteX525" fmla="*/ 1748343 w 8877359"/>
              <a:gd name="connsiteY525" fmla="*/ 129120 h 4893730"/>
              <a:gd name="connsiteX526" fmla="*/ 1750978 w 8877359"/>
              <a:gd name="connsiteY526" fmla="*/ 125926 h 4893730"/>
              <a:gd name="connsiteX527" fmla="*/ 1759403 w 8877359"/>
              <a:gd name="connsiteY527" fmla="*/ 98344 h 4893730"/>
              <a:gd name="connsiteX528" fmla="*/ 1710071 w 8877359"/>
              <a:gd name="connsiteY528" fmla="*/ 49012 h 4893730"/>
              <a:gd name="connsiteX529" fmla="*/ 1695401 w 8877359"/>
              <a:gd name="connsiteY529" fmla="*/ 51230 h 4893730"/>
              <a:gd name="connsiteX530" fmla="*/ 1691142 w 8877359"/>
              <a:gd name="connsiteY530" fmla="*/ 53278 h 4893730"/>
              <a:gd name="connsiteX531" fmla="*/ 1691539 w 8877359"/>
              <a:gd name="connsiteY531" fmla="*/ 49331 h 4893730"/>
              <a:gd name="connsiteX532" fmla="*/ 1642207 w 8877359"/>
              <a:gd name="connsiteY532" fmla="*/ 0 h 4893730"/>
              <a:gd name="connsiteX533" fmla="*/ 1607324 w 8877359"/>
              <a:gd name="connsiteY533" fmla="*/ 14449 h 4893730"/>
              <a:gd name="connsiteX534" fmla="*/ 1601678 w 8877359"/>
              <a:gd name="connsiteY534" fmla="*/ 21293 h 4893730"/>
              <a:gd name="connsiteX535" fmla="*/ 1596031 w 8877359"/>
              <a:gd name="connsiteY535" fmla="*/ 14449 h 4893730"/>
              <a:gd name="connsiteX536" fmla="*/ 1561149 w 8877359"/>
              <a:gd name="connsiteY536" fmla="*/ 0 h 4893730"/>
              <a:gd name="connsiteX537" fmla="*/ 1511816 w 8877359"/>
              <a:gd name="connsiteY537" fmla="*/ 49331 h 4893730"/>
              <a:gd name="connsiteX538" fmla="*/ 1512165 w 8877359"/>
              <a:gd name="connsiteY538" fmla="*/ 52789 h 4893730"/>
              <a:gd name="connsiteX539" fmla="*/ 1503226 w 8877359"/>
              <a:gd name="connsiteY539" fmla="*/ 50014 h 4893730"/>
              <a:gd name="connsiteX540" fmla="*/ 1493284 w 8877359"/>
              <a:gd name="connsiteY540" fmla="*/ 49012 h 4893730"/>
              <a:gd name="connsiteX541" fmla="*/ 1443953 w 8877359"/>
              <a:gd name="connsiteY541" fmla="*/ 98344 h 4893730"/>
              <a:gd name="connsiteX542" fmla="*/ 1452378 w 8877359"/>
              <a:gd name="connsiteY542" fmla="*/ 125926 h 4893730"/>
              <a:gd name="connsiteX543" fmla="*/ 1455013 w 8877359"/>
              <a:gd name="connsiteY543" fmla="*/ 129120 h 4893730"/>
              <a:gd name="connsiteX544" fmla="*/ 1448633 w 8877359"/>
              <a:gd name="connsiteY544" fmla="*/ 131100 h 4893730"/>
              <a:gd name="connsiteX545" fmla="*/ 1418504 w 8877359"/>
              <a:gd name="connsiteY545" fmla="*/ 176555 h 4893730"/>
              <a:gd name="connsiteX546" fmla="*/ 1448633 w 8877359"/>
              <a:gd name="connsiteY546" fmla="*/ 222010 h 4893730"/>
              <a:gd name="connsiteX547" fmla="*/ 1455645 w 8877359"/>
              <a:gd name="connsiteY547" fmla="*/ 224187 h 4893730"/>
              <a:gd name="connsiteX548" fmla="*/ 1452378 w 8877359"/>
              <a:gd name="connsiteY548" fmla="*/ 228147 h 4893730"/>
              <a:gd name="connsiteX549" fmla="*/ 1443953 w 8877359"/>
              <a:gd name="connsiteY549" fmla="*/ 255729 h 4893730"/>
              <a:gd name="connsiteX550" fmla="*/ 1493284 w 8877359"/>
              <a:gd name="connsiteY550" fmla="*/ 305060 h 4893730"/>
              <a:gd name="connsiteX551" fmla="*/ 1503227 w 8877359"/>
              <a:gd name="connsiteY551" fmla="*/ 304058 h 4893730"/>
              <a:gd name="connsiteX552" fmla="*/ 1512165 w 8877359"/>
              <a:gd name="connsiteY552" fmla="*/ 301284 h 4893730"/>
              <a:gd name="connsiteX553" fmla="*/ 1511816 w 8877359"/>
              <a:gd name="connsiteY553" fmla="*/ 304741 h 4893730"/>
              <a:gd name="connsiteX554" fmla="*/ 1561148 w 8877359"/>
              <a:gd name="connsiteY554" fmla="*/ 354073 h 4893730"/>
              <a:gd name="connsiteX555" fmla="*/ 851896 w 8877359"/>
              <a:gd name="connsiteY555" fmla="*/ 354073 h 4893730"/>
              <a:gd name="connsiteX556" fmla="*/ 886778 w 8877359"/>
              <a:gd name="connsiteY556" fmla="*/ 339624 h 4893730"/>
              <a:gd name="connsiteX557" fmla="*/ 892425 w 8877359"/>
              <a:gd name="connsiteY557" fmla="*/ 332780 h 4893730"/>
              <a:gd name="connsiteX558" fmla="*/ 898072 w 8877359"/>
              <a:gd name="connsiteY558" fmla="*/ 339624 h 4893730"/>
              <a:gd name="connsiteX559" fmla="*/ 932957 w 8877359"/>
              <a:gd name="connsiteY559" fmla="*/ 354073 h 4893730"/>
              <a:gd name="connsiteX560" fmla="*/ 982288 w 8877359"/>
              <a:gd name="connsiteY560" fmla="*/ 304741 h 4893730"/>
              <a:gd name="connsiteX561" fmla="*/ 981940 w 8877359"/>
              <a:gd name="connsiteY561" fmla="*/ 301284 h 4893730"/>
              <a:gd name="connsiteX562" fmla="*/ 990878 w 8877359"/>
              <a:gd name="connsiteY562" fmla="*/ 304058 h 4893730"/>
              <a:gd name="connsiteX563" fmla="*/ 1000820 w 8877359"/>
              <a:gd name="connsiteY563" fmla="*/ 305060 h 4893730"/>
              <a:gd name="connsiteX564" fmla="*/ 1050152 w 8877359"/>
              <a:gd name="connsiteY564" fmla="*/ 255729 h 4893730"/>
              <a:gd name="connsiteX565" fmla="*/ 1041726 w 8877359"/>
              <a:gd name="connsiteY565" fmla="*/ 228147 h 4893730"/>
              <a:gd name="connsiteX566" fmla="*/ 1038458 w 8877359"/>
              <a:gd name="connsiteY566" fmla="*/ 224187 h 4893730"/>
              <a:gd name="connsiteX567" fmla="*/ 1045471 w 8877359"/>
              <a:gd name="connsiteY567" fmla="*/ 222010 h 4893730"/>
              <a:gd name="connsiteX568" fmla="*/ 1075601 w 8877359"/>
              <a:gd name="connsiteY568" fmla="*/ 176555 h 4893730"/>
              <a:gd name="connsiteX569" fmla="*/ 1045471 w 8877359"/>
              <a:gd name="connsiteY569" fmla="*/ 131100 h 4893730"/>
              <a:gd name="connsiteX570" fmla="*/ 1039091 w 8877359"/>
              <a:gd name="connsiteY570" fmla="*/ 129120 h 4893730"/>
              <a:gd name="connsiteX571" fmla="*/ 1041726 w 8877359"/>
              <a:gd name="connsiteY571" fmla="*/ 125926 h 4893730"/>
              <a:gd name="connsiteX572" fmla="*/ 1050152 w 8877359"/>
              <a:gd name="connsiteY572" fmla="*/ 98344 h 4893730"/>
              <a:gd name="connsiteX573" fmla="*/ 1000820 w 8877359"/>
              <a:gd name="connsiteY573" fmla="*/ 49012 h 4893730"/>
              <a:gd name="connsiteX574" fmla="*/ 986150 w 8877359"/>
              <a:gd name="connsiteY574" fmla="*/ 51230 h 4893730"/>
              <a:gd name="connsiteX575" fmla="*/ 981890 w 8877359"/>
              <a:gd name="connsiteY575" fmla="*/ 53278 h 4893730"/>
              <a:gd name="connsiteX576" fmla="*/ 982288 w 8877359"/>
              <a:gd name="connsiteY576" fmla="*/ 49331 h 4893730"/>
              <a:gd name="connsiteX577" fmla="*/ 932957 w 8877359"/>
              <a:gd name="connsiteY577" fmla="*/ 0 h 4893730"/>
              <a:gd name="connsiteX578" fmla="*/ 898072 w 8877359"/>
              <a:gd name="connsiteY578" fmla="*/ 14449 h 4893730"/>
              <a:gd name="connsiteX579" fmla="*/ 892425 w 8877359"/>
              <a:gd name="connsiteY579" fmla="*/ 21293 h 4893730"/>
              <a:gd name="connsiteX580" fmla="*/ 886779 w 8877359"/>
              <a:gd name="connsiteY580" fmla="*/ 14449 h 4893730"/>
              <a:gd name="connsiteX581" fmla="*/ 851896 w 8877359"/>
              <a:gd name="connsiteY581" fmla="*/ 0 h 4893730"/>
              <a:gd name="connsiteX582" fmla="*/ 802564 w 8877359"/>
              <a:gd name="connsiteY582" fmla="*/ 49331 h 4893730"/>
              <a:gd name="connsiteX583" fmla="*/ 802912 w 8877359"/>
              <a:gd name="connsiteY583" fmla="*/ 52789 h 4893730"/>
              <a:gd name="connsiteX584" fmla="*/ 793974 w 8877359"/>
              <a:gd name="connsiteY584" fmla="*/ 50014 h 4893730"/>
              <a:gd name="connsiteX585" fmla="*/ 784032 w 8877359"/>
              <a:gd name="connsiteY585" fmla="*/ 49012 h 4893730"/>
              <a:gd name="connsiteX586" fmla="*/ 734700 w 8877359"/>
              <a:gd name="connsiteY586" fmla="*/ 98344 h 4893730"/>
              <a:gd name="connsiteX587" fmla="*/ 743125 w 8877359"/>
              <a:gd name="connsiteY587" fmla="*/ 125926 h 4893730"/>
              <a:gd name="connsiteX588" fmla="*/ 745761 w 8877359"/>
              <a:gd name="connsiteY588" fmla="*/ 129120 h 4893730"/>
              <a:gd name="connsiteX589" fmla="*/ 739381 w 8877359"/>
              <a:gd name="connsiteY589" fmla="*/ 131100 h 4893730"/>
              <a:gd name="connsiteX590" fmla="*/ 709251 w 8877359"/>
              <a:gd name="connsiteY590" fmla="*/ 176555 h 4893730"/>
              <a:gd name="connsiteX591" fmla="*/ 739381 w 8877359"/>
              <a:gd name="connsiteY591" fmla="*/ 222010 h 4893730"/>
              <a:gd name="connsiteX592" fmla="*/ 746393 w 8877359"/>
              <a:gd name="connsiteY592" fmla="*/ 224187 h 4893730"/>
              <a:gd name="connsiteX593" fmla="*/ 743125 w 8877359"/>
              <a:gd name="connsiteY593" fmla="*/ 228147 h 4893730"/>
              <a:gd name="connsiteX594" fmla="*/ 734700 w 8877359"/>
              <a:gd name="connsiteY594" fmla="*/ 255729 h 4893730"/>
              <a:gd name="connsiteX595" fmla="*/ 784032 w 8877359"/>
              <a:gd name="connsiteY595" fmla="*/ 305060 h 4893730"/>
              <a:gd name="connsiteX596" fmla="*/ 793974 w 8877359"/>
              <a:gd name="connsiteY596" fmla="*/ 304058 h 4893730"/>
              <a:gd name="connsiteX597" fmla="*/ 802912 w 8877359"/>
              <a:gd name="connsiteY597" fmla="*/ 301284 h 4893730"/>
              <a:gd name="connsiteX598" fmla="*/ 802564 w 8877359"/>
              <a:gd name="connsiteY598" fmla="*/ 304741 h 4893730"/>
              <a:gd name="connsiteX599" fmla="*/ 851896 w 8877359"/>
              <a:gd name="connsiteY599" fmla="*/ 354073 h 4893730"/>
              <a:gd name="connsiteX600" fmla="*/ 142644 w 8877359"/>
              <a:gd name="connsiteY600" fmla="*/ 354073 h 4893730"/>
              <a:gd name="connsiteX601" fmla="*/ 177527 w 8877359"/>
              <a:gd name="connsiteY601" fmla="*/ 339624 h 4893730"/>
              <a:gd name="connsiteX602" fmla="*/ 183174 w 8877359"/>
              <a:gd name="connsiteY602" fmla="*/ 332780 h 4893730"/>
              <a:gd name="connsiteX603" fmla="*/ 188821 w 8877359"/>
              <a:gd name="connsiteY603" fmla="*/ 339624 h 4893730"/>
              <a:gd name="connsiteX604" fmla="*/ 223703 w 8877359"/>
              <a:gd name="connsiteY604" fmla="*/ 354073 h 4893730"/>
              <a:gd name="connsiteX605" fmla="*/ 273035 w 8877359"/>
              <a:gd name="connsiteY605" fmla="*/ 304741 h 4893730"/>
              <a:gd name="connsiteX606" fmla="*/ 272687 w 8877359"/>
              <a:gd name="connsiteY606" fmla="*/ 301284 h 4893730"/>
              <a:gd name="connsiteX607" fmla="*/ 281625 w 8877359"/>
              <a:gd name="connsiteY607" fmla="*/ 304058 h 4893730"/>
              <a:gd name="connsiteX608" fmla="*/ 291567 w 8877359"/>
              <a:gd name="connsiteY608" fmla="*/ 305060 h 4893730"/>
              <a:gd name="connsiteX609" fmla="*/ 340899 w 8877359"/>
              <a:gd name="connsiteY609" fmla="*/ 255729 h 4893730"/>
              <a:gd name="connsiteX610" fmla="*/ 332474 w 8877359"/>
              <a:gd name="connsiteY610" fmla="*/ 228147 h 4893730"/>
              <a:gd name="connsiteX611" fmla="*/ 329206 w 8877359"/>
              <a:gd name="connsiteY611" fmla="*/ 224187 h 4893730"/>
              <a:gd name="connsiteX612" fmla="*/ 336218 w 8877359"/>
              <a:gd name="connsiteY612" fmla="*/ 222010 h 4893730"/>
              <a:gd name="connsiteX613" fmla="*/ 366348 w 8877359"/>
              <a:gd name="connsiteY613" fmla="*/ 176555 h 4893730"/>
              <a:gd name="connsiteX614" fmla="*/ 336218 w 8877359"/>
              <a:gd name="connsiteY614" fmla="*/ 131100 h 4893730"/>
              <a:gd name="connsiteX615" fmla="*/ 329838 w 8877359"/>
              <a:gd name="connsiteY615" fmla="*/ 129120 h 4893730"/>
              <a:gd name="connsiteX616" fmla="*/ 332474 w 8877359"/>
              <a:gd name="connsiteY616" fmla="*/ 125926 h 4893730"/>
              <a:gd name="connsiteX617" fmla="*/ 340899 w 8877359"/>
              <a:gd name="connsiteY617" fmla="*/ 98344 h 4893730"/>
              <a:gd name="connsiteX618" fmla="*/ 291567 w 8877359"/>
              <a:gd name="connsiteY618" fmla="*/ 49012 h 4893730"/>
              <a:gd name="connsiteX619" fmla="*/ 276897 w 8877359"/>
              <a:gd name="connsiteY619" fmla="*/ 51230 h 4893730"/>
              <a:gd name="connsiteX620" fmla="*/ 272638 w 8877359"/>
              <a:gd name="connsiteY620" fmla="*/ 53278 h 4893730"/>
              <a:gd name="connsiteX621" fmla="*/ 273035 w 8877359"/>
              <a:gd name="connsiteY621" fmla="*/ 49331 h 4893730"/>
              <a:gd name="connsiteX622" fmla="*/ 223704 w 8877359"/>
              <a:gd name="connsiteY622" fmla="*/ 0 h 4893730"/>
              <a:gd name="connsiteX623" fmla="*/ 188821 w 8877359"/>
              <a:gd name="connsiteY623" fmla="*/ 14449 h 4893730"/>
              <a:gd name="connsiteX624" fmla="*/ 183174 w 8877359"/>
              <a:gd name="connsiteY624" fmla="*/ 21293 h 4893730"/>
              <a:gd name="connsiteX625" fmla="*/ 177527 w 8877359"/>
              <a:gd name="connsiteY625" fmla="*/ 14449 h 4893730"/>
              <a:gd name="connsiteX626" fmla="*/ 142644 w 8877359"/>
              <a:gd name="connsiteY626" fmla="*/ 0 h 4893730"/>
              <a:gd name="connsiteX627" fmla="*/ 93313 w 8877359"/>
              <a:gd name="connsiteY627" fmla="*/ 49331 h 4893730"/>
              <a:gd name="connsiteX628" fmla="*/ 93661 w 8877359"/>
              <a:gd name="connsiteY628" fmla="*/ 52789 h 4893730"/>
              <a:gd name="connsiteX629" fmla="*/ 84723 w 8877359"/>
              <a:gd name="connsiteY629" fmla="*/ 50014 h 4893730"/>
              <a:gd name="connsiteX630" fmla="*/ 74781 w 8877359"/>
              <a:gd name="connsiteY630" fmla="*/ 49012 h 4893730"/>
              <a:gd name="connsiteX631" fmla="*/ 25449 w 8877359"/>
              <a:gd name="connsiteY631" fmla="*/ 98344 h 4893730"/>
              <a:gd name="connsiteX632" fmla="*/ 33874 w 8877359"/>
              <a:gd name="connsiteY632" fmla="*/ 125926 h 4893730"/>
              <a:gd name="connsiteX633" fmla="*/ 36509 w 8877359"/>
              <a:gd name="connsiteY633" fmla="*/ 129120 h 4893730"/>
              <a:gd name="connsiteX634" fmla="*/ 30130 w 8877359"/>
              <a:gd name="connsiteY634" fmla="*/ 131100 h 4893730"/>
              <a:gd name="connsiteX635" fmla="*/ 0 w 8877359"/>
              <a:gd name="connsiteY635" fmla="*/ 176555 h 4893730"/>
              <a:gd name="connsiteX636" fmla="*/ 30130 w 8877359"/>
              <a:gd name="connsiteY636" fmla="*/ 222010 h 4893730"/>
              <a:gd name="connsiteX637" fmla="*/ 37142 w 8877359"/>
              <a:gd name="connsiteY637" fmla="*/ 224187 h 4893730"/>
              <a:gd name="connsiteX638" fmla="*/ 33874 w 8877359"/>
              <a:gd name="connsiteY638" fmla="*/ 228147 h 4893730"/>
              <a:gd name="connsiteX639" fmla="*/ 25449 w 8877359"/>
              <a:gd name="connsiteY639" fmla="*/ 255729 h 4893730"/>
              <a:gd name="connsiteX640" fmla="*/ 74781 w 8877359"/>
              <a:gd name="connsiteY640" fmla="*/ 305060 h 4893730"/>
              <a:gd name="connsiteX641" fmla="*/ 84723 w 8877359"/>
              <a:gd name="connsiteY641" fmla="*/ 304058 h 4893730"/>
              <a:gd name="connsiteX642" fmla="*/ 93661 w 8877359"/>
              <a:gd name="connsiteY642" fmla="*/ 301284 h 4893730"/>
              <a:gd name="connsiteX643" fmla="*/ 93312 w 8877359"/>
              <a:gd name="connsiteY643" fmla="*/ 304741 h 4893730"/>
              <a:gd name="connsiteX644" fmla="*/ 142644 w 8877359"/>
              <a:gd name="connsiteY644" fmla="*/ 354073 h 4893730"/>
              <a:gd name="connsiteX645" fmla="*/ 8701715 w 8877359"/>
              <a:gd name="connsiteY645" fmla="*/ 619763 h 4893730"/>
              <a:gd name="connsiteX646" fmla="*/ 8740791 w 8877359"/>
              <a:gd name="connsiteY646" fmla="*/ 580687 h 4893730"/>
              <a:gd name="connsiteX647" fmla="*/ 8701715 w 8877359"/>
              <a:gd name="connsiteY647" fmla="*/ 541611 h 4893730"/>
              <a:gd name="connsiteX648" fmla="*/ 8662639 w 8877359"/>
              <a:gd name="connsiteY648" fmla="*/ 580687 h 4893730"/>
              <a:gd name="connsiteX649" fmla="*/ 8701715 w 8877359"/>
              <a:gd name="connsiteY649" fmla="*/ 619763 h 4893730"/>
              <a:gd name="connsiteX650" fmla="*/ 193983 w 8877359"/>
              <a:gd name="connsiteY650" fmla="*/ 619763 h 4893730"/>
              <a:gd name="connsiteX651" fmla="*/ 233059 w 8877359"/>
              <a:gd name="connsiteY651" fmla="*/ 580687 h 4893730"/>
              <a:gd name="connsiteX652" fmla="*/ 193983 w 8877359"/>
              <a:gd name="connsiteY652" fmla="*/ 541611 h 4893730"/>
              <a:gd name="connsiteX653" fmla="*/ 154907 w 8877359"/>
              <a:gd name="connsiteY653" fmla="*/ 580687 h 4893730"/>
              <a:gd name="connsiteX654" fmla="*/ 193983 w 8877359"/>
              <a:gd name="connsiteY654" fmla="*/ 619763 h 4893730"/>
              <a:gd name="connsiteX655" fmla="*/ 8697248 w 8877359"/>
              <a:gd name="connsiteY655" fmla="*/ 1138499 h 4893730"/>
              <a:gd name="connsiteX656" fmla="*/ 8742703 w 8877359"/>
              <a:gd name="connsiteY656" fmla="*/ 1108370 h 4893730"/>
              <a:gd name="connsiteX657" fmla="*/ 8744879 w 8877359"/>
              <a:gd name="connsiteY657" fmla="*/ 1101358 h 4893730"/>
              <a:gd name="connsiteX658" fmla="*/ 8748840 w 8877359"/>
              <a:gd name="connsiteY658" fmla="*/ 1104625 h 4893730"/>
              <a:gd name="connsiteX659" fmla="*/ 8776421 w 8877359"/>
              <a:gd name="connsiteY659" fmla="*/ 1113050 h 4893730"/>
              <a:gd name="connsiteX660" fmla="*/ 8825753 w 8877359"/>
              <a:gd name="connsiteY660" fmla="*/ 1063719 h 4893730"/>
              <a:gd name="connsiteX661" fmla="*/ 8824751 w 8877359"/>
              <a:gd name="connsiteY661" fmla="*/ 1053776 h 4893730"/>
              <a:gd name="connsiteX662" fmla="*/ 8821976 w 8877359"/>
              <a:gd name="connsiteY662" fmla="*/ 1044838 h 4893730"/>
              <a:gd name="connsiteX663" fmla="*/ 8825434 w 8877359"/>
              <a:gd name="connsiteY663" fmla="*/ 1045187 h 4893730"/>
              <a:gd name="connsiteX664" fmla="*/ 8874765 w 8877359"/>
              <a:gd name="connsiteY664" fmla="*/ 995855 h 4893730"/>
              <a:gd name="connsiteX665" fmla="*/ 8860317 w 8877359"/>
              <a:gd name="connsiteY665" fmla="*/ 960972 h 4893730"/>
              <a:gd name="connsiteX666" fmla="*/ 8853473 w 8877359"/>
              <a:gd name="connsiteY666" fmla="*/ 955325 h 4893730"/>
              <a:gd name="connsiteX667" fmla="*/ 8860317 w 8877359"/>
              <a:gd name="connsiteY667" fmla="*/ 949679 h 4893730"/>
              <a:gd name="connsiteX668" fmla="*/ 8874765 w 8877359"/>
              <a:gd name="connsiteY668" fmla="*/ 914796 h 4893730"/>
              <a:gd name="connsiteX669" fmla="*/ 8825434 w 8877359"/>
              <a:gd name="connsiteY669" fmla="*/ 865464 h 4893730"/>
              <a:gd name="connsiteX670" fmla="*/ 8821976 w 8877359"/>
              <a:gd name="connsiteY670" fmla="*/ 865812 h 4893730"/>
              <a:gd name="connsiteX671" fmla="*/ 8824751 w 8877359"/>
              <a:gd name="connsiteY671" fmla="*/ 856874 h 4893730"/>
              <a:gd name="connsiteX672" fmla="*/ 8825753 w 8877359"/>
              <a:gd name="connsiteY672" fmla="*/ 846932 h 4893730"/>
              <a:gd name="connsiteX673" fmla="*/ 8776421 w 8877359"/>
              <a:gd name="connsiteY673" fmla="*/ 797600 h 4893730"/>
              <a:gd name="connsiteX674" fmla="*/ 8748840 w 8877359"/>
              <a:gd name="connsiteY674" fmla="*/ 806025 h 4893730"/>
              <a:gd name="connsiteX675" fmla="*/ 8744879 w 8877359"/>
              <a:gd name="connsiteY675" fmla="*/ 809293 h 4893730"/>
              <a:gd name="connsiteX676" fmla="*/ 8742703 w 8877359"/>
              <a:gd name="connsiteY676" fmla="*/ 802281 h 4893730"/>
              <a:gd name="connsiteX677" fmla="*/ 8697248 w 8877359"/>
              <a:gd name="connsiteY677" fmla="*/ 772151 h 4893730"/>
              <a:gd name="connsiteX678" fmla="*/ 8651793 w 8877359"/>
              <a:gd name="connsiteY678" fmla="*/ 802281 h 4893730"/>
              <a:gd name="connsiteX679" fmla="*/ 8649812 w 8877359"/>
              <a:gd name="connsiteY679" fmla="*/ 808661 h 4893730"/>
              <a:gd name="connsiteX680" fmla="*/ 8646618 w 8877359"/>
              <a:gd name="connsiteY680" fmla="*/ 806025 h 4893730"/>
              <a:gd name="connsiteX681" fmla="*/ 8619037 w 8877359"/>
              <a:gd name="connsiteY681" fmla="*/ 797600 h 4893730"/>
              <a:gd name="connsiteX682" fmla="*/ 8569705 w 8877359"/>
              <a:gd name="connsiteY682" fmla="*/ 846932 h 4893730"/>
              <a:gd name="connsiteX683" fmla="*/ 8571923 w 8877359"/>
              <a:gd name="connsiteY683" fmla="*/ 861602 h 4893730"/>
              <a:gd name="connsiteX684" fmla="*/ 8573970 w 8877359"/>
              <a:gd name="connsiteY684" fmla="*/ 865861 h 4893730"/>
              <a:gd name="connsiteX685" fmla="*/ 8570024 w 8877359"/>
              <a:gd name="connsiteY685" fmla="*/ 865464 h 4893730"/>
              <a:gd name="connsiteX686" fmla="*/ 8520693 w 8877359"/>
              <a:gd name="connsiteY686" fmla="*/ 914796 h 4893730"/>
              <a:gd name="connsiteX687" fmla="*/ 8535141 w 8877359"/>
              <a:gd name="connsiteY687" fmla="*/ 949679 h 4893730"/>
              <a:gd name="connsiteX688" fmla="*/ 8541985 w 8877359"/>
              <a:gd name="connsiteY688" fmla="*/ 955325 h 4893730"/>
              <a:gd name="connsiteX689" fmla="*/ 8535141 w 8877359"/>
              <a:gd name="connsiteY689" fmla="*/ 960972 h 4893730"/>
              <a:gd name="connsiteX690" fmla="*/ 8520693 w 8877359"/>
              <a:gd name="connsiteY690" fmla="*/ 995855 h 4893730"/>
              <a:gd name="connsiteX691" fmla="*/ 8570024 w 8877359"/>
              <a:gd name="connsiteY691" fmla="*/ 1045187 h 4893730"/>
              <a:gd name="connsiteX692" fmla="*/ 8573482 w 8877359"/>
              <a:gd name="connsiteY692" fmla="*/ 1044838 h 4893730"/>
              <a:gd name="connsiteX693" fmla="*/ 8570707 w 8877359"/>
              <a:gd name="connsiteY693" fmla="*/ 1053777 h 4893730"/>
              <a:gd name="connsiteX694" fmla="*/ 8569705 w 8877359"/>
              <a:gd name="connsiteY694" fmla="*/ 1063719 h 4893730"/>
              <a:gd name="connsiteX695" fmla="*/ 8619037 w 8877359"/>
              <a:gd name="connsiteY695" fmla="*/ 1113050 h 4893730"/>
              <a:gd name="connsiteX696" fmla="*/ 8646618 w 8877359"/>
              <a:gd name="connsiteY696" fmla="*/ 1104625 h 4893730"/>
              <a:gd name="connsiteX697" fmla="*/ 8649812 w 8877359"/>
              <a:gd name="connsiteY697" fmla="*/ 1101990 h 4893730"/>
              <a:gd name="connsiteX698" fmla="*/ 8651793 w 8877359"/>
              <a:gd name="connsiteY698" fmla="*/ 1108370 h 4893730"/>
              <a:gd name="connsiteX699" fmla="*/ 8697248 w 8877359"/>
              <a:gd name="connsiteY699" fmla="*/ 1138499 h 4893730"/>
              <a:gd name="connsiteX700" fmla="*/ 189515 w 8877359"/>
              <a:gd name="connsiteY700" fmla="*/ 1138499 h 4893730"/>
              <a:gd name="connsiteX701" fmla="*/ 234970 w 8877359"/>
              <a:gd name="connsiteY701" fmla="*/ 1108370 h 4893730"/>
              <a:gd name="connsiteX702" fmla="*/ 237147 w 8877359"/>
              <a:gd name="connsiteY702" fmla="*/ 1101358 h 4893730"/>
              <a:gd name="connsiteX703" fmla="*/ 241107 w 8877359"/>
              <a:gd name="connsiteY703" fmla="*/ 1104625 h 4893730"/>
              <a:gd name="connsiteX704" fmla="*/ 268689 w 8877359"/>
              <a:gd name="connsiteY704" fmla="*/ 1113050 h 4893730"/>
              <a:gd name="connsiteX705" fmla="*/ 318021 w 8877359"/>
              <a:gd name="connsiteY705" fmla="*/ 1063719 h 4893730"/>
              <a:gd name="connsiteX706" fmla="*/ 317018 w 8877359"/>
              <a:gd name="connsiteY706" fmla="*/ 1053776 h 4893730"/>
              <a:gd name="connsiteX707" fmla="*/ 314244 w 8877359"/>
              <a:gd name="connsiteY707" fmla="*/ 1044838 h 4893730"/>
              <a:gd name="connsiteX708" fmla="*/ 317701 w 8877359"/>
              <a:gd name="connsiteY708" fmla="*/ 1045187 h 4893730"/>
              <a:gd name="connsiteX709" fmla="*/ 367033 w 8877359"/>
              <a:gd name="connsiteY709" fmla="*/ 995855 h 4893730"/>
              <a:gd name="connsiteX710" fmla="*/ 352584 w 8877359"/>
              <a:gd name="connsiteY710" fmla="*/ 960972 h 4893730"/>
              <a:gd name="connsiteX711" fmla="*/ 345740 w 8877359"/>
              <a:gd name="connsiteY711" fmla="*/ 955325 h 4893730"/>
              <a:gd name="connsiteX712" fmla="*/ 352584 w 8877359"/>
              <a:gd name="connsiteY712" fmla="*/ 949679 h 4893730"/>
              <a:gd name="connsiteX713" fmla="*/ 367033 w 8877359"/>
              <a:gd name="connsiteY713" fmla="*/ 914796 h 4893730"/>
              <a:gd name="connsiteX714" fmla="*/ 317701 w 8877359"/>
              <a:gd name="connsiteY714" fmla="*/ 865464 h 4893730"/>
              <a:gd name="connsiteX715" fmla="*/ 314244 w 8877359"/>
              <a:gd name="connsiteY715" fmla="*/ 865812 h 4893730"/>
              <a:gd name="connsiteX716" fmla="*/ 317018 w 8877359"/>
              <a:gd name="connsiteY716" fmla="*/ 856874 h 4893730"/>
              <a:gd name="connsiteX717" fmla="*/ 318021 w 8877359"/>
              <a:gd name="connsiteY717" fmla="*/ 846932 h 4893730"/>
              <a:gd name="connsiteX718" fmla="*/ 268689 w 8877359"/>
              <a:gd name="connsiteY718" fmla="*/ 797600 h 4893730"/>
              <a:gd name="connsiteX719" fmla="*/ 241107 w 8877359"/>
              <a:gd name="connsiteY719" fmla="*/ 806025 h 4893730"/>
              <a:gd name="connsiteX720" fmla="*/ 237147 w 8877359"/>
              <a:gd name="connsiteY720" fmla="*/ 809293 h 4893730"/>
              <a:gd name="connsiteX721" fmla="*/ 234970 w 8877359"/>
              <a:gd name="connsiteY721" fmla="*/ 802281 h 4893730"/>
              <a:gd name="connsiteX722" fmla="*/ 189515 w 8877359"/>
              <a:gd name="connsiteY722" fmla="*/ 772151 h 4893730"/>
              <a:gd name="connsiteX723" fmla="*/ 144060 w 8877359"/>
              <a:gd name="connsiteY723" fmla="*/ 802281 h 4893730"/>
              <a:gd name="connsiteX724" fmla="*/ 142080 w 8877359"/>
              <a:gd name="connsiteY724" fmla="*/ 808661 h 4893730"/>
              <a:gd name="connsiteX725" fmla="*/ 138886 w 8877359"/>
              <a:gd name="connsiteY725" fmla="*/ 806025 h 4893730"/>
              <a:gd name="connsiteX726" fmla="*/ 111304 w 8877359"/>
              <a:gd name="connsiteY726" fmla="*/ 797600 h 4893730"/>
              <a:gd name="connsiteX727" fmla="*/ 61972 w 8877359"/>
              <a:gd name="connsiteY727" fmla="*/ 846932 h 4893730"/>
              <a:gd name="connsiteX728" fmla="*/ 64190 w 8877359"/>
              <a:gd name="connsiteY728" fmla="*/ 861602 h 4893730"/>
              <a:gd name="connsiteX729" fmla="*/ 66238 w 8877359"/>
              <a:gd name="connsiteY729" fmla="*/ 865861 h 4893730"/>
              <a:gd name="connsiteX730" fmla="*/ 62292 w 8877359"/>
              <a:gd name="connsiteY730" fmla="*/ 865464 h 4893730"/>
              <a:gd name="connsiteX731" fmla="*/ 12960 w 8877359"/>
              <a:gd name="connsiteY731" fmla="*/ 914796 h 4893730"/>
              <a:gd name="connsiteX732" fmla="*/ 27409 w 8877359"/>
              <a:gd name="connsiteY732" fmla="*/ 949679 h 4893730"/>
              <a:gd name="connsiteX733" fmla="*/ 34253 w 8877359"/>
              <a:gd name="connsiteY733" fmla="*/ 955325 h 4893730"/>
              <a:gd name="connsiteX734" fmla="*/ 27409 w 8877359"/>
              <a:gd name="connsiteY734" fmla="*/ 960972 h 4893730"/>
              <a:gd name="connsiteX735" fmla="*/ 12960 w 8877359"/>
              <a:gd name="connsiteY735" fmla="*/ 995855 h 4893730"/>
              <a:gd name="connsiteX736" fmla="*/ 62292 w 8877359"/>
              <a:gd name="connsiteY736" fmla="*/ 1045187 h 4893730"/>
              <a:gd name="connsiteX737" fmla="*/ 65749 w 8877359"/>
              <a:gd name="connsiteY737" fmla="*/ 1044838 h 4893730"/>
              <a:gd name="connsiteX738" fmla="*/ 62975 w 8877359"/>
              <a:gd name="connsiteY738" fmla="*/ 1053777 h 4893730"/>
              <a:gd name="connsiteX739" fmla="*/ 61972 w 8877359"/>
              <a:gd name="connsiteY739" fmla="*/ 1063719 h 4893730"/>
              <a:gd name="connsiteX740" fmla="*/ 111304 w 8877359"/>
              <a:gd name="connsiteY740" fmla="*/ 1113050 h 4893730"/>
              <a:gd name="connsiteX741" fmla="*/ 138886 w 8877359"/>
              <a:gd name="connsiteY741" fmla="*/ 1104625 h 4893730"/>
              <a:gd name="connsiteX742" fmla="*/ 142080 w 8877359"/>
              <a:gd name="connsiteY742" fmla="*/ 1101990 h 4893730"/>
              <a:gd name="connsiteX743" fmla="*/ 144060 w 8877359"/>
              <a:gd name="connsiteY743" fmla="*/ 1108370 h 4893730"/>
              <a:gd name="connsiteX744" fmla="*/ 189515 w 8877359"/>
              <a:gd name="connsiteY744" fmla="*/ 1138499 h 4893730"/>
              <a:gd name="connsiteX745" fmla="*/ 8701715 w 8877359"/>
              <a:gd name="connsiteY745" fmla="*/ 1369042 h 4893730"/>
              <a:gd name="connsiteX746" fmla="*/ 8740791 w 8877359"/>
              <a:gd name="connsiteY746" fmla="*/ 1329966 h 4893730"/>
              <a:gd name="connsiteX747" fmla="*/ 8701715 w 8877359"/>
              <a:gd name="connsiteY747" fmla="*/ 1290890 h 4893730"/>
              <a:gd name="connsiteX748" fmla="*/ 8662639 w 8877359"/>
              <a:gd name="connsiteY748" fmla="*/ 1329966 h 4893730"/>
              <a:gd name="connsiteX749" fmla="*/ 8701715 w 8877359"/>
              <a:gd name="connsiteY749" fmla="*/ 1369042 h 4893730"/>
              <a:gd name="connsiteX750" fmla="*/ 193983 w 8877359"/>
              <a:gd name="connsiteY750" fmla="*/ 1369042 h 4893730"/>
              <a:gd name="connsiteX751" fmla="*/ 233059 w 8877359"/>
              <a:gd name="connsiteY751" fmla="*/ 1329966 h 4893730"/>
              <a:gd name="connsiteX752" fmla="*/ 193983 w 8877359"/>
              <a:gd name="connsiteY752" fmla="*/ 1290890 h 4893730"/>
              <a:gd name="connsiteX753" fmla="*/ 154907 w 8877359"/>
              <a:gd name="connsiteY753" fmla="*/ 1329966 h 4893730"/>
              <a:gd name="connsiteX754" fmla="*/ 193983 w 8877359"/>
              <a:gd name="connsiteY754" fmla="*/ 1369042 h 4893730"/>
              <a:gd name="connsiteX755" fmla="*/ 8697248 w 8877359"/>
              <a:gd name="connsiteY755" fmla="*/ 1887779 h 4893730"/>
              <a:gd name="connsiteX756" fmla="*/ 8742703 w 8877359"/>
              <a:gd name="connsiteY756" fmla="*/ 1857650 h 4893730"/>
              <a:gd name="connsiteX757" fmla="*/ 8744879 w 8877359"/>
              <a:gd name="connsiteY757" fmla="*/ 1850638 h 4893730"/>
              <a:gd name="connsiteX758" fmla="*/ 8748840 w 8877359"/>
              <a:gd name="connsiteY758" fmla="*/ 1853905 h 4893730"/>
              <a:gd name="connsiteX759" fmla="*/ 8776421 w 8877359"/>
              <a:gd name="connsiteY759" fmla="*/ 1862330 h 4893730"/>
              <a:gd name="connsiteX760" fmla="*/ 8825753 w 8877359"/>
              <a:gd name="connsiteY760" fmla="*/ 1812999 h 4893730"/>
              <a:gd name="connsiteX761" fmla="*/ 8824751 w 8877359"/>
              <a:gd name="connsiteY761" fmla="*/ 1803056 h 4893730"/>
              <a:gd name="connsiteX762" fmla="*/ 8821976 w 8877359"/>
              <a:gd name="connsiteY762" fmla="*/ 1794118 h 4893730"/>
              <a:gd name="connsiteX763" fmla="*/ 8825434 w 8877359"/>
              <a:gd name="connsiteY763" fmla="*/ 1794467 h 4893730"/>
              <a:gd name="connsiteX764" fmla="*/ 8874765 w 8877359"/>
              <a:gd name="connsiteY764" fmla="*/ 1745135 h 4893730"/>
              <a:gd name="connsiteX765" fmla="*/ 8860317 w 8877359"/>
              <a:gd name="connsiteY765" fmla="*/ 1710252 h 4893730"/>
              <a:gd name="connsiteX766" fmla="*/ 8853473 w 8877359"/>
              <a:gd name="connsiteY766" fmla="*/ 1704605 h 4893730"/>
              <a:gd name="connsiteX767" fmla="*/ 8860317 w 8877359"/>
              <a:gd name="connsiteY767" fmla="*/ 1698959 h 4893730"/>
              <a:gd name="connsiteX768" fmla="*/ 8874765 w 8877359"/>
              <a:gd name="connsiteY768" fmla="*/ 1664076 h 4893730"/>
              <a:gd name="connsiteX769" fmla="*/ 8825434 w 8877359"/>
              <a:gd name="connsiteY769" fmla="*/ 1614744 h 4893730"/>
              <a:gd name="connsiteX770" fmla="*/ 8821976 w 8877359"/>
              <a:gd name="connsiteY770" fmla="*/ 1615092 h 4893730"/>
              <a:gd name="connsiteX771" fmla="*/ 8824751 w 8877359"/>
              <a:gd name="connsiteY771" fmla="*/ 1606154 h 4893730"/>
              <a:gd name="connsiteX772" fmla="*/ 8825753 w 8877359"/>
              <a:gd name="connsiteY772" fmla="*/ 1596212 h 4893730"/>
              <a:gd name="connsiteX773" fmla="*/ 8776421 w 8877359"/>
              <a:gd name="connsiteY773" fmla="*/ 1546880 h 4893730"/>
              <a:gd name="connsiteX774" fmla="*/ 8748840 w 8877359"/>
              <a:gd name="connsiteY774" fmla="*/ 1555305 h 4893730"/>
              <a:gd name="connsiteX775" fmla="*/ 8744879 w 8877359"/>
              <a:gd name="connsiteY775" fmla="*/ 1558573 h 4893730"/>
              <a:gd name="connsiteX776" fmla="*/ 8742703 w 8877359"/>
              <a:gd name="connsiteY776" fmla="*/ 1551561 h 4893730"/>
              <a:gd name="connsiteX777" fmla="*/ 8697248 w 8877359"/>
              <a:gd name="connsiteY777" fmla="*/ 1521431 h 4893730"/>
              <a:gd name="connsiteX778" fmla="*/ 8651793 w 8877359"/>
              <a:gd name="connsiteY778" fmla="*/ 1551561 h 4893730"/>
              <a:gd name="connsiteX779" fmla="*/ 8649812 w 8877359"/>
              <a:gd name="connsiteY779" fmla="*/ 1557941 h 4893730"/>
              <a:gd name="connsiteX780" fmla="*/ 8646618 w 8877359"/>
              <a:gd name="connsiteY780" fmla="*/ 1555305 h 4893730"/>
              <a:gd name="connsiteX781" fmla="*/ 8619037 w 8877359"/>
              <a:gd name="connsiteY781" fmla="*/ 1546880 h 4893730"/>
              <a:gd name="connsiteX782" fmla="*/ 8569705 w 8877359"/>
              <a:gd name="connsiteY782" fmla="*/ 1596212 h 4893730"/>
              <a:gd name="connsiteX783" fmla="*/ 8571923 w 8877359"/>
              <a:gd name="connsiteY783" fmla="*/ 1610882 h 4893730"/>
              <a:gd name="connsiteX784" fmla="*/ 8573970 w 8877359"/>
              <a:gd name="connsiteY784" fmla="*/ 1615141 h 4893730"/>
              <a:gd name="connsiteX785" fmla="*/ 8570024 w 8877359"/>
              <a:gd name="connsiteY785" fmla="*/ 1614744 h 4893730"/>
              <a:gd name="connsiteX786" fmla="*/ 8520693 w 8877359"/>
              <a:gd name="connsiteY786" fmla="*/ 1664076 h 4893730"/>
              <a:gd name="connsiteX787" fmla="*/ 8535141 w 8877359"/>
              <a:gd name="connsiteY787" fmla="*/ 1698959 h 4893730"/>
              <a:gd name="connsiteX788" fmla="*/ 8541985 w 8877359"/>
              <a:gd name="connsiteY788" fmla="*/ 1704605 h 4893730"/>
              <a:gd name="connsiteX789" fmla="*/ 8535141 w 8877359"/>
              <a:gd name="connsiteY789" fmla="*/ 1710252 h 4893730"/>
              <a:gd name="connsiteX790" fmla="*/ 8520693 w 8877359"/>
              <a:gd name="connsiteY790" fmla="*/ 1745135 h 4893730"/>
              <a:gd name="connsiteX791" fmla="*/ 8570024 w 8877359"/>
              <a:gd name="connsiteY791" fmla="*/ 1794467 h 4893730"/>
              <a:gd name="connsiteX792" fmla="*/ 8573482 w 8877359"/>
              <a:gd name="connsiteY792" fmla="*/ 1794118 h 4893730"/>
              <a:gd name="connsiteX793" fmla="*/ 8570707 w 8877359"/>
              <a:gd name="connsiteY793" fmla="*/ 1803057 h 4893730"/>
              <a:gd name="connsiteX794" fmla="*/ 8569705 w 8877359"/>
              <a:gd name="connsiteY794" fmla="*/ 1812999 h 4893730"/>
              <a:gd name="connsiteX795" fmla="*/ 8619037 w 8877359"/>
              <a:gd name="connsiteY795" fmla="*/ 1862330 h 4893730"/>
              <a:gd name="connsiteX796" fmla="*/ 8646618 w 8877359"/>
              <a:gd name="connsiteY796" fmla="*/ 1853905 h 4893730"/>
              <a:gd name="connsiteX797" fmla="*/ 8649812 w 8877359"/>
              <a:gd name="connsiteY797" fmla="*/ 1851270 h 4893730"/>
              <a:gd name="connsiteX798" fmla="*/ 8651793 w 8877359"/>
              <a:gd name="connsiteY798" fmla="*/ 1857650 h 4893730"/>
              <a:gd name="connsiteX799" fmla="*/ 8697248 w 8877359"/>
              <a:gd name="connsiteY799" fmla="*/ 1887779 h 4893730"/>
              <a:gd name="connsiteX800" fmla="*/ 189515 w 8877359"/>
              <a:gd name="connsiteY800" fmla="*/ 1887779 h 4893730"/>
              <a:gd name="connsiteX801" fmla="*/ 234970 w 8877359"/>
              <a:gd name="connsiteY801" fmla="*/ 1857650 h 4893730"/>
              <a:gd name="connsiteX802" fmla="*/ 237147 w 8877359"/>
              <a:gd name="connsiteY802" fmla="*/ 1850638 h 4893730"/>
              <a:gd name="connsiteX803" fmla="*/ 241107 w 8877359"/>
              <a:gd name="connsiteY803" fmla="*/ 1853905 h 4893730"/>
              <a:gd name="connsiteX804" fmla="*/ 268689 w 8877359"/>
              <a:gd name="connsiteY804" fmla="*/ 1862330 h 4893730"/>
              <a:gd name="connsiteX805" fmla="*/ 318021 w 8877359"/>
              <a:gd name="connsiteY805" fmla="*/ 1812999 h 4893730"/>
              <a:gd name="connsiteX806" fmla="*/ 317019 w 8877359"/>
              <a:gd name="connsiteY806" fmla="*/ 1803056 h 4893730"/>
              <a:gd name="connsiteX807" fmla="*/ 314244 w 8877359"/>
              <a:gd name="connsiteY807" fmla="*/ 1794118 h 4893730"/>
              <a:gd name="connsiteX808" fmla="*/ 317702 w 8877359"/>
              <a:gd name="connsiteY808" fmla="*/ 1794467 h 4893730"/>
              <a:gd name="connsiteX809" fmla="*/ 367033 w 8877359"/>
              <a:gd name="connsiteY809" fmla="*/ 1745135 h 4893730"/>
              <a:gd name="connsiteX810" fmla="*/ 352584 w 8877359"/>
              <a:gd name="connsiteY810" fmla="*/ 1710252 h 4893730"/>
              <a:gd name="connsiteX811" fmla="*/ 345740 w 8877359"/>
              <a:gd name="connsiteY811" fmla="*/ 1704605 h 4893730"/>
              <a:gd name="connsiteX812" fmla="*/ 352584 w 8877359"/>
              <a:gd name="connsiteY812" fmla="*/ 1698959 h 4893730"/>
              <a:gd name="connsiteX813" fmla="*/ 367033 w 8877359"/>
              <a:gd name="connsiteY813" fmla="*/ 1664076 h 4893730"/>
              <a:gd name="connsiteX814" fmla="*/ 317702 w 8877359"/>
              <a:gd name="connsiteY814" fmla="*/ 1614744 h 4893730"/>
              <a:gd name="connsiteX815" fmla="*/ 314244 w 8877359"/>
              <a:gd name="connsiteY815" fmla="*/ 1615092 h 4893730"/>
              <a:gd name="connsiteX816" fmla="*/ 317019 w 8877359"/>
              <a:gd name="connsiteY816" fmla="*/ 1606154 h 4893730"/>
              <a:gd name="connsiteX817" fmla="*/ 318021 w 8877359"/>
              <a:gd name="connsiteY817" fmla="*/ 1596212 h 4893730"/>
              <a:gd name="connsiteX818" fmla="*/ 268689 w 8877359"/>
              <a:gd name="connsiteY818" fmla="*/ 1546880 h 4893730"/>
              <a:gd name="connsiteX819" fmla="*/ 241107 w 8877359"/>
              <a:gd name="connsiteY819" fmla="*/ 1555305 h 4893730"/>
              <a:gd name="connsiteX820" fmla="*/ 237147 w 8877359"/>
              <a:gd name="connsiteY820" fmla="*/ 1558573 h 4893730"/>
              <a:gd name="connsiteX821" fmla="*/ 234970 w 8877359"/>
              <a:gd name="connsiteY821" fmla="*/ 1551561 h 4893730"/>
              <a:gd name="connsiteX822" fmla="*/ 189515 w 8877359"/>
              <a:gd name="connsiteY822" fmla="*/ 1521431 h 4893730"/>
              <a:gd name="connsiteX823" fmla="*/ 144061 w 8877359"/>
              <a:gd name="connsiteY823" fmla="*/ 1551561 h 4893730"/>
              <a:gd name="connsiteX824" fmla="*/ 142080 w 8877359"/>
              <a:gd name="connsiteY824" fmla="*/ 1557941 h 4893730"/>
              <a:gd name="connsiteX825" fmla="*/ 138886 w 8877359"/>
              <a:gd name="connsiteY825" fmla="*/ 1555305 h 4893730"/>
              <a:gd name="connsiteX826" fmla="*/ 111304 w 8877359"/>
              <a:gd name="connsiteY826" fmla="*/ 1546880 h 4893730"/>
              <a:gd name="connsiteX827" fmla="*/ 61973 w 8877359"/>
              <a:gd name="connsiteY827" fmla="*/ 1596212 h 4893730"/>
              <a:gd name="connsiteX828" fmla="*/ 64191 w 8877359"/>
              <a:gd name="connsiteY828" fmla="*/ 1610882 h 4893730"/>
              <a:gd name="connsiteX829" fmla="*/ 66238 w 8877359"/>
              <a:gd name="connsiteY829" fmla="*/ 1615141 h 4893730"/>
              <a:gd name="connsiteX830" fmla="*/ 62292 w 8877359"/>
              <a:gd name="connsiteY830" fmla="*/ 1614744 h 4893730"/>
              <a:gd name="connsiteX831" fmla="*/ 12960 w 8877359"/>
              <a:gd name="connsiteY831" fmla="*/ 1664076 h 4893730"/>
              <a:gd name="connsiteX832" fmla="*/ 27409 w 8877359"/>
              <a:gd name="connsiteY832" fmla="*/ 1698959 h 4893730"/>
              <a:gd name="connsiteX833" fmla="*/ 34253 w 8877359"/>
              <a:gd name="connsiteY833" fmla="*/ 1704605 h 4893730"/>
              <a:gd name="connsiteX834" fmla="*/ 27409 w 8877359"/>
              <a:gd name="connsiteY834" fmla="*/ 1710252 h 4893730"/>
              <a:gd name="connsiteX835" fmla="*/ 12960 w 8877359"/>
              <a:gd name="connsiteY835" fmla="*/ 1745135 h 4893730"/>
              <a:gd name="connsiteX836" fmla="*/ 62292 w 8877359"/>
              <a:gd name="connsiteY836" fmla="*/ 1794467 h 4893730"/>
              <a:gd name="connsiteX837" fmla="*/ 65749 w 8877359"/>
              <a:gd name="connsiteY837" fmla="*/ 1794118 h 4893730"/>
              <a:gd name="connsiteX838" fmla="*/ 62975 w 8877359"/>
              <a:gd name="connsiteY838" fmla="*/ 1803057 h 4893730"/>
              <a:gd name="connsiteX839" fmla="*/ 61973 w 8877359"/>
              <a:gd name="connsiteY839" fmla="*/ 1812999 h 4893730"/>
              <a:gd name="connsiteX840" fmla="*/ 111304 w 8877359"/>
              <a:gd name="connsiteY840" fmla="*/ 1862330 h 4893730"/>
              <a:gd name="connsiteX841" fmla="*/ 138886 w 8877359"/>
              <a:gd name="connsiteY841" fmla="*/ 1853905 h 4893730"/>
              <a:gd name="connsiteX842" fmla="*/ 142080 w 8877359"/>
              <a:gd name="connsiteY842" fmla="*/ 1851270 h 4893730"/>
              <a:gd name="connsiteX843" fmla="*/ 144061 w 8877359"/>
              <a:gd name="connsiteY843" fmla="*/ 1857650 h 4893730"/>
              <a:gd name="connsiteX844" fmla="*/ 189515 w 8877359"/>
              <a:gd name="connsiteY844" fmla="*/ 1887779 h 4893730"/>
              <a:gd name="connsiteX845" fmla="*/ 8701715 w 8877359"/>
              <a:gd name="connsiteY845" fmla="*/ 2118321 h 4893730"/>
              <a:gd name="connsiteX846" fmla="*/ 8740791 w 8877359"/>
              <a:gd name="connsiteY846" fmla="*/ 2079245 h 4893730"/>
              <a:gd name="connsiteX847" fmla="*/ 8701715 w 8877359"/>
              <a:gd name="connsiteY847" fmla="*/ 2040169 h 4893730"/>
              <a:gd name="connsiteX848" fmla="*/ 8662639 w 8877359"/>
              <a:gd name="connsiteY848" fmla="*/ 2079245 h 4893730"/>
              <a:gd name="connsiteX849" fmla="*/ 8701715 w 8877359"/>
              <a:gd name="connsiteY849" fmla="*/ 2118321 h 4893730"/>
              <a:gd name="connsiteX850" fmla="*/ 193983 w 8877359"/>
              <a:gd name="connsiteY850" fmla="*/ 2118321 h 4893730"/>
              <a:gd name="connsiteX851" fmla="*/ 233059 w 8877359"/>
              <a:gd name="connsiteY851" fmla="*/ 2079245 h 4893730"/>
              <a:gd name="connsiteX852" fmla="*/ 193983 w 8877359"/>
              <a:gd name="connsiteY852" fmla="*/ 2040169 h 4893730"/>
              <a:gd name="connsiteX853" fmla="*/ 154907 w 8877359"/>
              <a:gd name="connsiteY853" fmla="*/ 2079245 h 4893730"/>
              <a:gd name="connsiteX854" fmla="*/ 193983 w 8877359"/>
              <a:gd name="connsiteY854" fmla="*/ 2118321 h 4893730"/>
              <a:gd name="connsiteX855" fmla="*/ 8697248 w 8877359"/>
              <a:gd name="connsiteY855" fmla="*/ 2637058 h 4893730"/>
              <a:gd name="connsiteX856" fmla="*/ 8742703 w 8877359"/>
              <a:gd name="connsiteY856" fmla="*/ 2606929 h 4893730"/>
              <a:gd name="connsiteX857" fmla="*/ 8744879 w 8877359"/>
              <a:gd name="connsiteY857" fmla="*/ 2599917 h 4893730"/>
              <a:gd name="connsiteX858" fmla="*/ 8748840 w 8877359"/>
              <a:gd name="connsiteY858" fmla="*/ 2603184 h 4893730"/>
              <a:gd name="connsiteX859" fmla="*/ 8776421 w 8877359"/>
              <a:gd name="connsiteY859" fmla="*/ 2611609 h 4893730"/>
              <a:gd name="connsiteX860" fmla="*/ 8825753 w 8877359"/>
              <a:gd name="connsiteY860" fmla="*/ 2562278 h 4893730"/>
              <a:gd name="connsiteX861" fmla="*/ 8824751 w 8877359"/>
              <a:gd name="connsiteY861" fmla="*/ 2552335 h 4893730"/>
              <a:gd name="connsiteX862" fmla="*/ 8821976 w 8877359"/>
              <a:gd name="connsiteY862" fmla="*/ 2543397 h 4893730"/>
              <a:gd name="connsiteX863" fmla="*/ 8825434 w 8877359"/>
              <a:gd name="connsiteY863" fmla="*/ 2543746 h 4893730"/>
              <a:gd name="connsiteX864" fmla="*/ 8874765 w 8877359"/>
              <a:gd name="connsiteY864" fmla="*/ 2494414 h 4893730"/>
              <a:gd name="connsiteX865" fmla="*/ 8860317 w 8877359"/>
              <a:gd name="connsiteY865" fmla="*/ 2459531 h 4893730"/>
              <a:gd name="connsiteX866" fmla="*/ 8853473 w 8877359"/>
              <a:gd name="connsiteY866" fmla="*/ 2453884 h 4893730"/>
              <a:gd name="connsiteX867" fmla="*/ 8860317 w 8877359"/>
              <a:gd name="connsiteY867" fmla="*/ 2448238 h 4893730"/>
              <a:gd name="connsiteX868" fmla="*/ 8874765 w 8877359"/>
              <a:gd name="connsiteY868" fmla="*/ 2413355 h 4893730"/>
              <a:gd name="connsiteX869" fmla="*/ 8825434 w 8877359"/>
              <a:gd name="connsiteY869" fmla="*/ 2364023 h 4893730"/>
              <a:gd name="connsiteX870" fmla="*/ 8821976 w 8877359"/>
              <a:gd name="connsiteY870" fmla="*/ 2364371 h 4893730"/>
              <a:gd name="connsiteX871" fmla="*/ 8824751 w 8877359"/>
              <a:gd name="connsiteY871" fmla="*/ 2355433 h 4893730"/>
              <a:gd name="connsiteX872" fmla="*/ 8825753 w 8877359"/>
              <a:gd name="connsiteY872" fmla="*/ 2345491 h 4893730"/>
              <a:gd name="connsiteX873" fmla="*/ 8776421 w 8877359"/>
              <a:gd name="connsiteY873" fmla="*/ 2296159 h 4893730"/>
              <a:gd name="connsiteX874" fmla="*/ 8748840 w 8877359"/>
              <a:gd name="connsiteY874" fmla="*/ 2304584 h 4893730"/>
              <a:gd name="connsiteX875" fmla="*/ 8744879 w 8877359"/>
              <a:gd name="connsiteY875" fmla="*/ 2307852 h 4893730"/>
              <a:gd name="connsiteX876" fmla="*/ 8742703 w 8877359"/>
              <a:gd name="connsiteY876" fmla="*/ 2300840 h 4893730"/>
              <a:gd name="connsiteX877" fmla="*/ 8697248 w 8877359"/>
              <a:gd name="connsiteY877" fmla="*/ 2270710 h 4893730"/>
              <a:gd name="connsiteX878" fmla="*/ 8651793 w 8877359"/>
              <a:gd name="connsiteY878" fmla="*/ 2300840 h 4893730"/>
              <a:gd name="connsiteX879" fmla="*/ 8649812 w 8877359"/>
              <a:gd name="connsiteY879" fmla="*/ 2307220 h 4893730"/>
              <a:gd name="connsiteX880" fmla="*/ 8646618 w 8877359"/>
              <a:gd name="connsiteY880" fmla="*/ 2304584 h 4893730"/>
              <a:gd name="connsiteX881" fmla="*/ 8619037 w 8877359"/>
              <a:gd name="connsiteY881" fmla="*/ 2296159 h 4893730"/>
              <a:gd name="connsiteX882" fmla="*/ 8569705 w 8877359"/>
              <a:gd name="connsiteY882" fmla="*/ 2345491 h 4893730"/>
              <a:gd name="connsiteX883" fmla="*/ 8571923 w 8877359"/>
              <a:gd name="connsiteY883" fmla="*/ 2360161 h 4893730"/>
              <a:gd name="connsiteX884" fmla="*/ 8573970 w 8877359"/>
              <a:gd name="connsiteY884" fmla="*/ 2364420 h 4893730"/>
              <a:gd name="connsiteX885" fmla="*/ 8570024 w 8877359"/>
              <a:gd name="connsiteY885" fmla="*/ 2364023 h 4893730"/>
              <a:gd name="connsiteX886" fmla="*/ 8520693 w 8877359"/>
              <a:gd name="connsiteY886" fmla="*/ 2413355 h 4893730"/>
              <a:gd name="connsiteX887" fmla="*/ 8535141 w 8877359"/>
              <a:gd name="connsiteY887" fmla="*/ 2448238 h 4893730"/>
              <a:gd name="connsiteX888" fmla="*/ 8541985 w 8877359"/>
              <a:gd name="connsiteY888" fmla="*/ 2453884 h 4893730"/>
              <a:gd name="connsiteX889" fmla="*/ 8535141 w 8877359"/>
              <a:gd name="connsiteY889" fmla="*/ 2459531 h 4893730"/>
              <a:gd name="connsiteX890" fmla="*/ 8520693 w 8877359"/>
              <a:gd name="connsiteY890" fmla="*/ 2494414 h 4893730"/>
              <a:gd name="connsiteX891" fmla="*/ 8570024 w 8877359"/>
              <a:gd name="connsiteY891" fmla="*/ 2543746 h 4893730"/>
              <a:gd name="connsiteX892" fmla="*/ 8573482 w 8877359"/>
              <a:gd name="connsiteY892" fmla="*/ 2543397 h 4893730"/>
              <a:gd name="connsiteX893" fmla="*/ 8570707 w 8877359"/>
              <a:gd name="connsiteY893" fmla="*/ 2552336 h 4893730"/>
              <a:gd name="connsiteX894" fmla="*/ 8569705 w 8877359"/>
              <a:gd name="connsiteY894" fmla="*/ 2562278 h 4893730"/>
              <a:gd name="connsiteX895" fmla="*/ 8619037 w 8877359"/>
              <a:gd name="connsiteY895" fmla="*/ 2611609 h 4893730"/>
              <a:gd name="connsiteX896" fmla="*/ 8646618 w 8877359"/>
              <a:gd name="connsiteY896" fmla="*/ 2603184 h 4893730"/>
              <a:gd name="connsiteX897" fmla="*/ 8649812 w 8877359"/>
              <a:gd name="connsiteY897" fmla="*/ 2600549 h 4893730"/>
              <a:gd name="connsiteX898" fmla="*/ 8651793 w 8877359"/>
              <a:gd name="connsiteY898" fmla="*/ 2606929 h 4893730"/>
              <a:gd name="connsiteX899" fmla="*/ 8697248 w 8877359"/>
              <a:gd name="connsiteY899" fmla="*/ 2637058 h 4893730"/>
              <a:gd name="connsiteX900" fmla="*/ 189516 w 8877359"/>
              <a:gd name="connsiteY900" fmla="*/ 2637058 h 4893730"/>
              <a:gd name="connsiteX901" fmla="*/ 234971 w 8877359"/>
              <a:gd name="connsiteY901" fmla="*/ 2606929 h 4893730"/>
              <a:gd name="connsiteX902" fmla="*/ 237147 w 8877359"/>
              <a:gd name="connsiteY902" fmla="*/ 2599917 h 4893730"/>
              <a:gd name="connsiteX903" fmla="*/ 241108 w 8877359"/>
              <a:gd name="connsiteY903" fmla="*/ 2603184 h 4893730"/>
              <a:gd name="connsiteX904" fmla="*/ 268689 w 8877359"/>
              <a:gd name="connsiteY904" fmla="*/ 2611609 h 4893730"/>
              <a:gd name="connsiteX905" fmla="*/ 318021 w 8877359"/>
              <a:gd name="connsiteY905" fmla="*/ 2562278 h 4893730"/>
              <a:gd name="connsiteX906" fmla="*/ 317019 w 8877359"/>
              <a:gd name="connsiteY906" fmla="*/ 2552335 h 4893730"/>
              <a:gd name="connsiteX907" fmla="*/ 314244 w 8877359"/>
              <a:gd name="connsiteY907" fmla="*/ 2543397 h 4893730"/>
              <a:gd name="connsiteX908" fmla="*/ 317702 w 8877359"/>
              <a:gd name="connsiteY908" fmla="*/ 2543746 h 4893730"/>
              <a:gd name="connsiteX909" fmla="*/ 367033 w 8877359"/>
              <a:gd name="connsiteY909" fmla="*/ 2494414 h 4893730"/>
              <a:gd name="connsiteX910" fmla="*/ 352585 w 8877359"/>
              <a:gd name="connsiteY910" fmla="*/ 2459531 h 4893730"/>
              <a:gd name="connsiteX911" fmla="*/ 345741 w 8877359"/>
              <a:gd name="connsiteY911" fmla="*/ 2453884 h 4893730"/>
              <a:gd name="connsiteX912" fmla="*/ 352585 w 8877359"/>
              <a:gd name="connsiteY912" fmla="*/ 2448238 h 4893730"/>
              <a:gd name="connsiteX913" fmla="*/ 367033 w 8877359"/>
              <a:gd name="connsiteY913" fmla="*/ 2413355 h 4893730"/>
              <a:gd name="connsiteX914" fmla="*/ 317702 w 8877359"/>
              <a:gd name="connsiteY914" fmla="*/ 2364023 h 4893730"/>
              <a:gd name="connsiteX915" fmla="*/ 314244 w 8877359"/>
              <a:gd name="connsiteY915" fmla="*/ 2364371 h 4893730"/>
              <a:gd name="connsiteX916" fmla="*/ 317019 w 8877359"/>
              <a:gd name="connsiteY916" fmla="*/ 2355433 h 4893730"/>
              <a:gd name="connsiteX917" fmla="*/ 318021 w 8877359"/>
              <a:gd name="connsiteY917" fmla="*/ 2345491 h 4893730"/>
              <a:gd name="connsiteX918" fmla="*/ 268689 w 8877359"/>
              <a:gd name="connsiteY918" fmla="*/ 2296159 h 4893730"/>
              <a:gd name="connsiteX919" fmla="*/ 241108 w 8877359"/>
              <a:gd name="connsiteY919" fmla="*/ 2304584 h 4893730"/>
              <a:gd name="connsiteX920" fmla="*/ 237147 w 8877359"/>
              <a:gd name="connsiteY920" fmla="*/ 2307852 h 4893730"/>
              <a:gd name="connsiteX921" fmla="*/ 234971 w 8877359"/>
              <a:gd name="connsiteY921" fmla="*/ 2300840 h 4893730"/>
              <a:gd name="connsiteX922" fmla="*/ 189516 w 8877359"/>
              <a:gd name="connsiteY922" fmla="*/ 2270710 h 4893730"/>
              <a:gd name="connsiteX923" fmla="*/ 144061 w 8877359"/>
              <a:gd name="connsiteY923" fmla="*/ 2300840 h 4893730"/>
              <a:gd name="connsiteX924" fmla="*/ 142080 w 8877359"/>
              <a:gd name="connsiteY924" fmla="*/ 2307220 h 4893730"/>
              <a:gd name="connsiteX925" fmla="*/ 138886 w 8877359"/>
              <a:gd name="connsiteY925" fmla="*/ 2304584 h 4893730"/>
              <a:gd name="connsiteX926" fmla="*/ 111305 w 8877359"/>
              <a:gd name="connsiteY926" fmla="*/ 2296159 h 4893730"/>
              <a:gd name="connsiteX927" fmla="*/ 61973 w 8877359"/>
              <a:gd name="connsiteY927" fmla="*/ 2345491 h 4893730"/>
              <a:gd name="connsiteX928" fmla="*/ 64191 w 8877359"/>
              <a:gd name="connsiteY928" fmla="*/ 2360161 h 4893730"/>
              <a:gd name="connsiteX929" fmla="*/ 66238 w 8877359"/>
              <a:gd name="connsiteY929" fmla="*/ 2364420 h 4893730"/>
              <a:gd name="connsiteX930" fmla="*/ 62292 w 8877359"/>
              <a:gd name="connsiteY930" fmla="*/ 2364023 h 4893730"/>
              <a:gd name="connsiteX931" fmla="*/ 12961 w 8877359"/>
              <a:gd name="connsiteY931" fmla="*/ 2413355 h 4893730"/>
              <a:gd name="connsiteX932" fmla="*/ 27410 w 8877359"/>
              <a:gd name="connsiteY932" fmla="*/ 2448238 h 4893730"/>
              <a:gd name="connsiteX933" fmla="*/ 34253 w 8877359"/>
              <a:gd name="connsiteY933" fmla="*/ 2453884 h 4893730"/>
              <a:gd name="connsiteX934" fmla="*/ 27410 w 8877359"/>
              <a:gd name="connsiteY934" fmla="*/ 2459531 h 4893730"/>
              <a:gd name="connsiteX935" fmla="*/ 12961 w 8877359"/>
              <a:gd name="connsiteY935" fmla="*/ 2494414 h 4893730"/>
              <a:gd name="connsiteX936" fmla="*/ 62292 w 8877359"/>
              <a:gd name="connsiteY936" fmla="*/ 2543746 h 4893730"/>
              <a:gd name="connsiteX937" fmla="*/ 65750 w 8877359"/>
              <a:gd name="connsiteY937" fmla="*/ 2543397 h 4893730"/>
              <a:gd name="connsiteX938" fmla="*/ 62975 w 8877359"/>
              <a:gd name="connsiteY938" fmla="*/ 2552336 h 4893730"/>
              <a:gd name="connsiteX939" fmla="*/ 61973 w 8877359"/>
              <a:gd name="connsiteY939" fmla="*/ 2562278 h 4893730"/>
              <a:gd name="connsiteX940" fmla="*/ 111305 w 8877359"/>
              <a:gd name="connsiteY940" fmla="*/ 2611609 h 4893730"/>
              <a:gd name="connsiteX941" fmla="*/ 138886 w 8877359"/>
              <a:gd name="connsiteY941" fmla="*/ 2603184 h 4893730"/>
              <a:gd name="connsiteX942" fmla="*/ 142080 w 8877359"/>
              <a:gd name="connsiteY942" fmla="*/ 2600549 h 4893730"/>
              <a:gd name="connsiteX943" fmla="*/ 144061 w 8877359"/>
              <a:gd name="connsiteY943" fmla="*/ 2606929 h 4893730"/>
              <a:gd name="connsiteX944" fmla="*/ 189516 w 8877359"/>
              <a:gd name="connsiteY944" fmla="*/ 2637058 h 4893730"/>
              <a:gd name="connsiteX945" fmla="*/ 8701715 w 8877359"/>
              <a:gd name="connsiteY945" fmla="*/ 2867601 h 4893730"/>
              <a:gd name="connsiteX946" fmla="*/ 8740791 w 8877359"/>
              <a:gd name="connsiteY946" fmla="*/ 2828525 h 4893730"/>
              <a:gd name="connsiteX947" fmla="*/ 8701715 w 8877359"/>
              <a:gd name="connsiteY947" fmla="*/ 2789449 h 4893730"/>
              <a:gd name="connsiteX948" fmla="*/ 8662639 w 8877359"/>
              <a:gd name="connsiteY948" fmla="*/ 2828525 h 4893730"/>
              <a:gd name="connsiteX949" fmla="*/ 8701715 w 8877359"/>
              <a:gd name="connsiteY949" fmla="*/ 2867601 h 4893730"/>
              <a:gd name="connsiteX950" fmla="*/ 193983 w 8877359"/>
              <a:gd name="connsiteY950" fmla="*/ 2867601 h 4893730"/>
              <a:gd name="connsiteX951" fmla="*/ 233059 w 8877359"/>
              <a:gd name="connsiteY951" fmla="*/ 2828525 h 4893730"/>
              <a:gd name="connsiteX952" fmla="*/ 193983 w 8877359"/>
              <a:gd name="connsiteY952" fmla="*/ 2789449 h 4893730"/>
              <a:gd name="connsiteX953" fmla="*/ 154907 w 8877359"/>
              <a:gd name="connsiteY953" fmla="*/ 2828525 h 4893730"/>
              <a:gd name="connsiteX954" fmla="*/ 193983 w 8877359"/>
              <a:gd name="connsiteY954" fmla="*/ 2867601 h 4893730"/>
              <a:gd name="connsiteX955" fmla="*/ 189516 w 8877359"/>
              <a:gd name="connsiteY955" fmla="*/ 3386337 h 4893730"/>
              <a:gd name="connsiteX956" fmla="*/ 234971 w 8877359"/>
              <a:gd name="connsiteY956" fmla="*/ 3356207 h 4893730"/>
              <a:gd name="connsiteX957" fmla="*/ 237148 w 8877359"/>
              <a:gd name="connsiteY957" fmla="*/ 3349195 h 4893730"/>
              <a:gd name="connsiteX958" fmla="*/ 241108 w 8877359"/>
              <a:gd name="connsiteY958" fmla="*/ 3352463 h 4893730"/>
              <a:gd name="connsiteX959" fmla="*/ 268690 w 8877359"/>
              <a:gd name="connsiteY959" fmla="*/ 3360888 h 4893730"/>
              <a:gd name="connsiteX960" fmla="*/ 318021 w 8877359"/>
              <a:gd name="connsiteY960" fmla="*/ 3311556 h 4893730"/>
              <a:gd name="connsiteX961" fmla="*/ 317019 w 8877359"/>
              <a:gd name="connsiteY961" fmla="*/ 3301613 h 4893730"/>
              <a:gd name="connsiteX962" fmla="*/ 314245 w 8877359"/>
              <a:gd name="connsiteY962" fmla="*/ 3292676 h 4893730"/>
              <a:gd name="connsiteX963" fmla="*/ 317702 w 8877359"/>
              <a:gd name="connsiteY963" fmla="*/ 3293024 h 4893730"/>
              <a:gd name="connsiteX964" fmla="*/ 367034 w 8877359"/>
              <a:gd name="connsiteY964" fmla="*/ 3243692 h 4893730"/>
              <a:gd name="connsiteX965" fmla="*/ 352585 w 8877359"/>
              <a:gd name="connsiteY965" fmla="*/ 3208809 h 4893730"/>
              <a:gd name="connsiteX966" fmla="*/ 345741 w 8877359"/>
              <a:gd name="connsiteY966" fmla="*/ 3203163 h 4893730"/>
              <a:gd name="connsiteX967" fmla="*/ 352585 w 8877359"/>
              <a:gd name="connsiteY967" fmla="*/ 3197516 h 4893730"/>
              <a:gd name="connsiteX968" fmla="*/ 367034 w 8877359"/>
              <a:gd name="connsiteY968" fmla="*/ 3162633 h 4893730"/>
              <a:gd name="connsiteX969" fmla="*/ 317702 w 8877359"/>
              <a:gd name="connsiteY969" fmla="*/ 3113301 h 4893730"/>
              <a:gd name="connsiteX970" fmla="*/ 314245 w 8877359"/>
              <a:gd name="connsiteY970" fmla="*/ 3113650 h 4893730"/>
              <a:gd name="connsiteX971" fmla="*/ 317019 w 8877359"/>
              <a:gd name="connsiteY971" fmla="*/ 3104711 h 4893730"/>
              <a:gd name="connsiteX972" fmla="*/ 318021 w 8877359"/>
              <a:gd name="connsiteY972" fmla="*/ 3094769 h 4893730"/>
              <a:gd name="connsiteX973" fmla="*/ 268690 w 8877359"/>
              <a:gd name="connsiteY973" fmla="*/ 3045437 h 4893730"/>
              <a:gd name="connsiteX974" fmla="*/ 241108 w 8877359"/>
              <a:gd name="connsiteY974" fmla="*/ 3053863 h 4893730"/>
              <a:gd name="connsiteX975" fmla="*/ 237148 w 8877359"/>
              <a:gd name="connsiteY975" fmla="*/ 3057130 h 4893730"/>
              <a:gd name="connsiteX976" fmla="*/ 234971 w 8877359"/>
              <a:gd name="connsiteY976" fmla="*/ 3050118 h 4893730"/>
              <a:gd name="connsiteX977" fmla="*/ 189516 w 8877359"/>
              <a:gd name="connsiteY977" fmla="*/ 3019989 h 4893730"/>
              <a:gd name="connsiteX978" fmla="*/ 144061 w 8877359"/>
              <a:gd name="connsiteY978" fmla="*/ 3050118 h 4893730"/>
              <a:gd name="connsiteX979" fmla="*/ 142081 w 8877359"/>
              <a:gd name="connsiteY979" fmla="*/ 3056498 h 4893730"/>
              <a:gd name="connsiteX980" fmla="*/ 138887 w 8877359"/>
              <a:gd name="connsiteY980" fmla="*/ 3053863 h 4893730"/>
              <a:gd name="connsiteX981" fmla="*/ 111305 w 8877359"/>
              <a:gd name="connsiteY981" fmla="*/ 3045437 h 4893730"/>
              <a:gd name="connsiteX982" fmla="*/ 61973 w 8877359"/>
              <a:gd name="connsiteY982" fmla="*/ 3094769 h 4893730"/>
              <a:gd name="connsiteX983" fmla="*/ 64191 w 8877359"/>
              <a:gd name="connsiteY983" fmla="*/ 3109439 h 4893730"/>
              <a:gd name="connsiteX984" fmla="*/ 66239 w 8877359"/>
              <a:gd name="connsiteY984" fmla="*/ 3113699 h 4893730"/>
              <a:gd name="connsiteX985" fmla="*/ 62293 w 8877359"/>
              <a:gd name="connsiteY985" fmla="*/ 3113301 h 4893730"/>
              <a:gd name="connsiteX986" fmla="*/ 12961 w 8877359"/>
              <a:gd name="connsiteY986" fmla="*/ 3162633 h 4893730"/>
              <a:gd name="connsiteX987" fmla="*/ 27410 w 8877359"/>
              <a:gd name="connsiteY987" fmla="*/ 3197516 h 4893730"/>
              <a:gd name="connsiteX988" fmla="*/ 34254 w 8877359"/>
              <a:gd name="connsiteY988" fmla="*/ 3203163 h 4893730"/>
              <a:gd name="connsiteX989" fmla="*/ 27410 w 8877359"/>
              <a:gd name="connsiteY989" fmla="*/ 3208809 h 4893730"/>
              <a:gd name="connsiteX990" fmla="*/ 12961 w 8877359"/>
              <a:gd name="connsiteY990" fmla="*/ 3243692 h 4893730"/>
              <a:gd name="connsiteX991" fmla="*/ 62293 w 8877359"/>
              <a:gd name="connsiteY991" fmla="*/ 3293024 h 4893730"/>
              <a:gd name="connsiteX992" fmla="*/ 65750 w 8877359"/>
              <a:gd name="connsiteY992" fmla="*/ 3292675 h 4893730"/>
              <a:gd name="connsiteX993" fmla="*/ 62975 w 8877359"/>
              <a:gd name="connsiteY993" fmla="*/ 3301614 h 4893730"/>
              <a:gd name="connsiteX994" fmla="*/ 61973 w 8877359"/>
              <a:gd name="connsiteY994" fmla="*/ 3311556 h 4893730"/>
              <a:gd name="connsiteX995" fmla="*/ 111305 w 8877359"/>
              <a:gd name="connsiteY995" fmla="*/ 3360888 h 4893730"/>
              <a:gd name="connsiteX996" fmla="*/ 138887 w 8877359"/>
              <a:gd name="connsiteY996" fmla="*/ 3352463 h 4893730"/>
              <a:gd name="connsiteX997" fmla="*/ 142081 w 8877359"/>
              <a:gd name="connsiteY997" fmla="*/ 3349827 h 4893730"/>
              <a:gd name="connsiteX998" fmla="*/ 144061 w 8877359"/>
              <a:gd name="connsiteY998" fmla="*/ 3356207 h 4893730"/>
              <a:gd name="connsiteX999" fmla="*/ 189516 w 8877359"/>
              <a:gd name="connsiteY999" fmla="*/ 3386337 h 4893730"/>
              <a:gd name="connsiteX1000" fmla="*/ 8697248 w 8877359"/>
              <a:gd name="connsiteY1000" fmla="*/ 3386338 h 4893730"/>
              <a:gd name="connsiteX1001" fmla="*/ 8742703 w 8877359"/>
              <a:gd name="connsiteY1001" fmla="*/ 3356208 h 4893730"/>
              <a:gd name="connsiteX1002" fmla="*/ 8744879 w 8877359"/>
              <a:gd name="connsiteY1002" fmla="*/ 3349196 h 4893730"/>
              <a:gd name="connsiteX1003" fmla="*/ 8748840 w 8877359"/>
              <a:gd name="connsiteY1003" fmla="*/ 3352464 h 4893730"/>
              <a:gd name="connsiteX1004" fmla="*/ 8776421 w 8877359"/>
              <a:gd name="connsiteY1004" fmla="*/ 3360889 h 4893730"/>
              <a:gd name="connsiteX1005" fmla="*/ 8825753 w 8877359"/>
              <a:gd name="connsiteY1005" fmla="*/ 3311557 h 4893730"/>
              <a:gd name="connsiteX1006" fmla="*/ 8824751 w 8877359"/>
              <a:gd name="connsiteY1006" fmla="*/ 3301615 h 4893730"/>
              <a:gd name="connsiteX1007" fmla="*/ 8821976 w 8877359"/>
              <a:gd name="connsiteY1007" fmla="*/ 3292677 h 4893730"/>
              <a:gd name="connsiteX1008" fmla="*/ 8825434 w 8877359"/>
              <a:gd name="connsiteY1008" fmla="*/ 3293025 h 4893730"/>
              <a:gd name="connsiteX1009" fmla="*/ 8874765 w 8877359"/>
              <a:gd name="connsiteY1009" fmla="*/ 3243693 h 4893730"/>
              <a:gd name="connsiteX1010" fmla="*/ 8860317 w 8877359"/>
              <a:gd name="connsiteY1010" fmla="*/ 3208810 h 4893730"/>
              <a:gd name="connsiteX1011" fmla="*/ 8853473 w 8877359"/>
              <a:gd name="connsiteY1011" fmla="*/ 3203164 h 4893730"/>
              <a:gd name="connsiteX1012" fmla="*/ 8860317 w 8877359"/>
              <a:gd name="connsiteY1012" fmla="*/ 3197517 h 4893730"/>
              <a:gd name="connsiteX1013" fmla="*/ 8874765 w 8877359"/>
              <a:gd name="connsiteY1013" fmla="*/ 3162634 h 4893730"/>
              <a:gd name="connsiteX1014" fmla="*/ 8825434 w 8877359"/>
              <a:gd name="connsiteY1014" fmla="*/ 3113302 h 4893730"/>
              <a:gd name="connsiteX1015" fmla="*/ 8821976 w 8877359"/>
              <a:gd name="connsiteY1015" fmla="*/ 3113651 h 4893730"/>
              <a:gd name="connsiteX1016" fmla="*/ 8824751 w 8877359"/>
              <a:gd name="connsiteY1016" fmla="*/ 3104713 h 4893730"/>
              <a:gd name="connsiteX1017" fmla="*/ 8825753 w 8877359"/>
              <a:gd name="connsiteY1017" fmla="*/ 3094771 h 4893730"/>
              <a:gd name="connsiteX1018" fmla="*/ 8776421 w 8877359"/>
              <a:gd name="connsiteY1018" fmla="*/ 3045439 h 4893730"/>
              <a:gd name="connsiteX1019" fmla="*/ 8748840 w 8877359"/>
              <a:gd name="connsiteY1019" fmla="*/ 3053864 h 4893730"/>
              <a:gd name="connsiteX1020" fmla="*/ 8744879 w 8877359"/>
              <a:gd name="connsiteY1020" fmla="*/ 3057131 h 4893730"/>
              <a:gd name="connsiteX1021" fmla="*/ 8742703 w 8877359"/>
              <a:gd name="connsiteY1021" fmla="*/ 3050119 h 4893730"/>
              <a:gd name="connsiteX1022" fmla="*/ 8697248 w 8877359"/>
              <a:gd name="connsiteY1022" fmla="*/ 3019990 h 4893730"/>
              <a:gd name="connsiteX1023" fmla="*/ 8651793 w 8877359"/>
              <a:gd name="connsiteY1023" fmla="*/ 3050119 h 4893730"/>
              <a:gd name="connsiteX1024" fmla="*/ 8649812 w 8877359"/>
              <a:gd name="connsiteY1024" fmla="*/ 3056499 h 4893730"/>
              <a:gd name="connsiteX1025" fmla="*/ 8646618 w 8877359"/>
              <a:gd name="connsiteY1025" fmla="*/ 3053864 h 4893730"/>
              <a:gd name="connsiteX1026" fmla="*/ 8619037 w 8877359"/>
              <a:gd name="connsiteY1026" fmla="*/ 3045439 h 4893730"/>
              <a:gd name="connsiteX1027" fmla="*/ 8569705 w 8877359"/>
              <a:gd name="connsiteY1027" fmla="*/ 3094771 h 4893730"/>
              <a:gd name="connsiteX1028" fmla="*/ 8571923 w 8877359"/>
              <a:gd name="connsiteY1028" fmla="*/ 3109440 h 4893730"/>
              <a:gd name="connsiteX1029" fmla="*/ 8573970 w 8877359"/>
              <a:gd name="connsiteY1029" fmla="*/ 3113700 h 4893730"/>
              <a:gd name="connsiteX1030" fmla="*/ 8570024 w 8877359"/>
              <a:gd name="connsiteY1030" fmla="*/ 3113302 h 4893730"/>
              <a:gd name="connsiteX1031" fmla="*/ 8520693 w 8877359"/>
              <a:gd name="connsiteY1031" fmla="*/ 3162634 h 4893730"/>
              <a:gd name="connsiteX1032" fmla="*/ 8535141 w 8877359"/>
              <a:gd name="connsiteY1032" fmla="*/ 3197517 h 4893730"/>
              <a:gd name="connsiteX1033" fmla="*/ 8541985 w 8877359"/>
              <a:gd name="connsiteY1033" fmla="*/ 3203164 h 4893730"/>
              <a:gd name="connsiteX1034" fmla="*/ 8535141 w 8877359"/>
              <a:gd name="connsiteY1034" fmla="*/ 3208810 h 4893730"/>
              <a:gd name="connsiteX1035" fmla="*/ 8520693 w 8877359"/>
              <a:gd name="connsiteY1035" fmla="*/ 3243693 h 4893730"/>
              <a:gd name="connsiteX1036" fmla="*/ 8570024 w 8877359"/>
              <a:gd name="connsiteY1036" fmla="*/ 3293025 h 4893730"/>
              <a:gd name="connsiteX1037" fmla="*/ 8573482 w 8877359"/>
              <a:gd name="connsiteY1037" fmla="*/ 3292677 h 4893730"/>
              <a:gd name="connsiteX1038" fmla="*/ 8570707 w 8877359"/>
              <a:gd name="connsiteY1038" fmla="*/ 3301615 h 4893730"/>
              <a:gd name="connsiteX1039" fmla="*/ 8569705 w 8877359"/>
              <a:gd name="connsiteY1039" fmla="*/ 3311557 h 4893730"/>
              <a:gd name="connsiteX1040" fmla="*/ 8619037 w 8877359"/>
              <a:gd name="connsiteY1040" fmla="*/ 3360889 h 4893730"/>
              <a:gd name="connsiteX1041" fmla="*/ 8646618 w 8877359"/>
              <a:gd name="connsiteY1041" fmla="*/ 3352464 h 4893730"/>
              <a:gd name="connsiteX1042" fmla="*/ 8649812 w 8877359"/>
              <a:gd name="connsiteY1042" fmla="*/ 3349828 h 4893730"/>
              <a:gd name="connsiteX1043" fmla="*/ 8651793 w 8877359"/>
              <a:gd name="connsiteY1043" fmla="*/ 3356208 h 4893730"/>
              <a:gd name="connsiteX1044" fmla="*/ 8697248 w 8877359"/>
              <a:gd name="connsiteY1044" fmla="*/ 3386338 h 4893730"/>
              <a:gd name="connsiteX1045" fmla="*/ 193984 w 8877359"/>
              <a:gd name="connsiteY1045" fmla="*/ 3616878 h 4893730"/>
              <a:gd name="connsiteX1046" fmla="*/ 233060 w 8877359"/>
              <a:gd name="connsiteY1046" fmla="*/ 3577801 h 4893730"/>
              <a:gd name="connsiteX1047" fmla="*/ 193984 w 8877359"/>
              <a:gd name="connsiteY1047" fmla="*/ 3538725 h 4893730"/>
              <a:gd name="connsiteX1048" fmla="*/ 154908 w 8877359"/>
              <a:gd name="connsiteY1048" fmla="*/ 3577801 h 4893730"/>
              <a:gd name="connsiteX1049" fmla="*/ 193984 w 8877359"/>
              <a:gd name="connsiteY1049" fmla="*/ 3616878 h 4893730"/>
              <a:gd name="connsiteX1050" fmla="*/ 8701715 w 8877359"/>
              <a:gd name="connsiteY1050" fmla="*/ 3616879 h 4893730"/>
              <a:gd name="connsiteX1051" fmla="*/ 8740791 w 8877359"/>
              <a:gd name="connsiteY1051" fmla="*/ 3577803 h 4893730"/>
              <a:gd name="connsiteX1052" fmla="*/ 8701715 w 8877359"/>
              <a:gd name="connsiteY1052" fmla="*/ 3538727 h 4893730"/>
              <a:gd name="connsiteX1053" fmla="*/ 8662639 w 8877359"/>
              <a:gd name="connsiteY1053" fmla="*/ 3577803 h 4893730"/>
              <a:gd name="connsiteX1054" fmla="*/ 8701715 w 8877359"/>
              <a:gd name="connsiteY1054" fmla="*/ 3616879 h 4893730"/>
              <a:gd name="connsiteX1055" fmla="*/ 189516 w 8877359"/>
              <a:gd name="connsiteY1055" fmla="*/ 4135616 h 4893730"/>
              <a:gd name="connsiteX1056" fmla="*/ 234971 w 8877359"/>
              <a:gd name="connsiteY1056" fmla="*/ 4105486 h 4893730"/>
              <a:gd name="connsiteX1057" fmla="*/ 237148 w 8877359"/>
              <a:gd name="connsiteY1057" fmla="*/ 4098474 h 4893730"/>
              <a:gd name="connsiteX1058" fmla="*/ 241108 w 8877359"/>
              <a:gd name="connsiteY1058" fmla="*/ 4101742 h 4893730"/>
              <a:gd name="connsiteX1059" fmla="*/ 268690 w 8877359"/>
              <a:gd name="connsiteY1059" fmla="*/ 4110167 h 4893730"/>
              <a:gd name="connsiteX1060" fmla="*/ 318022 w 8877359"/>
              <a:gd name="connsiteY1060" fmla="*/ 4060835 h 4893730"/>
              <a:gd name="connsiteX1061" fmla="*/ 317019 w 8877359"/>
              <a:gd name="connsiteY1061" fmla="*/ 4050893 h 4893730"/>
              <a:gd name="connsiteX1062" fmla="*/ 314245 w 8877359"/>
              <a:gd name="connsiteY1062" fmla="*/ 4041955 h 4893730"/>
              <a:gd name="connsiteX1063" fmla="*/ 317702 w 8877359"/>
              <a:gd name="connsiteY1063" fmla="*/ 4042303 h 4893730"/>
              <a:gd name="connsiteX1064" fmla="*/ 367034 w 8877359"/>
              <a:gd name="connsiteY1064" fmla="*/ 3992972 h 4893730"/>
              <a:gd name="connsiteX1065" fmla="*/ 352585 w 8877359"/>
              <a:gd name="connsiteY1065" fmla="*/ 3958088 h 4893730"/>
              <a:gd name="connsiteX1066" fmla="*/ 345741 w 8877359"/>
              <a:gd name="connsiteY1066" fmla="*/ 3952441 h 4893730"/>
              <a:gd name="connsiteX1067" fmla="*/ 352585 w 8877359"/>
              <a:gd name="connsiteY1067" fmla="*/ 3946795 h 4893730"/>
              <a:gd name="connsiteX1068" fmla="*/ 367034 w 8877359"/>
              <a:gd name="connsiteY1068" fmla="*/ 3911912 h 4893730"/>
              <a:gd name="connsiteX1069" fmla="*/ 317702 w 8877359"/>
              <a:gd name="connsiteY1069" fmla="*/ 3862580 h 4893730"/>
              <a:gd name="connsiteX1070" fmla="*/ 314245 w 8877359"/>
              <a:gd name="connsiteY1070" fmla="*/ 3862929 h 4893730"/>
              <a:gd name="connsiteX1071" fmla="*/ 317019 w 8877359"/>
              <a:gd name="connsiteY1071" fmla="*/ 3853990 h 4893730"/>
              <a:gd name="connsiteX1072" fmla="*/ 318022 w 8877359"/>
              <a:gd name="connsiteY1072" fmla="*/ 3844048 h 4893730"/>
              <a:gd name="connsiteX1073" fmla="*/ 268690 w 8877359"/>
              <a:gd name="connsiteY1073" fmla="*/ 3794716 h 4893730"/>
              <a:gd name="connsiteX1074" fmla="*/ 241108 w 8877359"/>
              <a:gd name="connsiteY1074" fmla="*/ 3803142 h 4893730"/>
              <a:gd name="connsiteX1075" fmla="*/ 237148 w 8877359"/>
              <a:gd name="connsiteY1075" fmla="*/ 3806409 h 4893730"/>
              <a:gd name="connsiteX1076" fmla="*/ 234971 w 8877359"/>
              <a:gd name="connsiteY1076" fmla="*/ 3799397 h 4893730"/>
              <a:gd name="connsiteX1077" fmla="*/ 189516 w 8877359"/>
              <a:gd name="connsiteY1077" fmla="*/ 3769267 h 4893730"/>
              <a:gd name="connsiteX1078" fmla="*/ 144061 w 8877359"/>
              <a:gd name="connsiteY1078" fmla="*/ 3799397 h 4893730"/>
              <a:gd name="connsiteX1079" fmla="*/ 142081 w 8877359"/>
              <a:gd name="connsiteY1079" fmla="*/ 3805777 h 4893730"/>
              <a:gd name="connsiteX1080" fmla="*/ 138887 w 8877359"/>
              <a:gd name="connsiteY1080" fmla="*/ 3803142 h 4893730"/>
              <a:gd name="connsiteX1081" fmla="*/ 111305 w 8877359"/>
              <a:gd name="connsiteY1081" fmla="*/ 3794716 h 4893730"/>
              <a:gd name="connsiteX1082" fmla="*/ 61973 w 8877359"/>
              <a:gd name="connsiteY1082" fmla="*/ 3844048 h 4893730"/>
              <a:gd name="connsiteX1083" fmla="*/ 64191 w 8877359"/>
              <a:gd name="connsiteY1083" fmla="*/ 3858718 h 4893730"/>
              <a:gd name="connsiteX1084" fmla="*/ 66239 w 8877359"/>
              <a:gd name="connsiteY1084" fmla="*/ 3862978 h 4893730"/>
              <a:gd name="connsiteX1085" fmla="*/ 62293 w 8877359"/>
              <a:gd name="connsiteY1085" fmla="*/ 3862580 h 4893730"/>
              <a:gd name="connsiteX1086" fmla="*/ 12961 w 8877359"/>
              <a:gd name="connsiteY1086" fmla="*/ 3911912 h 4893730"/>
              <a:gd name="connsiteX1087" fmla="*/ 27410 w 8877359"/>
              <a:gd name="connsiteY1087" fmla="*/ 3946795 h 4893730"/>
              <a:gd name="connsiteX1088" fmla="*/ 34254 w 8877359"/>
              <a:gd name="connsiteY1088" fmla="*/ 3952441 h 4893730"/>
              <a:gd name="connsiteX1089" fmla="*/ 27410 w 8877359"/>
              <a:gd name="connsiteY1089" fmla="*/ 3958088 h 4893730"/>
              <a:gd name="connsiteX1090" fmla="*/ 12961 w 8877359"/>
              <a:gd name="connsiteY1090" fmla="*/ 3992971 h 4893730"/>
              <a:gd name="connsiteX1091" fmla="*/ 62293 w 8877359"/>
              <a:gd name="connsiteY1091" fmla="*/ 4042303 h 4893730"/>
              <a:gd name="connsiteX1092" fmla="*/ 65750 w 8877359"/>
              <a:gd name="connsiteY1092" fmla="*/ 4041955 h 4893730"/>
              <a:gd name="connsiteX1093" fmla="*/ 62976 w 8877359"/>
              <a:gd name="connsiteY1093" fmla="*/ 4050893 h 4893730"/>
              <a:gd name="connsiteX1094" fmla="*/ 61973 w 8877359"/>
              <a:gd name="connsiteY1094" fmla="*/ 4060835 h 4893730"/>
              <a:gd name="connsiteX1095" fmla="*/ 111305 w 8877359"/>
              <a:gd name="connsiteY1095" fmla="*/ 4110167 h 4893730"/>
              <a:gd name="connsiteX1096" fmla="*/ 138887 w 8877359"/>
              <a:gd name="connsiteY1096" fmla="*/ 4101742 h 4893730"/>
              <a:gd name="connsiteX1097" fmla="*/ 142081 w 8877359"/>
              <a:gd name="connsiteY1097" fmla="*/ 4099107 h 4893730"/>
              <a:gd name="connsiteX1098" fmla="*/ 144061 w 8877359"/>
              <a:gd name="connsiteY1098" fmla="*/ 4105486 h 4893730"/>
              <a:gd name="connsiteX1099" fmla="*/ 189516 w 8877359"/>
              <a:gd name="connsiteY1099" fmla="*/ 4135616 h 4893730"/>
              <a:gd name="connsiteX1100" fmla="*/ 8697248 w 8877359"/>
              <a:gd name="connsiteY1100" fmla="*/ 4135617 h 4893730"/>
              <a:gd name="connsiteX1101" fmla="*/ 8742703 w 8877359"/>
              <a:gd name="connsiteY1101" fmla="*/ 4105487 h 4893730"/>
              <a:gd name="connsiteX1102" fmla="*/ 8744879 w 8877359"/>
              <a:gd name="connsiteY1102" fmla="*/ 4098475 h 4893730"/>
              <a:gd name="connsiteX1103" fmla="*/ 8748840 w 8877359"/>
              <a:gd name="connsiteY1103" fmla="*/ 4101743 h 4893730"/>
              <a:gd name="connsiteX1104" fmla="*/ 8776421 w 8877359"/>
              <a:gd name="connsiteY1104" fmla="*/ 4110168 h 4893730"/>
              <a:gd name="connsiteX1105" fmla="*/ 8825753 w 8877359"/>
              <a:gd name="connsiteY1105" fmla="*/ 4060836 h 4893730"/>
              <a:gd name="connsiteX1106" fmla="*/ 8824751 w 8877359"/>
              <a:gd name="connsiteY1106" fmla="*/ 4050894 h 4893730"/>
              <a:gd name="connsiteX1107" fmla="*/ 8821976 w 8877359"/>
              <a:gd name="connsiteY1107" fmla="*/ 4041956 h 4893730"/>
              <a:gd name="connsiteX1108" fmla="*/ 8825434 w 8877359"/>
              <a:gd name="connsiteY1108" fmla="*/ 4042305 h 4893730"/>
              <a:gd name="connsiteX1109" fmla="*/ 8874765 w 8877359"/>
              <a:gd name="connsiteY1109" fmla="*/ 3992973 h 4893730"/>
              <a:gd name="connsiteX1110" fmla="*/ 8860317 w 8877359"/>
              <a:gd name="connsiteY1110" fmla="*/ 3958090 h 4893730"/>
              <a:gd name="connsiteX1111" fmla="*/ 8853473 w 8877359"/>
              <a:gd name="connsiteY1111" fmla="*/ 3952443 h 4893730"/>
              <a:gd name="connsiteX1112" fmla="*/ 8860317 w 8877359"/>
              <a:gd name="connsiteY1112" fmla="*/ 3946796 h 4893730"/>
              <a:gd name="connsiteX1113" fmla="*/ 8874765 w 8877359"/>
              <a:gd name="connsiteY1113" fmla="*/ 3911913 h 4893730"/>
              <a:gd name="connsiteX1114" fmla="*/ 8825434 w 8877359"/>
              <a:gd name="connsiteY1114" fmla="*/ 3862581 h 4893730"/>
              <a:gd name="connsiteX1115" fmla="*/ 8821976 w 8877359"/>
              <a:gd name="connsiteY1115" fmla="*/ 3862929 h 4893730"/>
              <a:gd name="connsiteX1116" fmla="*/ 8824751 w 8877359"/>
              <a:gd name="connsiteY1116" fmla="*/ 3853991 h 4893730"/>
              <a:gd name="connsiteX1117" fmla="*/ 8825753 w 8877359"/>
              <a:gd name="connsiteY1117" fmla="*/ 3844049 h 4893730"/>
              <a:gd name="connsiteX1118" fmla="*/ 8776421 w 8877359"/>
              <a:gd name="connsiteY1118" fmla="*/ 3794717 h 4893730"/>
              <a:gd name="connsiteX1119" fmla="*/ 8748840 w 8877359"/>
              <a:gd name="connsiteY1119" fmla="*/ 3803142 h 4893730"/>
              <a:gd name="connsiteX1120" fmla="*/ 8744879 w 8877359"/>
              <a:gd name="connsiteY1120" fmla="*/ 3806410 h 4893730"/>
              <a:gd name="connsiteX1121" fmla="*/ 8742703 w 8877359"/>
              <a:gd name="connsiteY1121" fmla="*/ 3799398 h 4893730"/>
              <a:gd name="connsiteX1122" fmla="*/ 8697248 w 8877359"/>
              <a:gd name="connsiteY1122" fmla="*/ 3769268 h 4893730"/>
              <a:gd name="connsiteX1123" fmla="*/ 8651793 w 8877359"/>
              <a:gd name="connsiteY1123" fmla="*/ 3799398 h 4893730"/>
              <a:gd name="connsiteX1124" fmla="*/ 8649812 w 8877359"/>
              <a:gd name="connsiteY1124" fmla="*/ 3805778 h 4893730"/>
              <a:gd name="connsiteX1125" fmla="*/ 8646618 w 8877359"/>
              <a:gd name="connsiteY1125" fmla="*/ 3803142 h 4893730"/>
              <a:gd name="connsiteX1126" fmla="*/ 8619037 w 8877359"/>
              <a:gd name="connsiteY1126" fmla="*/ 3794717 h 4893730"/>
              <a:gd name="connsiteX1127" fmla="*/ 8569705 w 8877359"/>
              <a:gd name="connsiteY1127" fmla="*/ 3844049 h 4893730"/>
              <a:gd name="connsiteX1128" fmla="*/ 8571923 w 8877359"/>
              <a:gd name="connsiteY1128" fmla="*/ 3858719 h 4893730"/>
              <a:gd name="connsiteX1129" fmla="*/ 8573970 w 8877359"/>
              <a:gd name="connsiteY1129" fmla="*/ 3862978 h 4893730"/>
              <a:gd name="connsiteX1130" fmla="*/ 8570024 w 8877359"/>
              <a:gd name="connsiteY1130" fmla="*/ 3862581 h 4893730"/>
              <a:gd name="connsiteX1131" fmla="*/ 8520693 w 8877359"/>
              <a:gd name="connsiteY1131" fmla="*/ 3911913 h 4893730"/>
              <a:gd name="connsiteX1132" fmla="*/ 8535141 w 8877359"/>
              <a:gd name="connsiteY1132" fmla="*/ 3946796 h 4893730"/>
              <a:gd name="connsiteX1133" fmla="*/ 8541985 w 8877359"/>
              <a:gd name="connsiteY1133" fmla="*/ 3952442 h 4893730"/>
              <a:gd name="connsiteX1134" fmla="*/ 8535141 w 8877359"/>
              <a:gd name="connsiteY1134" fmla="*/ 3958089 h 4893730"/>
              <a:gd name="connsiteX1135" fmla="*/ 8520693 w 8877359"/>
              <a:gd name="connsiteY1135" fmla="*/ 3992972 h 4893730"/>
              <a:gd name="connsiteX1136" fmla="*/ 8570024 w 8877359"/>
              <a:gd name="connsiteY1136" fmla="*/ 4042304 h 4893730"/>
              <a:gd name="connsiteX1137" fmla="*/ 8573482 w 8877359"/>
              <a:gd name="connsiteY1137" fmla="*/ 4041956 h 4893730"/>
              <a:gd name="connsiteX1138" fmla="*/ 8570707 w 8877359"/>
              <a:gd name="connsiteY1138" fmla="*/ 4050894 h 4893730"/>
              <a:gd name="connsiteX1139" fmla="*/ 8569705 w 8877359"/>
              <a:gd name="connsiteY1139" fmla="*/ 4060836 h 4893730"/>
              <a:gd name="connsiteX1140" fmla="*/ 8619037 w 8877359"/>
              <a:gd name="connsiteY1140" fmla="*/ 4110168 h 4893730"/>
              <a:gd name="connsiteX1141" fmla="*/ 8646618 w 8877359"/>
              <a:gd name="connsiteY1141" fmla="*/ 4101743 h 4893730"/>
              <a:gd name="connsiteX1142" fmla="*/ 8649812 w 8877359"/>
              <a:gd name="connsiteY1142" fmla="*/ 4099108 h 4893730"/>
              <a:gd name="connsiteX1143" fmla="*/ 8651793 w 8877359"/>
              <a:gd name="connsiteY1143" fmla="*/ 4105487 h 4893730"/>
              <a:gd name="connsiteX1144" fmla="*/ 8697248 w 8877359"/>
              <a:gd name="connsiteY1144" fmla="*/ 4135617 h 4893730"/>
              <a:gd name="connsiteX1145" fmla="*/ 193984 w 8877359"/>
              <a:gd name="connsiteY1145" fmla="*/ 4366159 h 4893730"/>
              <a:gd name="connsiteX1146" fmla="*/ 233060 w 8877359"/>
              <a:gd name="connsiteY1146" fmla="*/ 4327083 h 4893730"/>
              <a:gd name="connsiteX1147" fmla="*/ 193984 w 8877359"/>
              <a:gd name="connsiteY1147" fmla="*/ 4288007 h 4893730"/>
              <a:gd name="connsiteX1148" fmla="*/ 154908 w 8877359"/>
              <a:gd name="connsiteY1148" fmla="*/ 4327083 h 4893730"/>
              <a:gd name="connsiteX1149" fmla="*/ 193984 w 8877359"/>
              <a:gd name="connsiteY1149" fmla="*/ 4366159 h 4893730"/>
              <a:gd name="connsiteX1150" fmla="*/ 8701715 w 8877359"/>
              <a:gd name="connsiteY1150" fmla="*/ 4366159 h 4893730"/>
              <a:gd name="connsiteX1151" fmla="*/ 8740791 w 8877359"/>
              <a:gd name="connsiteY1151" fmla="*/ 4327083 h 4893730"/>
              <a:gd name="connsiteX1152" fmla="*/ 8701715 w 8877359"/>
              <a:gd name="connsiteY1152" fmla="*/ 4288007 h 4893730"/>
              <a:gd name="connsiteX1153" fmla="*/ 8662639 w 8877359"/>
              <a:gd name="connsiteY1153" fmla="*/ 4327083 h 4893730"/>
              <a:gd name="connsiteX1154" fmla="*/ 8701715 w 8877359"/>
              <a:gd name="connsiteY1154" fmla="*/ 4366159 h 4893730"/>
              <a:gd name="connsiteX1155" fmla="*/ 8339566 w 8877359"/>
              <a:gd name="connsiteY1155" fmla="*/ 4759756 h 4893730"/>
              <a:gd name="connsiteX1156" fmla="*/ 8378642 w 8877359"/>
              <a:gd name="connsiteY1156" fmla="*/ 4720680 h 4893730"/>
              <a:gd name="connsiteX1157" fmla="*/ 8339566 w 8877359"/>
              <a:gd name="connsiteY1157" fmla="*/ 4681604 h 4893730"/>
              <a:gd name="connsiteX1158" fmla="*/ 8300490 w 8877359"/>
              <a:gd name="connsiteY1158" fmla="*/ 4720680 h 4893730"/>
              <a:gd name="connsiteX1159" fmla="*/ 8339566 w 8877359"/>
              <a:gd name="connsiteY1159" fmla="*/ 4759756 h 4893730"/>
              <a:gd name="connsiteX1160" fmla="*/ 7630314 w 8877359"/>
              <a:gd name="connsiteY1160" fmla="*/ 4759756 h 4893730"/>
              <a:gd name="connsiteX1161" fmla="*/ 7669390 w 8877359"/>
              <a:gd name="connsiteY1161" fmla="*/ 4720680 h 4893730"/>
              <a:gd name="connsiteX1162" fmla="*/ 7630314 w 8877359"/>
              <a:gd name="connsiteY1162" fmla="*/ 4681604 h 4893730"/>
              <a:gd name="connsiteX1163" fmla="*/ 7591238 w 8877359"/>
              <a:gd name="connsiteY1163" fmla="*/ 4720680 h 4893730"/>
              <a:gd name="connsiteX1164" fmla="*/ 7630314 w 8877359"/>
              <a:gd name="connsiteY1164" fmla="*/ 4759756 h 4893730"/>
              <a:gd name="connsiteX1165" fmla="*/ 6921062 w 8877359"/>
              <a:gd name="connsiteY1165" fmla="*/ 4759756 h 4893730"/>
              <a:gd name="connsiteX1166" fmla="*/ 6960138 w 8877359"/>
              <a:gd name="connsiteY1166" fmla="*/ 4720680 h 4893730"/>
              <a:gd name="connsiteX1167" fmla="*/ 6921062 w 8877359"/>
              <a:gd name="connsiteY1167" fmla="*/ 4681604 h 4893730"/>
              <a:gd name="connsiteX1168" fmla="*/ 6881986 w 8877359"/>
              <a:gd name="connsiteY1168" fmla="*/ 4720680 h 4893730"/>
              <a:gd name="connsiteX1169" fmla="*/ 6921062 w 8877359"/>
              <a:gd name="connsiteY1169" fmla="*/ 4759756 h 4893730"/>
              <a:gd name="connsiteX1170" fmla="*/ 6211810 w 8877359"/>
              <a:gd name="connsiteY1170" fmla="*/ 4759756 h 4893730"/>
              <a:gd name="connsiteX1171" fmla="*/ 6250886 w 8877359"/>
              <a:gd name="connsiteY1171" fmla="*/ 4720680 h 4893730"/>
              <a:gd name="connsiteX1172" fmla="*/ 6211810 w 8877359"/>
              <a:gd name="connsiteY1172" fmla="*/ 4681604 h 4893730"/>
              <a:gd name="connsiteX1173" fmla="*/ 6172734 w 8877359"/>
              <a:gd name="connsiteY1173" fmla="*/ 4720680 h 4893730"/>
              <a:gd name="connsiteX1174" fmla="*/ 6211810 w 8877359"/>
              <a:gd name="connsiteY1174" fmla="*/ 4759756 h 4893730"/>
              <a:gd name="connsiteX1175" fmla="*/ 5502558 w 8877359"/>
              <a:gd name="connsiteY1175" fmla="*/ 4759756 h 4893730"/>
              <a:gd name="connsiteX1176" fmla="*/ 5541634 w 8877359"/>
              <a:gd name="connsiteY1176" fmla="*/ 4720680 h 4893730"/>
              <a:gd name="connsiteX1177" fmla="*/ 5502558 w 8877359"/>
              <a:gd name="connsiteY1177" fmla="*/ 4681604 h 4893730"/>
              <a:gd name="connsiteX1178" fmla="*/ 5463482 w 8877359"/>
              <a:gd name="connsiteY1178" fmla="*/ 4720680 h 4893730"/>
              <a:gd name="connsiteX1179" fmla="*/ 5502558 w 8877359"/>
              <a:gd name="connsiteY1179" fmla="*/ 4759756 h 4893730"/>
              <a:gd name="connsiteX1180" fmla="*/ 4793306 w 8877359"/>
              <a:gd name="connsiteY1180" fmla="*/ 4759756 h 4893730"/>
              <a:gd name="connsiteX1181" fmla="*/ 4832382 w 8877359"/>
              <a:gd name="connsiteY1181" fmla="*/ 4720680 h 4893730"/>
              <a:gd name="connsiteX1182" fmla="*/ 4793306 w 8877359"/>
              <a:gd name="connsiteY1182" fmla="*/ 4681604 h 4893730"/>
              <a:gd name="connsiteX1183" fmla="*/ 4754230 w 8877359"/>
              <a:gd name="connsiteY1183" fmla="*/ 4720680 h 4893730"/>
              <a:gd name="connsiteX1184" fmla="*/ 4793306 w 8877359"/>
              <a:gd name="connsiteY1184" fmla="*/ 4759756 h 4893730"/>
              <a:gd name="connsiteX1185" fmla="*/ 4084054 w 8877359"/>
              <a:gd name="connsiteY1185" fmla="*/ 4759756 h 4893730"/>
              <a:gd name="connsiteX1186" fmla="*/ 4123130 w 8877359"/>
              <a:gd name="connsiteY1186" fmla="*/ 4720680 h 4893730"/>
              <a:gd name="connsiteX1187" fmla="*/ 4084054 w 8877359"/>
              <a:gd name="connsiteY1187" fmla="*/ 4681604 h 4893730"/>
              <a:gd name="connsiteX1188" fmla="*/ 4044986 w 8877359"/>
              <a:gd name="connsiteY1188" fmla="*/ 4720680 h 4893730"/>
              <a:gd name="connsiteX1189" fmla="*/ 4084054 w 8877359"/>
              <a:gd name="connsiteY1189" fmla="*/ 4759756 h 4893730"/>
              <a:gd name="connsiteX1190" fmla="*/ 3374809 w 8877359"/>
              <a:gd name="connsiteY1190" fmla="*/ 4759756 h 4893730"/>
              <a:gd name="connsiteX1191" fmla="*/ 3413885 w 8877359"/>
              <a:gd name="connsiteY1191" fmla="*/ 4720680 h 4893730"/>
              <a:gd name="connsiteX1192" fmla="*/ 3374809 w 8877359"/>
              <a:gd name="connsiteY1192" fmla="*/ 4681604 h 4893730"/>
              <a:gd name="connsiteX1193" fmla="*/ 3335733 w 8877359"/>
              <a:gd name="connsiteY1193" fmla="*/ 4720680 h 4893730"/>
              <a:gd name="connsiteX1194" fmla="*/ 3374809 w 8877359"/>
              <a:gd name="connsiteY1194" fmla="*/ 4759756 h 4893730"/>
              <a:gd name="connsiteX1195" fmla="*/ 2665558 w 8877359"/>
              <a:gd name="connsiteY1195" fmla="*/ 4759756 h 4893730"/>
              <a:gd name="connsiteX1196" fmla="*/ 2704634 w 8877359"/>
              <a:gd name="connsiteY1196" fmla="*/ 4720680 h 4893730"/>
              <a:gd name="connsiteX1197" fmla="*/ 2665558 w 8877359"/>
              <a:gd name="connsiteY1197" fmla="*/ 4681604 h 4893730"/>
              <a:gd name="connsiteX1198" fmla="*/ 2626481 w 8877359"/>
              <a:gd name="connsiteY1198" fmla="*/ 4720680 h 4893730"/>
              <a:gd name="connsiteX1199" fmla="*/ 2665558 w 8877359"/>
              <a:gd name="connsiteY1199" fmla="*/ 4759756 h 4893730"/>
              <a:gd name="connsiteX1200" fmla="*/ 1956307 w 8877359"/>
              <a:gd name="connsiteY1200" fmla="*/ 4759756 h 4893730"/>
              <a:gd name="connsiteX1201" fmla="*/ 1995382 w 8877359"/>
              <a:gd name="connsiteY1201" fmla="*/ 4720680 h 4893730"/>
              <a:gd name="connsiteX1202" fmla="*/ 1956307 w 8877359"/>
              <a:gd name="connsiteY1202" fmla="*/ 4681604 h 4893730"/>
              <a:gd name="connsiteX1203" fmla="*/ 1917231 w 8877359"/>
              <a:gd name="connsiteY1203" fmla="*/ 4720680 h 4893730"/>
              <a:gd name="connsiteX1204" fmla="*/ 1956307 w 8877359"/>
              <a:gd name="connsiteY1204" fmla="*/ 4759756 h 4893730"/>
              <a:gd name="connsiteX1205" fmla="*/ 1247054 w 8877359"/>
              <a:gd name="connsiteY1205" fmla="*/ 4759756 h 4893730"/>
              <a:gd name="connsiteX1206" fmla="*/ 1286131 w 8877359"/>
              <a:gd name="connsiteY1206" fmla="*/ 4720680 h 4893730"/>
              <a:gd name="connsiteX1207" fmla="*/ 1247054 w 8877359"/>
              <a:gd name="connsiteY1207" fmla="*/ 4681604 h 4893730"/>
              <a:gd name="connsiteX1208" fmla="*/ 1207978 w 8877359"/>
              <a:gd name="connsiteY1208" fmla="*/ 4720680 h 4893730"/>
              <a:gd name="connsiteX1209" fmla="*/ 1247054 w 8877359"/>
              <a:gd name="connsiteY1209" fmla="*/ 4759756 h 4893730"/>
              <a:gd name="connsiteX1210" fmla="*/ 537801 w 8877359"/>
              <a:gd name="connsiteY1210" fmla="*/ 4759756 h 4893730"/>
              <a:gd name="connsiteX1211" fmla="*/ 576878 w 8877359"/>
              <a:gd name="connsiteY1211" fmla="*/ 4720680 h 4893730"/>
              <a:gd name="connsiteX1212" fmla="*/ 537801 w 8877359"/>
              <a:gd name="connsiteY1212" fmla="*/ 4681604 h 4893730"/>
              <a:gd name="connsiteX1213" fmla="*/ 498725 w 8877359"/>
              <a:gd name="connsiteY1213" fmla="*/ 4720680 h 4893730"/>
              <a:gd name="connsiteX1214" fmla="*/ 537801 w 8877359"/>
              <a:gd name="connsiteY1214" fmla="*/ 4759756 h 4893730"/>
              <a:gd name="connsiteX1215" fmla="*/ 8653655 w 8877359"/>
              <a:gd name="connsiteY1215" fmla="*/ 4893730 h 4893730"/>
              <a:gd name="connsiteX1216" fmla="*/ 8688538 w 8877359"/>
              <a:gd name="connsiteY1216" fmla="*/ 4879281 h 4893730"/>
              <a:gd name="connsiteX1217" fmla="*/ 8694185 w 8877359"/>
              <a:gd name="connsiteY1217" fmla="*/ 4872437 h 4893730"/>
              <a:gd name="connsiteX1218" fmla="*/ 8699832 w 8877359"/>
              <a:gd name="connsiteY1218" fmla="*/ 4879281 h 4893730"/>
              <a:gd name="connsiteX1219" fmla="*/ 8734715 w 8877359"/>
              <a:gd name="connsiteY1219" fmla="*/ 4893730 h 4893730"/>
              <a:gd name="connsiteX1220" fmla="*/ 8784046 w 8877359"/>
              <a:gd name="connsiteY1220" fmla="*/ 4844398 h 4893730"/>
              <a:gd name="connsiteX1221" fmla="*/ 8783698 w 8877359"/>
              <a:gd name="connsiteY1221" fmla="*/ 4840941 h 4893730"/>
              <a:gd name="connsiteX1222" fmla="*/ 8792636 w 8877359"/>
              <a:gd name="connsiteY1222" fmla="*/ 4843715 h 4893730"/>
              <a:gd name="connsiteX1223" fmla="*/ 8802578 w 8877359"/>
              <a:gd name="connsiteY1223" fmla="*/ 4844717 h 4893730"/>
              <a:gd name="connsiteX1224" fmla="*/ 8851910 w 8877359"/>
              <a:gd name="connsiteY1224" fmla="*/ 4795386 h 4893730"/>
              <a:gd name="connsiteX1225" fmla="*/ 8843485 w 8877359"/>
              <a:gd name="connsiteY1225" fmla="*/ 4767804 h 4893730"/>
              <a:gd name="connsiteX1226" fmla="*/ 8840217 w 8877359"/>
              <a:gd name="connsiteY1226" fmla="*/ 4763844 h 4893730"/>
              <a:gd name="connsiteX1227" fmla="*/ 8847229 w 8877359"/>
              <a:gd name="connsiteY1227" fmla="*/ 4761667 h 4893730"/>
              <a:gd name="connsiteX1228" fmla="*/ 8877359 w 8877359"/>
              <a:gd name="connsiteY1228" fmla="*/ 4716212 h 4893730"/>
              <a:gd name="connsiteX1229" fmla="*/ 8847229 w 8877359"/>
              <a:gd name="connsiteY1229" fmla="*/ 4670757 h 4893730"/>
              <a:gd name="connsiteX1230" fmla="*/ 8840850 w 8877359"/>
              <a:gd name="connsiteY1230" fmla="*/ 4668777 h 4893730"/>
              <a:gd name="connsiteX1231" fmla="*/ 8843485 w 8877359"/>
              <a:gd name="connsiteY1231" fmla="*/ 4665583 h 4893730"/>
              <a:gd name="connsiteX1232" fmla="*/ 8851910 w 8877359"/>
              <a:gd name="connsiteY1232" fmla="*/ 4638001 h 4893730"/>
              <a:gd name="connsiteX1233" fmla="*/ 8802578 w 8877359"/>
              <a:gd name="connsiteY1233" fmla="*/ 4588669 h 4893730"/>
              <a:gd name="connsiteX1234" fmla="*/ 8787908 w 8877359"/>
              <a:gd name="connsiteY1234" fmla="*/ 4590887 h 4893730"/>
              <a:gd name="connsiteX1235" fmla="*/ 8783649 w 8877359"/>
              <a:gd name="connsiteY1235" fmla="*/ 4592935 h 4893730"/>
              <a:gd name="connsiteX1236" fmla="*/ 8784047 w 8877359"/>
              <a:gd name="connsiteY1236" fmla="*/ 4588989 h 4893730"/>
              <a:gd name="connsiteX1237" fmla="*/ 8734715 w 8877359"/>
              <a:gd name="connsiteY1237" fmla="*/ 4539657 h 4893730"/>
              <a:gd name="connsiteX1238" fmla="*/ 8699832 w 8877359"/>
              <a:gd name="connsiteY1238" fmla="*/ 4554106 h 4893730"/>
              <a:gd name="connsiteX1239" fmla="*/ 8694185 w 8877359"/>
              <a:gd name="connsiteY1239" fmla="*/ 4560950 h 4893730"/>
              <a:gd name="connsiteX1240" fmla="*/ 8688538 w 8877359"/>
              <a:gd name="connsiteY1240" fmla="*/ 4554106 h 4893730"/>
              <a:gd name="connsiteX1241" fmla="*/ 8653655 w 8877359"/>
              <a:gd name="connsiteY1241" fmla="*/ 4539657 h 4893730"/>
              <a:gd name="connsiteX1242" fmla="*/ 8604324 w 8877359"/>
              <a:gd name="connsiteY1242" fmla="*/ 4588989 h 4893730"/>
              <a:gd name="connsiteX1243" fmla="*/ 8604672 w 8877359"/>
              <a:gd name="connsiteY1243" fmla="*/ 4592446 h 4893730"/>
              <a:gd name="connsiteX1244" fmla="*/ 8595734 w 8877359"/>
              <a:gd name="connsiteY1244" fmla="*/ 4589671 h 4893730"/>
              <a:gd name="connsiteX1245" fmla="*/ 8585792 w 8877359"/>
              <a:gd name="connsiteY1245" fmla="*/ 4588669 h 4893730"/>
              <a:gd name="connsiteX1246" fmla="*/ 8536460 w 8877359"/>
              <a:gd name="connsiteY1246" fmla="*/ 4638001 h 4893730"/>
              <a:gd name="connsiteX1247" fmla="*/ 8544885 w 8877359"/>
              <a:gd name="connsiteY1247" fmla="*/ 4665583 h 4893730"/>
              <a:gd name="connsiteX1248" fmla="*/ 8547520 w 8877359"/>
              <a:gd name="connsiteY1248" fmla="*/ 4668777 h 4893730"/>
              <a:gd name="connsiteX1249" fmla="*/ 8541141 w 8877359"/>
              <a:gd name="connsiteY1249" fmla="*/ 4670757 h 4893730"/>
              <a:gd name="connsiteX1250" fmla="*/ 8511011 w 8877359"/>
              <a:gd name="connsiteY1250" fmla="*/ 4716212 h 4893730"/>
              <a:gd name="connsiteX1251" fmla="*/ 8541141 w 8877359"/>
              <a:gd name="connsiteY1251" fmla="*/ 4761667 h 4893730"/>
              <a:gd name="connsiteX1252" fmla="*/ 8548153 w 8877359"/>
              <a:gd name="connsiteY1252" fmla="*/ 4763844 h 4893730"/>
              <a:gd name="connsiteX1253" fmla="*/ 8544885 w 8877359"/>
              <a:gd name="connsiteY1253" fmla="*/ 4767804 h 4893730"/>
              <a:gd name="connsiteX1254" fmla="*/ 8536460 w 8877359"/>
              <a:gd name="connsiteY1254" fmla="*/ 4795386 h 4893730"/>
              <a:gd name="connsiteX1255" fmla="*/ 8585792 w 8877359"/>
              <a:gd name="connsiteY1255" fmla="*/ 4844717 h 4893730"/>
              <a:gd name="connsiteX1256" fmla="*/ 8595734 w 8877359"/>
              <a:gd name="connsiteY1256" fmla="*/ 4843715 h 4893730"/>
              <a:gd name="connsiteX1257" fmla="*/ 8604672 w 8877359"/>
              <a:gd name="connsiteY1257" fmla="*/ 4840941 h 4893730"/>
              <a:gd name="connsiteX1258" fmla="*/ 8604323 w 8877359"/>
              <a:gd name="connsiteY1258" fmla="*/ 4844398 h 4893730"/>
              <a:gd name="connsiteX1259" fmla="*/ 8653655 w 8877359"/>
              <a:gd name="connsiteY1259" fmla="*/ 4893730 h 4893730"/>
              <a:gd name="connsiteX1260" fmla="*/ 7944411 w 8877359"/>
              <a:gd name="connsiteY1260" fmla="*/ 4893730 h 4893730"/>
              <a:gd name="connsiteX1261" fmla="*/ 7979293 w 8877359"/>
              <a:gd name="connsiteY1261" fmla="*/ 4879281 h 4893730"/>
              <a:gd name="connsiteX1262" fmla="*/ 7984940 w 8877359"/>
              <a:gd name="connsiteY1262" fmla="*/ 4872437 h 4893730"/>
              <a:gd name="connsiteX1263" fmla="*/ 7990587 w 8877359"/>
              <a:gd name="connsiteY1263" fmla="*/ 4879281 h 4893730"/>
              <a:gd name="connsiteX1264" fmla="*/ 8025470 w 8877359"/>
              <a:gd name="connsiteY1264" fmla="*/ 4893730 h 4893730"/>
              <a:gd name="connsiteX1265" fmla="*/ 8074802 w 8877359"/>
              <a:gd name="connsiteY1265" fmla="*/ 4844398 h 4893730"/>
              <a:gd name="connsiteX1266" fmla="*/ 8074453 w 8877359"/>
              <a:gd name="connsiteY1266" fmla="*/ 4840941 h 4893730"/>
              <a:gd name="connsiteX1267" fmla="*/ 8083391 w 8877359"/>
              <a:gd name="connsiteY1267" fmla="*/ 4843715 h 4893730"/>
              <a:gd name="connsiteX1268" fmla="*/ 8093333 w 8877359"/>
              <a:gd name="connsiteY1268" fmla="*/ 4844717 h 4893730"/>
              <a:gd name="connsiteX1269" fmla="*/ 8142665 w 8877359"/>
              <a:gd name="connsiteY1269" fmla="*/ 4795386 h 4893730"/>
              <a:gd name="connsiteX1270" fmla="*/ 8134240 w 8877359"/>
              <a:gd name="connsiteY1270" fmla="*/ 4767804 h 4893730"/>
              <a:gd name="connsiteX1271" fmla="*/ 8130973 w 8877359"/>
              <a:gd name="connsiteY1271" fmla="*/ 4763844 h 4893730"/>
              <a:gd name="connsiteX1272" fmla="*/ 8137985 w 8877359"/>
              <a:gd name="connsiteY1272" fmla="*/ 4761667 h 4893730"/>
              <a:gd name="connsiteX1273" fmla="*/ 8168114 w 8877359"/>
              <a:gd name="connsiteY1273" fmla="*/ 4716212 h 4893730"/>
              <a:gd name="connsiteX1274" fmla="*/ 8137985 w 8877359"/>
              <a:gd name="connsiteY1274" fmla="*/ 4670757 h 4893730"/>
              <a:gd name="connsiteX1275" fmla="*/ 8131605 w 8877359"/>
              <a:gd name="connsiteY1275" fmla="*/ 4668777 h 4893730"/>
              <a:gd name="connsiteX1276" fmla="*/ 8134240 w 8877359"/>
              <a:gd name="connsiteY1276" fmla="*/ 4665583 h 4893730"/>
              <a:gd name="connsiteX1277" fmla="*/ 8142665 w 8877359"/>
              <a:gd name="connsiteY1277" fmla="*/ 4638001 h 4893730"/>
              <a:gd name="connsiteX1278" fmla="*/ 8093333 w 8877359"/>
              <a:gd name="connsiteY1278" fmla="*/ 4588669 h 4893730"/>
              <a:gd name="connsiteX1279" fmla="*/ 8078664 w 8877359"/>
              <a:gd name="connsiteY1279" fmla="*/ 4590887 h 4893730"/>
              <a:gd name="connsiteX1280" fmla="*/ 8074404 w 8877359"/>
              <a:gd name="connsiteY1280" fmla="*/ 4592935 h 4893730"/>
              <a:gd name="connsiteX1281" fmla="*/ 8074802 w 8877359"/>
              <a:gd name="connsiteY1281" fmla="*/ 4588989 h 4893730"/>
              <a:gd name="connsiteX1282" fmla="*/ 8025470 w 8877359"/>
              <a:gd name="connsiteY1282" fmla="*/ 4539657 h 4893730"/>
              <a:gd name="connsiteX1283" fmla="*/ 7990587 w 8877359"/>
              <a:gd name="connsiteY1283" fmla="*/ 4554106 h 4893730"/>
              <a:gd name="connsiteX1284" fmla="*/ 7984940 w 8877359"/>
              <a:gd name="connsiteY1284" fmla="*/ 4560950 h 4893730"/>
              <a:gd name="connsiteX1285" fmla="*/ 7979294 w 8877359"/>
              <a:gd name="connsiteY1285" fmla="*/ 4554106 h 4893730"/>
              <a:gd name="connsiteX1286" fmla="*/ 7944411 w 8877359"/>
              <a:gd name="connsiteY1286" fmla="*/ 4539657 h 4893730"/>
              <a:gd name="connsiteX1287" fmla="*/ 7895079 w 8877359"/>
              <a:gd name="connsiteY1287" fmla="*/ 4588989 h 4893730"/>
              <a:gd name="connsiteX1288" fmla="*/ 7895427 w 8877359"/>
              <a:gd name="connsiteY1288" fmla="*/ 4592446 h 4893730"/>
              <a:gd name="connsiteX1289" fmla="*/ 7886489 w 8877359"/>
              <a:gd name="connsiteY1289" fmla="*/ 4589671 h 4893730"/>
              <a:gd name="connsiteX1290" fmla="*/ 7876547 w 8877359"/>
              <a:gd name="connsiteY1290" fmla="*/ 4588669 h 4893730"/>
              <a:gd name="connsiteX1291" fmla="*/ 7827215 w 8877359"/>
              <a:gd name="connsiteY1291" fmla="*/ 4638001 h 4893730"/>
              <a:gd name="connsiteX1292" fmla="*/ 7835640 w 8877359"/>
              <a:gd name="connsiteY1292" fmla="*/ 4665583 h 4893730"/>
              <a:gd name="connsiteX1293" fmla="*/ 7838276 w 8877359"/>
              <a:gd name="connsiteY1293" fmla="*/ 4668777 h 4893730"/>
              <a:gd name="connsiteX1294" fmla="*/ 7831896 w 8877359"/>
              <a:gd name="connsiteY1294" fmla="*/ 4670757 h 4893730"/>
              <a:gd name="connsiteX1295" fmla="*/ 7801766 w 8877359"/>
              <a:gd name="connsiteY1295" fmla="*/ 4716212 h 4893730"/>
              <a:gd name="connsiteX1296" fmla="*/ 7831896 w 8877359"/>
              <a:gd name="connsiteY1296" fmla="*/ 4761667 h 4893730"/>
              <a:gd name="connsiteX1297" fmla="*/ 7838908 w 8877359"/>
              <a:gd name="connsiteY1297" fmla="*/ 4763844 h 4893730"/>
              <a:gd name="connsiteX1298" fmla="*/ 7835640 w 8877359"/>
              <a:gd name="connsiteY1298" fmla="*/ 4767804 h 4893730"/>
              <a:gd name="connsiteX1299" fmla="*/ 7827215 w 8877359"/>
              <a:gd name="connsiteY1299" fmla="*/ 4795386 h 4893730"/>
              <a:gd name="connsiteX1300" fmla="*/ 7876547 w 8877359"/>
              <a:gd name="connsiteY1300" fmla="*/ 4844717 h 4893730"/>
              <a:gd name="connsiteX1301" fmla="*/ 7886489 w 8877359"/>
              <a:gd name="connsiteY1301" fmla="*/ 4843715 h 4893730"/>
              <a:gd name="connsiteX1302" fmla="*/ 7895427 w 8877359"/>
              <a:gd name="connsiteY1302" fmla="*/ 4840941 h 4893730"/>
              <a:gd name="connsiteX1303" fmla="*/ 7895079 w 8877359"/>
              <a:gd name="connsiteY1303" fmla="*/ 4844398 h 4893730"/>
              <a:gd name="connsiteX1304" fmla="*/ 7944411 w 8877359"/>
              <a:gd name="connsiteY1304" fmla="*/ 4893730 h 4893730"/>
              <a:gd name="connsiteX1305" fmla="*/ 7235159 w 8877359"/>
              <a:gd name="connsiteY1305" fmla="*/ 4893730 h 4893730"/>
              <a:gd name="connsiteX1306" fmla="*/ 7270041 w 8877359"/>
              <a:gd name="connsiteY1306" fmla="*/ 4879281 h 4893730"/>
              <a:gd name="connsiteX1307" fmla="*/ 7275688 w 8877359"/>
              <a:gd name="connsiteY1307" fmla="*/ 4872437 h 4893730"/>
              <a:gd name="connsiteX1308" fmla="*/ 7281335 w 8877359"/>
              <a:gd name="connsiteY1308" fmla="*/ 4879281 h 4893730"/>
              <a:gd name="connsiteX1309" fmla="*/ 7316218 w 8877359"/>
              <a:gd name="connsiteY1309" fmla="*/ 4893730 h 4893730"/>
              <a:gd name="connsiteX1310" fmla="*/ 7365550 w 8877359"/>
              <a:gd name="connsiteY1310" fmla="*/ 4844398 h 4893730"/>
              <a:gd name="connsiteX1311" fmla="*/ 7365201 w 8877359"/>
              <a:gd name="connsiteY1311" fmla="*/ 4840941 h 4893730"/>
              <a:gd name="connsiteX1312" fmla="*/ 7374139 w 8877359"/>
              <a:gd name="connsiteY1312" fmla="*/ 4843715 h 4893730"/>
              <a:gd name="connsiteX1313" fmla="*/ 7384081 w 8877359"/>
              <a:gd name="connsiteY1313" fmla="*/ 4844717 h 4893730"/>
              <a:gd name="connsiteX1314" fmla="*/ 7433413 w 8877359"/>
              <a:gd name="connsiteY1314" fmla="*/ 4795386 h 4893730"/>
              <a:gd name="connsiteX1315" fmla="*/ 7424988 w 8877359"/>
              <a:gd name="connsiteY1315" fmla="*/ 4767804 h 4893730"/>
              <a:gd name="connsiteX1316" fmla="*/ 7421721 w 8877359"/>
              <a:gd name="connsiteY1316" fmla="*/ 4763844 h 4893730"/>
              <a:gd name="connsiteX1317" fmla="*/ 7428733 w 8877359"/>
              <a:gd name="connsiteY1317" fmla="*/ 4761667 h 4893730"/>
              <a:gd name="connsiteX1318" fmla="*/ 7458862 w 8877359"/>
              <a:gd name="connsiteY1318" fmla="*/ 4716212 h 4893730"/>
              <a:gd name="connsiteX1319" fmla="*/ 7428733 w 8877359"/>
              <a:gd name="connsiteY1319" fmla="*/ 4670757 h 4893730"/>
              <a:gd name="connsiteX1320" fmla="*/ 7422353 w 8877359"/>
              <a:gd name="connsiteY1320" fmla="*/ 4668777 h 4893730"/>
              <a:gd name="connsiteX1321" fmla="*/ 7424988 w 8877359"/>
              <a:gd name="connsiteY1321" fmla="*/ 4665583 h 4893730"/>
              <a:gd name="connsiteX1322" fmla="*/ 7433413 w 8877359"/>
              <a:gd name="connsiteY1322" fmla="*/ 4638001 h 4893730"/>
              <a:gd name="connsiteX1323" fmla="*/ 7384081 w 8877359"/>
              <a:gd name="connsiteY1323" fmla="*/ 4588669 h 4893730"/>
              <a:gd name="connsiteX1324" fmla="*/ 7369412 w 8877359"/>
              <a:gd name="connsiteY1324" fmla="*/ 4590887 h 4893730"/>
              <a:gd name="connsiteX1325" fmla="*/ 7365152 w 8877359"/>
              <a:gd name="connsiteY1325" fmla="*/ 4592935 h 4893730"/>
              <a:gd name="connsiteX1326" fmla="*/ 7365550 w 8877359"/>
              <a:gd name="connsiteY1326" fmla="*/ 4588989 h 4893730"/>
              <a:gd name="connsiteX1327" fmla="*/ 7316218 w 8877359"/>
              <a:gd name="connsiteY1327" fmla="*/ 4539657 h 4893730"/>
              <a:gd name="connsiteX1328" fmla="*/ 7281335 w 8877359"/>
              <a:gd name="connsiteY1328" fmla="*/ 4554106 h 4893730"/>
              <a:gd name="connsiteX1329" fmla="*/ 7275688 w 8877359"/>
              <a:gd name="connsiteY1329" fmla="*/ 4560950 h 4893730"/>
              <a:gd name="connsiteX1330" fmla="*/ 7270042 w 8877359"/>
              <a:gd name="connsiteY1330" fmla="*/ 4554106 h 4893730"/>
              <a:gd name="connsiteX1331" fmla="*/ 7235159 w 8877359"/>
              <a:gd name="connsiteY1331" fmla="*/ 4539657 h 4893730"/>
              <a:gd name="connsiteX1332" fmla="*/ 7185827 w 8877359"/>
              <a:gd name="connsiteY1332" fmla="*/ 4588989 h 4893730"/>
              <a:gd name="connsiteX1333" fmla="*/ 7186175 w 8877359"/>
              <a:gd name="connsiteY1333" fmla="*/ 4592446 h 4893730"/>
              <a:gd name="connsiteX1334" fmla="*/ 7177237 w 8877359"/>
              <a:gd name="connsiteY1334" fmla="*/ 4589671 h 4893730"/>
              <a:gd name="connsiteX1335" fmla="*/ 7167295 w 8877359"/>
              <a:gd name="connsiteY1335" fmla="*/ 4588669 h 4893730"/>
              <a:gd name="connsiteX1336" fmla="*/ 7117963 w 8877359"/>
              <a:gd name="connsiteY1336" fmla="*/ 4638001 h 4893730"/>
              <a:gd name="connsiteX1337" fmla="*/ 7126388 w 8877359"/>
              <a:gd name="connsiteY1337" fmla="*/ 4665583 h 4893730"/>
              <a:gd name="connsiteX1338" fmla="*/ 7129024 w 8877359"/>
              <a:gd name="connsiteY1338" fmla="*/ 4668777 h 4893730"/>
              <a:gd name="connsiteX1339" fmla="*/ 7122644 w 8877359"/>
              <a:gd name="connsiteY1339" fmla="*/ 4670757 h 4893730"/>
              <a:gd name="connsiteX1340" fmla="*/ 7092514 w 8877359"/>
              <a:gd name="connsiteY1340" fmla="*/ 4716212 h 4893730"/>
              <a:gd name="connsiteX1341" fmla="*/ 7122644 w 8877359"/>
              <a:gd name="connsiteY1341" fmla="*/ 4761667 h 4893730"/>
              <a:gd name="connsiteX1342" fmla="*/ 7129656 w 8877359"/>
              <a:gd name="connsiteY1342" fmla="*/ 4763844 h 4893730"/>
              <a:gd name="connsiteX1343" fmla="*/ 7126388 w 8877359"/>
              <a:gd name="connsiteY1343" fmla="*/ 4767804 h 4893730"/>
              <a:gd name="connsiteX1344" fmla="*/ 7117963 w 8877359"/>
              <a:gd name="connsiteY1344" fmla="*/ 4795386 h 4893730"/>
              <a:gd name="connsiteX1345" fmla="*/ 7167295 w 8877359"/>
              <a:gd name="connsiteY1345" fmla="*/ 4844717 h 4893730"/>
              <a:gd name="connsiteX1346" fmla="*/ 7177237 w 8877359"/>
              <a:gd name="connsiteY1346" fmla="*/ 4843715 h 4893730"/>
              <a:gd name="connsiteX1347" fmla="*/ 7186175 w 8877359"/>
              <a:gd name="connsiteY1347" fmla="*/ 4840941 h 4893730"/>
              <a:gd name="connsiteX1348" fmla="*/ 7185827 w 8877359"/>
              <a:gd name="connsiteY1348" fmla="*/ 4844398 h 4893730"/>
              <a:gd name="connsiteX1349" fmla="*/ 7235159 w 8877359"/>
              <a:gd name="connsiteY1349" fmla="*/ 4893730 h 4893730"/>
              <a:gd name="connsiteX1350" fmla="*/ 6525907 w 8877359"/>
              <a:gd name="connsiteY1350" fmla="*/ 4893730 h 4893730"/>
              <a:gd name="connsiteX1351" fmla="*/ 6560789 w 8877359"/>
              <a:gd name="connsiteY1351" fmla="*/ 4879281 h 4893730"/>
              <a:gd name="connsiteX1352" fmla="*/ 6566436 w 8877359"/>
              <a:gd name="connsiteY1352" fmla="*/ 4872437 h 4893730"/>
              <a:gd name="connsiteX1353" fmla="*/ 6572083 w 8877359"/>
              <a:gd name="connsiteY1353" fmla="*/ 4879281 h 4893730"/>
              <a:gd name="connsiteX1354" fmla="*/ 6606966 w 8877359"/>
              <a:gd name="connsiteY1354" fmla="*/ 4893730 h 4893730"/>
              <a:gd name="connsiteX1355" fmla="*/ 6656298 w 8877359"/>
              <a:gd name="connsiteY1355" fmla="*/ 4844398 h 4893730"/>
              <a:gd name="connsiteX1356" fmla="*/ 6655949 w 8877359"/>
              <a:gd name="connsiteY1356" fmla="*/ 4840941 h 4893730"/>
              <a:gd name="connsiteX1357" fmla="*/ 6664887 w 8877359"/>
              <a:gd name="connsiteY1357" fmla="*/ 4843715 h 4893730"/>
              <a:gd name="connsiteX1358" fmla="*/ 6674829 w 8877359"/>
              <a:gd name="connsiteY1358" fmla="*/ 4844717 h 4893730"/>
              <a:gd name="connsiteX1359" fmla="*/ 6724161 w 8877359"/>
              <a:gd name="connsiteY1359" fmla="*/ 4795386 h 4893730"/>
              <a:gd name="connsiteX1360" fmla="*/ 6715736 w 8877359"/>
              <a:gd name="connsiteY1360" fmla="*/ 4767804 h 4893730"/>
              <a:gd name="connsiteX1361" fmla="*/ 6712469 w 8877359"/>
              <a:gd name="connsiteY1361" fmla="*/ 4763844 h 4893730"/>
              <a:gd name="connsiteX1362" fmla="*/ 6719481 w 8877359"/>
              <a:gd name="connsiteY1362" fmla="*/ 4761667 h 4893730"/>
              <a:gd name="connsiteX1363" fmla="*/ 6749610 w 8877359"/>
              <a:gd name="connsiteY1363" fmla="*/ 4716212 h 4893730"/>
              <a:gd name="connsiteX1364" fmla="*/ 6719481 w 8877359"/>
              <a:gd name="connsiteY1364" fmla="*/ 4670757 h 4893730"/>
              <a:gd name="connsiteX1365" fmla="*/ 6713101 w 8877359"/>
              <a:gd name="connsiteY1365" fmla="*/ 4668777 h 4893730"/>
              <a:gd name="connsiteX1366" fmla="*/ 6715736 w 8877359"/>
              <a:gd name="connsiteY1366" fmla="*/ 4665583 h 4893730"/>
              <a:gd name="connsiteX1367" fmla="*/ 6724161 w 8877359"/>
              <a:gd name="connsiteY1367" fmla="*/ 4638001 h 4893730"/>
              <a:gd name="connsiteX1368" fmla="*/ 6674829 w 8877359"/>
              <a:gd name="connsiteY1368" fmla="*/ 4588669 h 4893730"/>
              <a:gd name="connsiteX1369" fmla="*/ 6660160 w 8877359"/>
              <a:gd name="connsiteY1369" fmla="*/ 4590887 h 4893730"/>
              <a:gd name="connsiteX1370" fmla="*/ 6655900 w 8877359"/>
              <a:gd name="connsiteY1370" fmla="*/ 4592935 h 4893730"/>
              <a:gd name="connsiteX1371" fmla="*/ 6656298 w 8877359"/>
              <a:gd name="connsiteY1371" fmla="*/ 4588989 h 4893730"/>
              <a:gd name="connsiteX1372" fmla="*/ 6606966 w 8877359"/>
              <a:gd name="connsiteY1372" fmla="*/ 4539657 h 4893730"/>
              <a:gd name="connsiteX1373" fmla="*/ 6572083 w 8877359"/>
              <a:gd name="connsiteY1373" fmla="*/ 4554106 h 4893730"/>
              <a:gd name="connsiteX1374" fmla="*/ 6566436 w 8877359"/>
              <a:gd name="connsiteY1374" fmla="*/ 4560950 h 4893730"/>
              <a:gd name="connsiteX1375" fmla="*/ 6560790 w 8877359"/>
              <a:gd name="connsiteY1375" fmla="*/ 4554106 h 4893730"/>
              <a:gd name="connsiteX1376" fmla="*/ 6525907 w 8877359"/>
              <a:gd name="connsiteY1376" fmla="*/ 4539657 h 4893730"/>
              <a:gd name="connsiteX1377" fmla="*/ 6476575 w 8877359"/>
              <a:gd name="connsiteY1377" fmla="*/ 4588989 h 4893730"/>
              <a:gd name="connsiteX1378" fmla="*/ 6476923 w 8877359"/>
              <a:gd name="connsiteY1378" fmla="*/ 4592446 h 4893730"/>
              <a:gd name="connsiteX1379" fmla="*/ 6467985 w 8877359"/>
              <a:gd name="connsiteY1379" fmla="*/ 4589671 h 4893730"/>
              <a:gd name="connsiteX1380" fmla="*/ 6458043 w 8877359"/>
              <a:gd name="connsiteY1380" fmla="*/ 4588669 h 4893730"/>
              <a:gd name="connsiteX1381" fmla="*/ 6408711 w 8877359"/>
              <a:gd name="connsiteY1381" fmla="*/ 4638001 h 4893730"/>
              <a:gd name="connsiteX1382" fmla="*/ 6417136 w 8877359"/>
              <a:gd name="connsiteY1382" fmla="*/ 4665583 h 4893730"/>
              <a:gd name="connsiteX1383" fmla="*/ 6419772 w 8877359"/>
              <a:gd name="connsiteY1383" fmla="*/ 4668777 h 4893730"/>
              <a:gd name="connsiteX1384" fmla="*/ 6413392 w 8877359"/>
              <a:gd name="connsiteY1384" fmla="*/ 4670757 h 4893730"/>
              <a:gd name="connsiteX1385" fmla="*/ 6383262 w 8877359"/>
              <a:gd name="connsiteY1385" fmla="*/ 4716212 h 4893730"/>
              <a:gd name="connsiteX1386" fmla="*/ 6413392 w 8877359"/>
              <a:gd name="connsiteY1386" fmla="*/ 4761667 h 4893730"/>
              <a:gd name="connsiteX1387" fmla="*/ 6420404 w 8877359"/>
              <a:gd name="connsiteY1387" fmla="*/ 4763844 h 4893730"/>
              <a:gd name="connsiteX1388" fmla="*/ 6417136 w 8877359"/>
              <a:gd name="connsiteY1388" fmla="*/ 4767804 h 4893730"/>
              <a:gd name="connsiteX1389" fmla="*/ 6408711 w 8877359"/>
              <a:gd name="connsiteY1389" fmla="*/ 4795386 h 4893730"/>
              <a:gd name="connsiteX1390" fmla="*/ 6458043 w 8877359"/>
              <a:gd name="connsiteY1390" fmla="*/ 4844717 h 4893730"/>
              <a:gd name="connsiteX1391" fmla="*/ 6467985 w 8877359"/>
              <a:gd name="connsiteY1391" fmla="*/ 4843715 h 4893730"/>
              <a:gd name="connsiteX1392" fmla="*/ 6476923 w 8877359"/>
              <a:gd name="connsiteY1392" fmla="*/ 4840941 h 4893730"/>
              <a:gd name="connsiteX1393" fmla="*/ 6476575 w 8877359"/>
              <a:gd name="connsiteY1393" fmla="*/ 4844398 h 4893730"/>
              <a:gd name="connsiteX1394" fmla="*/ 6525907 w 8877359"/>
              <a:gd name="connsiteY1394" fmla="*/ 4893730 h 4893730"/>
              <a:gd name="connsiteX1395" fmla="*/ 5816655 w 8877359"/>
              <a:gd name="connsiteY1395" fmla="*/ 4893730 h 4893730"/>
              <a:gd name="connsiteX1396" fmla="*/ 5851537 w 8877359"/>
              <a:gd name="connsiteY1396" fmla="*/ 4879281 h 4893730"/>
              <a:gd name="connsiteX1397" fmla="*/ 5857184 w 8877359"/>
              <a:gd name="connsiteY1397" fmla="*/ 4872437 h 4893730"/>
              <a:gd name="connsiteX1398" fmla="*/ 5862831 w 8877359"/>
              <a:gd name="connsiteY1398" fmla="*/ 4879281 h 4893730"/>
              <a:gd name="connsiteX1399" fmla="*/ 5897714 w 8877359"/>
              <a:gd name="connsiteY1399" fmla="*/ 4893730 h 4893730"/>
              <a:gd name="connsiteX1400" fmla="*/ 5947046 w 8877359"/>
              <a:gd name="connsiteY1400" fmla="*/ 4844398 h 4893730"/>
              <a:gd name="connsiteX1401" fmla="*/ 5946697 w 8877359"/>
              <a:gd name="connsiteY1401" fmla="*/ 4840941 h 4893730"/>
              <a:gd name="connsiteX1402" fmla="*/ 5955635 w 8877359"/>
              <a:gd name="connsiteY1402" fmla="*/ 4843715 h 4893730"/>
              <a:gd name="connsiteX1403" fmla="*/ 5965577 w 8877359"/>
              <a:gd name="connsiteY1403" fmla="*/ 4844717 h 4893730"/>
              <a:gd name="connsiteX1404" fmla="*/ 6014909 w 8877359"/>
              <a:gd name="connsiteY1404" fmla="*/ 4795386 h 4893730"/>
              <a:gd name="connsiteX1405" fmla="*/ 6006484 w 8877359"/>
              <a:gd name="connsiteY1405" fmla="*/ 4767804 h 4893730"/>
              <a:gd name="connsiteX1406" fmla="*/ 6003217 w 8877359"/>
              <a:gd name="connsiteY1406" fmla="*/ 4763844 h 4893730"/>
              <a:gd name="connsiteX1407" fmla="*/ 6010229 w 8877359"/>
              <a:gd name="connsiteY1407" fmla="*/ 4761667 h 4893730"/>
              <a:gd name="connsiteX1408" fmla="*/ 6040358 w 8877359"/>
              <a:gd name="connsiteY1408" fmla="*/ 4716212 h 4893730"/>
              <a:gd name="connsiteX1409" fmla="*/ 6010229 w 8877359"/>
              <a:gd name="connsiteY1409" fmla="*/ 4670757 h 4893730"/>
              <a:gd name="connsiteX1410" fmla="*/ 6003849 w 8877359"/>
              <a:gd name="connsiteY1410" fmla="*/ 4668777 h 4893730"/>
              <a:gd name="connsiteX1411" fmla="*/ 6006484 w 8877359"/>
              <a:gd name="connsiteY1411" fmla="*/ 4665583 h 4893730"/>
              <a:gd name="connsiteX1412" fmla="*/ 6014909 w 8877359"/>
              <a:gd name="connsiteY1412" fmla="*/ 4638001 h 4893730"/>
              <a:gd name="connsiteX1413" fmla="*/ 5965577 w 8877359"/>
              <a:gd name="connsiteY1413" fmla="*/ 4588669 h 4893730"/>
              <a:gd name="connsiteX1414" fmla="*/ 5950908 w 8877359"/>
              <a:gd name="connsiteY1414" fmla="*/ 4590887 h 4893730"/>
              <a:gd name="connsiteX1415" fmla="*/ 5946648 w 8877359"/>
              <a:gd name="connsiteY1415" fmla="*/ 4592935 h 4893730"/>
              <a:gd name="connsiteX1416" fmla="*/ 5947046 w 8877359"/>
              <a:gd name="connsiteY1416" fmla="*/ 4588989 h 4893730"/>
              <a:gd name="connsiteX1417" fmla="*/ 5897714 w 8877359"/>
              <a:gd name="connsiteY1417" fmla="*/ 4539657 h 4893730"/>
              <a:gd name="connsiteX1418" fmla="*/ 5862831 w 8877359"/>
              <a:gd name="connsiteY1418" fmla="*/ 4554106 h 4893730"/>
              <a:gd name="connsiteX1419" fmla="*/ 5857184 w 8877359"/>
              <a:gd name="connsiteY1419" fmla="*/ 4560950 h 4893730"/>
              <a:gd name="connsiteX1420" fmla="*/ 5851538 w 8877359"/>
              <a:gd name="connsiteY1420" fmla="*/ 4554106 h 4893730"/>
              <a:gd name="connsiteX1421" fmla="*/ 5816655 w 8877359"/>
              <a:gd name="connsiteY1421" fmla="*/ 4539657 h 4893730"/>
              <a:gd name="connsiteX1422" fmla="*/ 5767323 w 8877359"/>
              <a:gd name="connsiteY1422" fmla="*/ 4588989 h 4893730"/>
              <a:gd name="connsiteX1423" fmla="*/ 5767671 w 8877359"/>
              <a:gd name="connsiteY1423" fmla="*/ 4592446 h 4893730"/>
              <a:gd name="connsiteX1424" fmla="*/ 5758733 w 8877359"/>
              <a:gd name="connsiteY1424" fmla="*/ 4589671 h 4893730"/>
              <a:gd name="connsiteX1425" fmla="*/ 5748791 w 8877359"/>
              <a:gd name="connsiteY1425" fmla="*/ 4588669 h 4893730"/>
              <a:gd name="connsiteX1426" fmla="*/ 5699459 w 8877359"/>
              <a:gd name="connsiteY1426" fmla="*/ 4638001 h 4893730"/>
              <a:gd name="connsiteX1427" fmla="*/ 5707884 w 8877359"/>
              <a:gd name="connsiteY1427" fmla="*/ 4665583 h 4893730"/>
              <a:gd name="connsiteX1428" fmla="*/ 5710520 w 8877359"/>
              <a:gd name="connsiteY1428" fmla="*/ 4668777 h 4893730"/>
              <a:gd name="connsiteX1429" fmla="*/ 5704140 w 8877359"/>
              <a:gd name="connsiteY1429" fmla="*/ 4670757 h 4893730"/>
              <a:gd name="connsiteX1430" fmla="*/ 5674010 w 8877359"/>
              <a:gd name="connsiteY1430" fmla="*/ 4716212 h 4893730"/>
              <a:gd name="connsiteX1431" fmla="*/ 5704140 w 8877359"/>
              <a:gd name="connsiteY1431" fmla="*/ 4761667 h 4893730"/>
              <a:gd name="connsiteX1432" fmla="*/ 5711152 w 8877359"/>
              <a:gd name="connsiteY1432" fmla="*/ 4763844 h 4893730"/>
              <a:gd name="connsiteX1433" fmla="*/ 5707884 w 8877359"/>
              <a:gd name="connsiteY1433" fmla="*/ 4767804 h 4893730"/>
              <a:gd name="connsiteX1434" fmla="*/ 5699459 w 8877359"/>
              <a:gd name="connsiteY1434" fmla="*/ 4795386 h 4893730"/>
              <a:gd name="connsiteX1435" fmla="*/ 5748791 w 8877359"/>
              <a:gd name="connsiteY1435" fmla="*/ 4844717 h 4893730"/>
              <a:gd name="connsiteX1436" fmla="*/ 5758733 w 8877359"/>
              <a:gd name="connsiteY1436" fmla="*/ 4843715 h 4893730"/>
              <a:gd name="connsiteX1437" fmla="*/ 5767671 w 8877359"/>
              <a:gd name="connsiteY1437" fmla="*/ 4840941 h 4893730"/>
              <a:gd name="connsiteX1438" fmla="*/ 5767323 w 8877359"/>
              <a:gd name="connsiteY1438" fmla="*/ 4844398 h 4893730"/>
              <a:gd name="connsiteX1439" fmla="*/ 5816655 w 8877359"/>
              <a:gd name="connsiteY1439" fmla="*/ 4893730 h 4893730"/>
              <a:gd name="connsiteX1440" fmla="*/ 5107403 w 8877359"/>
              <a:gd name="connsiteY1440" fmla="*/ 4893730 h 4893730"/>
              <a:gd name="connsiteX1441" fmla="*/ 5142285 w 8877359"/>
              <a:gd name="connsiteY1441" fmla="*/ 4879281 h 4893730"/>
              <a:gd name="connsiteX1442" fmla="*/ 5147932 w 8877359"/>
              <a:gd name="connsiteY1442" fmla="*/ 4872437 h 4893730"/>
              <a:gd name="connsiteX1443" fmla="*/ 5153579 w 8877359"/>
              <a:gd name="connsiteY1443" fmla="*/ 4879281 h 4893730"/>
              <a:gd name="connsiteX1444" fmla="*/ 5188462 w 8877359"/>
              <a:gd name="connsiteY1444" fmla="*/ 4893730 h 4893730"/>
              <a:gd name="connsiteX1445" fmla="*/ 5237794 w 8877359"/>
              <a:gd name="connsiteY1445" fmla="*/ 4844398 h 4893730"/>
              <a:gd name="connsiteX1446" fmla="*/ 5237445 w 8877359"/>
              <a:gd name="connsiteY1446" fmla="*/ 4840941 h 4893730"/>
              <a:gd name="connsiteX1447" fmla="*/ 5246383 w 8877359"/>
              <a:gd name="connsiteY1447" fmla="*/ 4843715 h 4893730"/>
              <a:gd name="connsiteX1448" fmla="*/ 5256325 w 8877359"/>
              <a:gd name="connsiteY1448" fmla="*/ 4844717 h 4893730"/>
              <a:gd name="connsiteX1449" fmla="*/ 5305657 w 8877359"/>
              <a:gd name="connsiteY1449" fmla="*/ 4795386 h 4893730"/>
              <a:gd name="connsiteX1450" fmla="*/ 5297232 w 8877359"/>
              <a:gd name="connsiteY1450" fmla="*/ 4767804 h 4893730"/>
              <a:gd name="connsiteX1451" fmla="*/ 5293965 w 8877359"/>
              <a:gd name="connsiteY1451" fmla="*/ 4763844 h 4893730"/>
              <a:gd name="connsiteX1452" fmla="*/ 5300977 w 8877359"/>
              <a:gd name="connsiteY1452" fmla="*/ 4761667 h 4893730"/>
              <a:gd name="connsiteX1453" fmla="*/ 5331106 w 8877359"/>
              <a:gd name="connsiteY1453" fmla="*/ 4716212 h 4893730"/>
              <a:gd name="connsiteX1454" fmla="*/ 5300977 w 8877359"/>
              <a:gd name="connsiteY1454" fmla="*/ 4670757 h 4893730"/>
              <a:gd name="connsiteX1455" fmla="*/ 5294597 w 8877359"/>
              <a:gd name="connsiteY1455" fmla="*/ 4668777 h 4893730"/>
              <a:gd name="connsiteX1456" fmla="*/ 5297232 w 8877359"/>
              <a:gd name="connsiteY1456" fmla="*/ 4665583 h 4893730"/>
              <a:gd name="connsiteX1457" fmla="*/ 5305657 w 8877359"/>
              <a:gd name="connsiteY1457" fmla="*/ 4638001 h 4893730"/>
              <a:gd name="connsiteX1458" fmla="*/ 5256325 w 8877359"/>
              <a:gd name="connsiteY1458" fmla="*/ 4588669 h 4893730"/>
              <a:gd name="connsiteX1459" fmla="*/ 5241656 w 8877359"/>
              <a:gd name="connsiteY1459" fmla="*/ 4590887 h 4893730"/>
              <a:gd name="connsiteX1460" fmla="*/ 5237396 w 8877359"/>
              <a:gd name="connsiteY1460" fmla="*/ 4592935 h 4893730"/>
              <a:gd name="connsiteX1461" fmla="*/ 5237794 w 8877359"/>
              <a:gd name="connsiteY1461" fmla="*/ 4588989 h 4893730"/>
              <a:gd name="connsiteX1462" fmla="*/ 5188462 w 8877359"/>
              <a:gd name="connsiteY1462" fmla="*/ 4539657 h 4893730"/>
              <a:gd name="connsiteX1463" fmla="*/ 5153579 w 8877359"/>
              <a:gd name="connsiteY1463" fmla="*/ 4554106 h 4893730"/>
              <a:gd name="connsiteX1464" fmla="*/ 5147932 w 8877359"/>
              <a:gd name="connsiteY1464" fmla="*/ 4560950 h 4893730"/>
              <a:gd name="connsiteX1465" fmla="*/ 5142286 w 8877359"/>
              <a:gd name="connsiteY1465" fmla="*/ 4554106 h 4893730"/>
              <a:gd name="connsiteX1466" fmla="*/ 5107403 w 8877359"/>
              <a:gd name="connsiteY1466" fmla="*/ 4539657 h 4893730"/>
              <a:gd name="connsiteX1467" fmla="*/ 5058071 w 8877359"/>
              <a:gd name="connsiteY1467" fmla="*/ 4588989 h 4893730"/>
              <a:gd name="connsiteX1468" fmla="*/ 5058419 w 8877359"/>
              <a:gd name="connsiteY1468" fmla="*/ 4592446 h 4893730"/>
              <a:gd name="connsiteX1469" fmla="*/ 5049481 w 8877359"/>
              <a:gd name="connsiteY1469" fmla="*/ 4589671 h 4893730"/>
              <a:gd name="connsiteX1470" fmla="*/ 5039539 w 8877359"/>
              <a:gd name="connsiteY1470" fmla="*/ 4588669 h 4893730"/>
              <a:gd name="connsiteX1471" fmla="*/ 4990207 w 8877359"/>
              <a:gd name="connsiteY1471" fmla="*/ 4638001 h 4893730"/>
              <a:gd name="connsiteX1472" fmla="*/ 4998632 w 8877359"/>
              <a:gd name="connsiteY1472" fmla="*/ 4665583 h 4893730"/>
              <a:gd name="connsiteX1473" fmla="*/ 5001268 w 8877359"/>
              <a:gd name="connsiteY1473" fmla="*/ 4668777 h 4893730"/>
              <a:gd name="connsiteX1474" fmla="*/ 4994888 w 8877359"/>
              <a:gd name="connsiteY1474" fmla="*/ 4670757 h 4893730"/>
              <a:gd name="connsiteX1475" fmla="*/ 4964758 w 8877359"/>
              <a:gd name="connsiteY1475" fmla="*/ 4716212 h 4893730"/>
              <a:gd name="connsiteX1476" fmla="*/ 4994888 w 8877359"/>
              <a:gd name="connsiteY1476" fmla="*/ 4761667 h 4893730"/>
              <a:gd name="connsiteX1477" fmla="*/ 5001900 w 8877359"/>
              <a:gd name="connsiteY1477" fmla="*/ 4763844 h 4893730"/>
              <a:gd name="connsiteX1478" fmla="*/ 4998632 w 8877359"/>
              <a:gd name="connsiteY1478" fmla="*/ 4767804 h 4893730"/>
              <a:gd name="connsiteX1479" fmla="*/ 4990207 w 8877359"/>
              <a:gd name="connsiteY1479" fmla="*/ 4795386 h 4893730"/>
              <a:gd name="connsiteX1480" fmla="*/ 5039539 w 8877359"/>
              <a:gd name="connsiteY1480" fmla="*/ 4844717 h 4893730"/>
              <a:gd name="connsiteX1481" fmla="*/ 5049481 w 8877359"/>
              <a:gd name="connsiteY1481" fmla="*/ 4843715 h 4893730"/>
              <a:gd name="connsiteX1482" fmla="*/ 5058419 w 8877359"/>
              <a:gd name="connsiteY1482" fmla="*/ 4840941 h 4893730"/>
              <a:gd name="connsiteX1483" fmla="*/ 5058071 w 8877359"/>
              <a:gd name="connsiteY1483" fmla="*/ 4844398 h 4893730"/>
              <a:gd name="connsiteX1484" fmla="*/ 5107403 w 8877359"/>
              <a:gd name="connsiteY1484" fmla="*/ 4893730 h 4893730"/>
              <a:gd name="connsiteX1485" fmla="*/ 4398151 w 8877359"/>
              <a:gd name="connsiteY1485" fmla="*/ 4893730 h 4893730"/>
              <a:gd name="connsiteX1486" fmla="*/ 4433033 w 8877359"/>
              <a:gd name="connsiteY1486" fmla="*/ 4879281 h 4893730"/>
              <a:gd name="connsiteX1487" fmla="*/ 4438680 w 8877359"/>
              <a:gd name="connsiteY1487" fmla="*/ 4872437 h 4893730"/>
              <a:gd name="connsiteX1488" fmla="*/ 4444327 w 8877359"/>
              <a:gd name="connsiteY1488" fmla="*/ 4879281 h 4893730"/>
              <a:gd name="connsiteX1489" fmla="*/ 4479210 w 8877359"/>
              <a:gd name="connsiteY1489" fmla="*/ 4893730 h 4893730"/>
              <a:gd name="connsiteX1490" fmla="*/ 4528542 w 8877359"/>
              <a:gd name="connsiteY1490" fmla="*/ 4844398 h 4893730"/>
              <a:gd name="connsiteX1491" fmla="*/ 4528193 w 8877359"/>
              <a:gd name="connsiteY1491" fmla="*/ 4840941 h 4893730"/>
              <a:gd name="connsiteX1492" fmla="*/ 4537131 w 8877359"/>
              <a:gd name="connsiteY1492" fmla="*/ 4843715 h 4893730"/>
              <a:gd name="connsiteX1493" fmla="*/ 4547073 w 8877359"/>
              <a:gd name="connsiteY1493" fmla="*/ 4844717 h 4893730"/>
              <a:gd name="connsiteX1494" fmla="*/ 4596405 w 8877359"/>
              <a:gd name="connsiteY1494" fmla="*/ 4795386 h 4893730"/>
              <a:gd name="connsiteX1495" fmla="*/ 4587980 w 8877359"/>
              <a:gd name="connsiteY1495" fmla="*/ 4767804 h 4893730"/>
              <a:gd name="connsiteX1496" fmla="*/ 4584713 w 8877359"/>
              <a:gd name="connsiteY1496" fmla="*/ 4763844 h 4893730"/>
              <a:gd name="connsiteX1497" fmla="*/ 4591725 w 8877359"/>
              <a:gd name="connsiteY1497" fmla="*/ 4761667 h 4893730"/>
              <a:gd name="connsiteX1498" fmla="*/ 4621854 w 8877359"/>
              <a:gd name="connsiteY1498" fmla="*/ 4716212 h 4893730"/>
              <a:gd name="connsiteX1499" fmla="*/ 4591725 w 8877359"/>
              <a:gd name="connsiteY1499" fmla="*/ 4670757 h 4893730"/>
              <a:gd name="connsiteX1500" fmla="*/ 4585345 w 8877359"/>
              <a:gd name="connsiteY1500" fmla="*/ 4668777 h 4893730"/>
              <a:gd name="connsiteX1501" fmla="*/ 4587980 w 8877359"/>
              <a:gd name="connsiteY1501" fmla="*/ 4665583 h 4893730"/>
              <a:gd name="connsiteX1502" fmla="*/ 4596405 w 8877359"/>
              <a:gd name="connsiteY1502" fmla="*/ 4638001 h 4893730"/>
              <a:gd name="connsiteX1503" fmla="*/ 4547073 w 8877359"/>
              <a:gd name="connsiteY1503" fmla="*/ 4588669 h 4893730"/>
              <a:gd name="connsiteX1504" fmla="*/ 4532404 w 8877359"/>
              <a:gd name="connsiteY1504" fmla="*/ 4590887 h 4893730"/>
              <a:gd name="connsiteX1505" fmla="*/ 4528144 w 8877359"/>
              <a:gd name="connsiteY1505" fmla="*/ 4592935 h 4893730"/>
              <a:gd name="connsiteX1506" fmla="*/ 4528542 w 8877359"/>
              <a:gd name="connsiteY1506" fmla="*/ 4588989 h 4893730"/>
              <a:gd name="connsiteX1507" fmla="*/ 4479210 w 8877359"/>
              <a:gd name="connsiteY1507" fmla="*/ 4539657 h 4893730"/>
              <a:gd name="connsiteX1508" fmla="*/ 4444327 w 8877359"/>
              <a:gd name="connsiteY1508" fmla="*/ 4554106 h 4893730"/>
              <a:gd name="connsiteX1509" fmla="*/ 4438680 w 8877359"/>
              <a:gd name="connsiteY1509" fmla="*/ 4560950 h 4893730"/>
              <a:gd name="connsiteX1510" fmla="*/ 4433034 w 8877359"/>
              <a:gd name="connsiteY1510" fmla="*/ 4554106 h 4893730"/>
              <a:gd name="connsiteX1511" fmla="*/ 4398151 w 8877359"/>
              <a:gd name="connsiteY1511" fmla="*/ 4539657 h 4893730"/>
              <a:gd name="connsiteX1512" fmla="*/ 4348819 w 8877359"/>
              <a:gd name="connsiteY1512" fmla="*/ 4588989 h 4893730"/>
              <a:gd name="connsiteX1513" fmla="*/ 4349167 w 8877359"/>
              <a:gd name="connsiteY1513" fmla="*/ 4592446 h 4893730"/>
              <a:gd name="connsiteX1514" fmla="*/ 4340229 w 8877359"/>
              <a:gd name="connsiteY1514" fmla="*/ 4589671 h 4893730"/>
              <a:gd name="connsiteX1515" fmla="*/ 4330287 w 8877359"/>
              <a:gd name="connsiteY1515" fmla="*/ 4588669 h 4893730"/>
              <a:gd name="connsiteX1516" fmla="*/ 4280955 w 8877359"/>
              <a:gd name="connsiteY1516" fmla="*/ 4638001 h 4893730"/>
              <a:gd name="connsiteX1517" fmla="*/ 4289380 w 8877359"/>
              <a:gd name="connsiteY1517" fmla="*/ 4665583 h 4893730"/>
              <a:gd name="connsiteX1518" fmla="*/ 4292016 w 8877359"/>
              <a:gd name="connsiteY1518" fmla="*/ 4668777 h 4893730"/>
              <a:gd name="connsiteX1519" fmla="*/ 4285636 w 8877359"/>
              <a:gd name="connsiteY1519" fmla="*/ 4670757 h 4893730"/>
              <a:gd name="connsiteX1520" fmla="*/ 4255506 w 8877359"/>
              <a:gd name="connsiteY1520" fmla="*/ 4716212 h 4893730"/>
              <a:gd name="connsiteX1521" fmla="*/ 4285636 w 8877359"/>
              <a:gd name="connsiteY1521" fmla="*/ 4761667 h 4893730"/>
              <a:gd name="connsiteX1522" fmla="*/ 4292648 w 8877359"/>
              <a:gd name="connsiteY1522" fmla="*/ 4763844 h 4893730"/>
              <a:gd name="connsiteX1523" fmla="*/ 4289380 w 8877359"/>
              <a:gd name="connsiteY1523" fmla="*/ 4767804 h 4893730"/>
              <a:gd name="connsiteX1524" fmla="*/ 4280955 w 8877359"/>
              <a:gd name="connsiteY1524" fmla="*/ 4795386 h 4893730"/>
              <a:gd name="connsiteX1525" fmla="*/ 4330287 w 8877359"/>
              <a:gd name="connsiteY1525" fmla="*/ 4844717 h 4893730"/>
              <a:gd name="connsiteX1526" fmla="*/ 4340229 w 8877359"/>
              <a:gd name="connsiteY1526" fmla="*/ 4843715 h 4893730"/>
              <a:gd name="connsiteX1527" fmla="*/ 4349167 w 8877359"/>
              <a:gd name="connsiteY1527" fmla="*/ 4840941 h 4893730"/>
              <a:gd name="connsiteX1528" fmla="*/ 4348819 w 8877359"/>
              <a:gd name="connsiteY1528" fmla="*/ 4844398 h 4893730"/>
              <a:gd name="connsiteX1529" fmla="*/ 4398151 w 8877359"/>
              <a:gd name="connsiteY1529" fmla="*/ 4893730 h 4893730"/>
              <a:gd name="connsiteX1530" fmla="*/ 3688906 w 8877359"/>
              <a:gd name="connsiteY1530" fmla="*/ 4893730 h 4893730"/>
              <a:gd name="connsiteX1531" fmla="*/ 3723789 w 8877359"/>
              <a:gd name="connsiteY1531" fmla="*/ 4879281 h 4893730"/>
              <a:gd name="connsiteX1532" fmla="*/ 3729435 w 8877359"/>
              <a:gd name="connsiteY1532" fmla="*/ 4872437 h 4893730"/>
              <a:gd name="connsiteX1533" fmla="*/ 3735082 w 8877359"/>
              <a:gd name="connsiteY1533" fmla="*/ 4879281 h 4893730"/>
              <a:gd name="connsiteX1534" fmla="*/ 3769966 w 8877359"/>
              <a:gd name="connsiteY1534" fmla="*/ 4893730 h 4893730"/>
              <a:gd name="connsiteX1535" fmla="*/ 3819297 w 8877359"/>
              <a:gd name="connsiteY1535" fmla="*/ 4844398 h 4893730"/>
              <a:gd name="connsiteX1536" fmla="*/ 3818949 w 8877359"/>
              <a:gd name="connsiteY1536" fmla="*/ 4840941 h 4893730"/>
              <a:gd name="connsiteX1537" fmla="*/ 3827887 w 8877359"/>
              <a:gd name="connsiteY1537" fmla="*/ 4843715 h 4893730"/>
              <a:gd name="connsiteX1538" fmla="*/ 3837829 w 8877359"/>
              <a:gd name="connsiteY1538" fmla="*/ 4844717 h 4893730"/>
              <a:gd name="connsiteX1539" fmla="*/ 3887161 w 8877359"/>
              <a:gd name="connsiteY1539" fmla="*/ 4795386 h 4893730"/>
              <a:gd name="connsiteX1540" fmla="*/ 3878736 w 8877359"/>
              <a:gd name="connsiteY1540" fmla="*/ 4767804 h 4893730"/>
              <a:gd name="connsiteX1541" fmla="*/ 3875469 w 8877359"/>
              <a:gd name="connsiteY1541" fmla="*/ 4763844 h 4893730"/>
              <a:gd name="connsiteX1542" fmla="*/ 3882480 w 8877359"/>
              <a:gd name="connsiteY1542" fmla="*/ 4761667 h 4893730"/>
              <a:gd name="connsiteX1543" fmla="*/ 3912610 w 8877359"/>
              <a:gd name="connsiteY1543" fmla="*/ 4716212 h 4893730"/>
              <a:gd name="connsiteX1544" fmla="*/ 3882480 w 8877359"/>
              <a:gd name="connsiteY1544" fmla="*/ 4670757 h 4893730"/>
              <a:gd name="connsiteX1545" fmla="*/ 3876100 w 8877359"/>
              <a:gd name="connsiteY1545" fmla="*/ 4668777 h 4893730"/>
              <a:gd name="connsiteX1546" fmla="*/ 3878736 w 8877359"/>
              <a:gd name="connsiteY1546" fmla="*/ 4665583 h 4893730"/>
              <a:gd name="connsiteX1547" fmla="*/ 3887161 w 8877359"/>
              <a:gd name="connsiteY1547" fmla="*/ 4638001 h 4893730"/>
              <a:gd name="connsiteX1548" fmla="*/ 3837829 w 8877359"/>
              <a:gd name="connsiteY1548" fmla="*/ 4588669 h 4893730"/>
              <a:gd name="connsiteX1549" fmla="*/ 3823160 w 8877359"/>
              <a:gd name="connsiteY1549" fmla="*/ 4590887 h 4893730"/>
              <a:gd name="connsiteX1550" fmla="*/ 3818900 w 8877359"/>
              <a:gd name="connsiteY1550" fmla="*/ 4592935 h 4893730"/>
              <a:gd name="connsiteX1551" fmla="*/ 3819297 w 8877359"/>
              <a:gd name="connsiteY1551" fmla="*/ 4588989 h 4893730"/>
              <a:gd name="connsiteX1552" fmla="*/ 3769966 w 8877359"/>
              <a:gd name="connsiteY1552" fmla="*/ 4539657 h 4893730"/>
              <a:gd name="connsiteX1553" fmla="*/ 3735082 w 8877359"/>
              <a:gd name="connsiteY1553" fmla="*/ 4554106 h 4893730"/>
              <a:gd name="connsiteX1554" fmla="*/ 3729437 w 8877359"/>
              <a:gd name="connsiteY1554" fmla="*/ 4560950 h 4893730"/>
              <a:gd name="connsiteX1555" fmla="*/ 3723789 w 8877359"/>
              <a:gd name="connsiteY1555" fmla="*/ 4554106 h 4893730"/>
              <a:gd name="connsiteX1556" fmla="*/ 3688906 w 8877359"/>
              <a:gd name="connsiteY1556" fmla="*/ 4539657 h 4893730"/>
              <a:gd name="connsiteX1557" fmla="*/ 3639575 w 8877359"/>
              <a:gd name="connsiteY1557" fmla="*/ 4588989 h 4893730"/>
              <a:gd name="connsiteX1558" fmla="*/ 3639922 w 8877359"/>
              <a:gd name="connsiteY1558" fmla="*/ 4592446 h 4893730"/>
              <a:gd name="connsiteX1559" fmla="*/ 3630985 w 8877359"/>
              <a:gd name="connsiteY1559" fmla="*/ 4589671 h 4893730"/>
              <a:gd name="connsiteX1560" fmla="*/ 3621044 w 8877359"/>
              <a:gd name="connsiteY1560" fmla="*/ 4588669 h 4893730"/>
              <a:gd name="connsiteX1561" fmla="*/ 3571711 w 8877359"/>
              <a:gd name="connsiteY1561" fmla="*/ 4638001 h 4893730"/>
              <a:gd name="connsiteX1562" fmla="*/ 3580137 w 8877359"/>
              <a:gd name="connsiteY1562" fmla="*/ 4665583 h 4893730"/>
              <a:gd name="connsiteX1563" fmla="*/ 3582772 w 8877359"/>
              <a:gd name="connsiteY1563" fmla="*/ 4668777 h 4893730"/>
              <a:gd name="connsiteX1564" fmla="*/ 3576392 w 8877359"/>
              <a:gd name="connsiteY1564" fmla="*/ 4670757 h 4893730"/>
              <a:gd name="connsiteX1565" fmla="*/ 3546263 w 8877359"/>
              <a:gd name="connsiteY1565" fmla="*/ 4716212 h 4893730"/>
              <a:gd name="connsiteX1566" fmla="*/ 3576392 w 8877359"/>
              <a:gd name="connsiteY1566" fmla="*/ 4761667 h 4893730"/>
              <a:gd name="connsiteX1567" fmla="*/ 3583404 w 8877359"/>
              <a:gd name="connsiteY1567" fmla="*/ 4763844 h 4893730"/>
              <a:gd name="connsiteX1568" fmla="*/ 3580137 w 8877359"/>
              <a:gd name="connsiteY1568" fmla="*/ 4767804 h 4893730"/>
              <a:gd name="connsiteX1569" fmla="*/ 3571711 w 8877359"/>
              <a:gd name="connsiteY1569" fmla="*/ 4795386 h 4893730"/>
              <a:gd name="connsiteX1570" fmla="*/ 3621044 w 8877359"/>
              <a:gd name="connsiteY1570" fmla="*/ 4844717 h 4893730"/>
              <a:gd name="connsiteX1571" fmla="*/ 3630986 w 8877359"/>
              <a:gd name="connsiteY1571" fmla="*/ 4843715 h 4893730"/>
              <a:gd name="connsiteX1572" fmla="*/ 3639922 w 8877359"/>
              <a:gd name="connsiteY1572" fmla="*/ 4840941 h 4893730"/>
              <a:gd name="connsiteX1573" fmla="*/ 3639575 w 8877359"/>
              <a:gd name="connsiteY1573" fmla="*/ 4844398 h 4893730"/>
              <a:gd name="connsiteX1574" fmla="*/ 3688906 w 8877359"/>
              <a:gd name="connsiteY1574" fmla="*/ 4893730 h 4893730"/>
              <a:gd name="connsiteX1575" fmla="*/ 2979655 w 8877359"/>
              <a:gd name="connsiteY1575" fmla="*/ 4893730 h 4893730"/>
              <a:gd name="connsiteX1576" fmla="*/ 3014537 w 8877359"/>
              <a:gd name="connsiteY1576" fmla="*/ 4879281 h 4893730"/>
              <a:gd name="connsiteX1577" fmla="*/ 3020184 w 8877359"/>
              <a:gd name="connsiteY1577" fmla="*/ 4872437 h 4893730"/>
              <a:gd name="connsiteX1578" fmla="*/ 3025830 w 8877359"/>
              <a:gd name="connsiteY1578" fmla="*/ 4879281 h 4893730"/>
              <a:gd name="connsiteX1579" fmla="*/ 3060713 w 8877359"/>
              <a:gd name="connsiteY1579" fmla="*/ 4893730 h 4893730"/>
              <a:gd name="connsiteX1580" fmla="*/ 3110044 w 8877359"/>
              <a:gd name="connsiteY1580" fmla="*/ 4844398 h 4893730"/>
              <a:gd name="connsiteX1581" fmla="*/ 3109696 w 8877359"/>
              <a:gd name="connsiteY1581" fmla="*/ 4840941 h 4893730"/>
              <a:gd name="connsiteX1582" fmla="*/ 3118635 w 8877359"/>
              <a:gd name="connsiteY1582" fmla="*/ 4843715 h 4893730"/>
              <a:gd name="connsiteX1583" fmla="*/ 3128576 w 8877359"/>
              <a:gd name="connsiteY1583" fmla="*/ 4844717 h 4893730"/>
              <a:gd name="connsiteX1584" fmla="*/ 3177909 w 8877359"/>
              <a:gd name="connsiteY1584" fmla="*/ 4795386 h 4893730"/>
              <a:gd name="connsiteX1585" fmla="*/ 3169483 w 8877359"/>
              <a:gd name="connsiteY1585" fmla="*/ 4767804 h 4893730"/>
              <a:gd name="connsiteX1586" fmla="*/ 3166215 w 8877359"/>
              <a:gd name="connsiteY1586" fmla="*/ 4763844 h 4893730"/>
              <a:gd name="connsiteX1587" fmla="*/ 3173228 w 8877359"/>
              <a:gd name="connsiteY1587" fmla="*/ 4761667 h 4893730"/>
              <a:gd name="connsiteX1588" fmla="*/ 3203355 w 8877359"/>
              <a:gd name="connsiteY1588" fmla="*/ 4716212 h 4893730"/>
              <a:gd name="connsiteX1589" fmla="*/ 3173228 w 8877359"/>
              <a:gd name="connsiteY1589" fmla="*/ 4670757 h 4893730"/>
              <a:gd name="connsiteX1590" fmla="*/ 3166849 w 8877359"/>
              <a:gd name="connsiteY1590" fmla="*/ 4668777 h 4893730"/>
              <a:gd name="connsiteX1591" fmla="*/ 3169483 w 8877359"/>
              <a:gd name="connsiteY1591" fmla="*/ 4665583 h 4893730"/>
              <a:gd name="connsiteX1592" fmla="*/ 3177909 w 8877359"/>
              <a:gd name="connsiteY1592" fmla="*/ 4638001 h 4893730"/>
              <a:gd name="connsiteX1593" fmla="*/ 3128576 w 8877359"/>
              <a:gd name="connsiteY1593" fmla="*/ 4588669 h 4893730"/>
              <a:gd name="connsiteX1594" fmla="*/ 3113908 w 8877359"/>
              <a:gd name="connsiteY1594" fmla="*/ 4590887 h 4893730"/>
              <a:gd name="connsiteX1595" fmla="*/ 3109647 w 8877359"/>
              <a:gd name="connsiteY1595" fmla="*/ 4592935 h 4893730"/>
              <a:gd name="connsiteX1596" fmla="*/ 3110044 w 8877359"/>
              <a:gd name="connsiteY1596" fmla="*/ 4588989 h 4893730"/>
              <a:gd name="connsiteX1597" fmla="*/ 3060713 w 8877359"/>
              <a:gd name="connsiteY1597" fmla="*/ 4539657 h 4893730"/>
              <a:gd name="connsiteX1598" fmla="*/ 3025830 w 8877359"/>
              <a:gd name="connsiteY1598" fmla="*/ 4554106 h 4893730"/>
              <a:gd name="connsiteX1599" fmla="*/ 3020184 w 8877359"/>
              <a:gd name="connsiteY1599" fmla="*/ 4560950 h 4893730"/>
              <a:gd name="connsiteX1600" fmla="*/ 3014537 w 8877359"/>
              <a:gd name="connsiteY1600" fmla="*/ 4554106 h 4893730"/>
              <a:gd name="connsiteX1601" fmla="*/ 2979655 w 8877359"/>
              <a:gd name="connsiteY1601" fmla="*/ 4539657 h 4893730"/>
              <a:gd name="connsiteX1602" fmla="*/ 2930324 w 8877359"/>
              <a:gd name="connsiteY1602" fmla="*/ 4588989 h 4893730"/>
              <a:gd name="connsiteX1603" fmla="*/ 2930672 w 8877359"/>
              <a:gd name="connsiteY1603" fmla="*/ 4592446 h 4893730"/>
              <a:gd name="connsiteX1604" fmla="*/ 2921734 w 8877359"/>
              <a:gd name="connsiteY1604" fmla="*/ 4589671 h 4893730"/>
              <a:gd name="connsiteX1605" fmla="*/ 2911792 w 8877359"/>
              <a:gd name="connsiteY1605" fmla="*/ 4588669 h 4893730"/>
              <a:gd name="connsiteX1606" fmla="*/ 2862460 w 8877359"/>
              <a:gd name="connsiteY1606" fmla="*/ 4638001 h 4893730"/>
              <a:gd name="connsiteX1607" fmla="*/ 2870885 w 8877359"/>
              <a:gd name="connsiteY1607" fmla="*/ 4665583 h 4893730"/>
              <a:gd name="connsiteX1608" fmla="*/ 2873521 w 8877359"/>
              <a:gd name="connsiteY1608" fmla="*/ 4668777 h 4893730"/>
              <a:gd name="connsiteX1609" fmla="*/ 2867140 w 8877359"/>
              <a:gd name="connsiteY1609" fmla="*/ 4670757 h 4893730"/>
              <a:gd name="connsiteX1610" fmla="*/ 2837012 w 8877359"/>
              <a:gd name="connsiteY1610" fmla="*/ 4716212 h 4893730"/>
              <a:gd name="connsiteX1611" fmla="*/ 2867140 w 8877359"/>
              <a:gd name="connsiteY1611" fmla="*/ 4761667 h 4893730"/>
              <a:gd name="connsiteX1612" fmla="*/ 2874154 w 8877359"/>
              <a:gd name="connsiteY1612" fmla="*/ 4763844 h 4893730"/>
              <a:gd name="connsiteX1613" fmla="*/ 2870885 w 8877359"/>
              <a:gd name="connsiteY1613" fmla="*/ 4767804 h 4893730"/>
              <a:gd name="connsiteX1614" fmla="*/ 2862460 w 8877359"/>
              <a:gd name="connsiteY1614" fmla="*/ 4795386 h 4893730"/>
              <a:gd name="connsiteX1615" fmla="*/ 2911792 w 8877359"/>
              <a:gd name="connsiteY1615" fmla="*/ 4844717 h 4893730"/>
              <a:gd name="connsiteX1616" fmla="*/ 2921734 w 8877359"/>
              <a:gd name="connsiteY1616" fmla="*/ 4843715 h 4893730"/>
              <a:gd name="connsiteX1617" fmla="*/ 2930672 w 8877359"/>
              <a:gd name="connsiteY1617" fmla="*/ 4840941 h 4893730"/>
              <a:gd name="connsiteX1618" fmla="*/ 2930324 w 8877359"/>
              <a:gd name="connsiteY1618" fmla="*/ 4844398 h 4893730"/>
              <a:gd name="connsiteX1619" fmla="*/ 2979655 w 8877359"/>
              <a:gd name="connsiteY1619" fmla="*/ 4893730 h 4893730"/>
              <a:gd name="connsiteX1620" fmla="*/ 2270403 w 8877359"/>
              <a:gd name="connsiteY1620" fmla="*/ 4893730 h 4893730"/>
              <a:gd name="connsiteX1621" fmla="*/ 2305285 w 8877359"/>
              <a:gd name="connsiteY1621" fmla="*/ 4879281 h 4893730"/>
              <a:gd name="connsiteX1622" fmla="*/ 2310932 w 8877359"/>
              <a:gd name="connsiteY1622" fmla="*/ 4872437 h 4893730"/>
              <a:gd name="connsiteX1623" fmla="*/ 2316578 w 8877359"/>
              <a:gd name="connsiteY1623" fmla="*/ 4879281 h 4893730"/>
              <a:gd name="connsiteX1624" fmla="*/ 2351461 w 8877359"/>
              <a:gd name="connsiteY1624" fmla="*/ 4893730 h 4893730"/>
              <a:gd name="connsiteX1625" fmla="*/ 2400794 w 8877359"/>
              <a:gd name="connsiteY1625" fmla="*/ 4844398 h 4893730"/>
              <a:gd name="connsiteX1626" fmla="*/ 2400445 w 8877359"/>
              <a:gd name="connsiteY1626" fmla="*/ 4840941 h 4893730"/>
              <a:gd name="connsiteX1627" fmla="*/ 2409382 w 8877359"/>
              <a:gd name="connsiteY1627" fmla="*/ 4843715 h 4893730"/>
              <a:gd name="connsiteX1628" fmla="*/ 2419325 w 8877359"/>
              <a:gd name="connsiteY1628" fmla="*/ 4844717 h 4893730"/>
              <a:gd name="connsiteX1629" fmla="*/ 2468657 w 8877359"/>
              <a:gd name="connsiteY1629" fmla="*/ 4795386 h 4893730"/>
              <a:gd name="connsiteX1630" fmla="*/ 2460232 w 8877359"/>
              <a:gd name="connsiteY1630" fmla="*/ 4767804 h 4893730"/>
              <a:gd name="connsiteX1631" fmla="*/ 2456965 w 8877359"/>
              <a:gd name="connsiteY1631" fmla="*/ 4763844 h 4893730"/>
              <a:gd name="connsiteX1632" fmla="*/ 2463977 w 8877359"/>
              <a:gd name="connsiteY1632" fmla="*/ 4761667 h 4893730"/>
              <a:gd name="connsiteX1633" fmla="*/ 2494106 w 8877359"/>
              <a:gd name="connsiteY1633" fmla="*/ 4716212 h 4893730"/>
              <a:gd name="connsiteX1634" fmla="*/ 2463977 w 8877359"/>
              <a:gd name="connsiteY1634" fmla="*/ 4670757 h 4893730"/>
              <a:gd name="connsiteX1635" fmla="*/ 2457596 w 8877359"/>
              <a:gd name="connsiteY1635" fmla="*/ 4668777 h 4893730"/>
              <a:gd name="connsiteX1636" fmla="*/ 2460232 w 8877359"/>
              <a:gd name="connsiteY1636" fmla="*/ 4665583 h 4893730"/>
              <a:gd name="connsiteX1637" fmla="*/ 2468657 w 8877359"/>
              <a:gd name="connsiteY1637" fmla="*/ 4638001 h 4893730"/>
              <a:gd name="connsiteX1638" fmla="*/ 2419325 w 8877359"/>
              <a:gd name="connsiteY1638" fmla="*/ 4588669 h 4893730"/>
              <a:gd name="connsiteX1639" fmla="*/ 2404655 w 8877359"/>
              <a:gd name="connsiteY1639" fmla="*/ 4590887 h 4893730"/>
              <a:gd name="connsiteX1640" fmla="*/ 2400396 w 8877359"/>
              <a:gd name="connsiteY1640" fmla="*/ 4592935 h 4893730"/>
              <a:gd name="connsiteX1641" fmla="*/ 2400794 w 8877359"/>
              <a:gd name="connsiteY1641" fmla="*/ 4588989 h 4893730"/>
              <a:gd name="connsiteX1642" fmla="*/ 2351461 w 8877359"/>
              <a:gd name="connsiteY1642" fmla="*/ 4539657 h 4893730"/>
              <a:gd name="connsiteX1643" fmla="*/ 2316578 w 8877359"/>
              <a:gd name="connsiteY1643" fmla="*/ 4554106 h 4893730"/>
              <a:gd name="connsiteX1644" fmla="*/ 2310933 w 8877359"/>
              <a:gd name="connsiteY1644" fmla="*/ 4560950 h 4893730"/>
              <a:gd name="connsiteX1645" fmla="*/ 2305285 w 8877359"/>
              <a:gd name="connsiteY1645" fmla="*/ 4554106 h 4893730"/>
              <a:gd name="connsiteX1646" fmla="*/ 2270403 w 8877359"/>
              <a:gd name="connsiteY1646" fmla="*/ 4539657 h 4893730"/>
              <a:gd name="connsiteX1647" fmla="*/ 2221070 w 8877359"/>
              <a:gd name="connsiteY1647" fmla="*/ 4588989 h 4893730"/>
              <a:gd name="connsiteX1648" fmla="*/ 2221420 w 8877359"/>
              <a:gd name="connsiteY1648" fmla="*/ 4592446 h 4893730"/>
              <a:gd name="connsiteX1649" fmla="*/ 2212481 w 8877359"/>
              <a:gd name="connsiteY1649" fmla="*/ 4589671 h 4893730"/>
              <a:gd name="connsiteX1650" fmla="*/ 2202539 w 8877359"/>
              <a:gd name="connsiteY1650" fmla="*/ 4588669 h 4893730"/>
              <a:gd name="connsiteX1651" fmla="*/ 2153208 w 8877359"/>
              <a:gd name="connsiteY1651" fmla="*/ 4638001 h 4893730"/>
              <a:gd name="connsiteX1652" fmla="*/ 2161632 w 8877359"/>
              <a:gd name="connsiteY1652" fmla="*/ 4665583 h 4893730"/>
              <a:gd name="connsiteX1653" fmla="*/ 2164267 w 8877359"/>
              <a:gd name="connsiteY1653" fmla="*/ 4668777 h 4893730"/>
              <a:gd name="connsiteX1654" fmla="*/ 2157888 w 8877359"/>
              <a:gd name="connsiteY1654" fmla="*/ 4670757 h 4893730"/>
              <a:gd name="connsiteX1655" fmla="*/ 2127759 w 8877359"/>
              <a:gd name="connsiteY1655" fmla="*/ 4716212 h 4893730"/>
              <a:gd name="connsiteX1656" fmla="*/ 2157888 w 8877359"/>
              <a:gd name="connsiteY1656" fmla="*/ 4761667 h 4893730"/>
              <a:gd name="connsiteX1657" fmla="*/ 2164900 w 8877359"/>
              <a:gd name="connsiteY1657" fmla="*/ 4763844 h 4893730"/>
              <a:gd name="connsiteX1658" fmla="*/ 2161632 w 8877359"/>
              <a:gd name="connsiteY1658" fmla="*/ 4767804 h 4893730"/>
              <a:gd name="connsiteX1659" fmla="*/ 2153208 w 8877359"/>
              <a:gd name="connsiteY1659" fmla="*/ 4795386 h 4893730"/>
              <a:gd name="connsiteX1660" fmla="*/ 2202539 w 8877359"/>
              <a:gd name="connsiteY1660" fmla="*/ 4844717 h 4893730"/>
              <a:gd name="connsiteX1661" fmla="*/ 2212481 w 8877359"/>
              <a:gd name="connsiteY1661" fmla="*/ 4843715 h 4893730"/>
              <a:gd name="connsiteX1662" fmla="*/ 2221419 w 8877359"/>
              <a:gd name="connsiteY1662" fmla="*/ 4840941 h 4893730"/>
              <a:gd name="connsiteX1663" fmla="*/ 2221070 w 8877359"/>
              <a:gd name="connsiteY1663" fmla="*/ 4844398 h 4893730"/>
              <a:gd name="connsiteX1664" fmla="*/ 2270403 w 8877359"/>
              <a:gd name="connsiteY1664" fmla="*/ 4893730 h 4893730"/>
              <a:gd name="connsiteX1665" fmla="*/ 1561150 w 8877359"/>
              <a:gd name="connsiteY1665" fmla="*/ 4893730 h 4893730"/>
              <a:gd name="connsiteX1666" fmla="*/ 1596033 w 8877359"/>
              <a:gd name="connsiteY1666" fmla="*/ 4879281 h 4893730"/>
              <a:gd name="connsiteX1667" fmla="*/ 1601680 w 8877359"/>
              <a:gd name="connsiteY1667" fmla="*/ 4872437 h 4893730"/>
              <a:gd name="connsiteX1668" fmla="*/ 1607327 w 8877359"/>
              <a:gd name="connsiteY1668" fmla="*/ 4879281 h 4893730"/>
              <a:gd name="connsiteX1669" fmla="*/ 1642209 w 8877359"/>
              <a:gd name="connsiteY1669" fmla="*/ 4893730 h 4893730"/>
              <a:gd name="connsiteX1670" fmla="*/ 1691542 w 8877359"/>
              <a:gd name="connsiteY1670" fmla="*/ 4844398 h 4893730"/>
              <a:gd name="connsiteX1671" fmla="*/ 1691193 w 8877359"/>
              <a:gd name="connsiteY1671" fmla="*/ 4840941 h 4893730"/>
              <a:gd name="connsiteX1672" fmla="*/ 1700131 w 8877359"/>
              <a:gd name="connsiteY1672" fmla="*/ 4843715 h 4893730"/>
              <a:gd name="connsiteX1673" fmla="*/ 1710073 w 8877359"/>
              <a:gd name="connsiteY1673" fmla="*/ 4844717 h 4893730"/>
              <a:gd name="connsiteX1674" fmla="*/ 1759405 w 8877359"/>
              <a:gd name="connsiteY1674" fmla="*/ 4795386 h 4893730"/>
              <a:gd name="connsiteX1675" fmla="*/ 1750980 w 8877359"/>
              <a:gd name="connsiteY1675" fmla="*/ 4767804 h 4893730"/>
              <a:gd name="connsiteX1676" fmla="*/ 1747712 w 8877359"/>
              <a:gd name="connsiteY1676" fmla="*/ 4763844 h 4893730"/>
              <a:gd name="connsiteX1677" fmla="*/ 1754724 w 8877359"/>
              <a:gd name="connsiteY1677" fmla="*/ 4761667 h 4893730"/>
              <a:gd name="connsiteX1678" fmla="*/ 1784854 w 8877359"/>
              <a:gd name="connsiteY1678" fmla="*/ 4716212 h 4893730"/>
              <a:gd name="connsiteX1679" fmla="*/ 1754724 w 8877359"/>
              <a:gd name="connsiteY1679" fmla="*/ 4670757 h 4893730"/>
              <a:gd name="connsiteX1680" fmla="*/ 1748345 w 8877359"/>
              <a:gd name="connsiteY1680" fmla="*/ 4668777 h 4893730"/>
              <a:gd name="connsiteX1681" fmla="*/ 1750980 w 8877359"/>
              <a:gd name="connsiteY1681" fmla="*/ 4665583 h 4893730"/>
              <a:gd name="connsiteX1682" fmla="*/ 1759405 w 8877359"/>
              <a:gd name="connsiteY1682" fmla="*/ 4638001 h 4893730"/>
              <a:gd name="connsiteX1683" fmla="*/ 1710073 w 8877359"/>
              <a:gd name="connsiteY1683" fmla="*/ 4588669 h 4893730"/>
              <a:gd name="connsiteX1684" fmla="*/ 1695403 w 8877359"/>
              <a:gd name="connsiteY1684" fmla="*/ 4590887 h 4893730"/>
              <a:gd name="connsiteX1685" fmla="*/ 1691144 w 8877359"/>
              <a:gd name="connsiteY1685" fmla="*/ 4592935 h 4893730"/>
              <a:gd name="connsiteX1686" fmla="*/ 1691542 w 8877359"/>
              <a:gd name="connsiteY1686" fmla="*/ 4588989 h 4893730"/>
              <a:gd name="connsiteX1687" fmla="*/ 1642209 w 8877359"/>
              <a:gd name="connsiteY1687" fmla="*/ 4539657 h 4893730"/>
              <a:gd name="connsiteX1688" fmla="*/ 1607327 w 8877359"/>
              <a:gd name="connsiteY1688" fmla="*/ 4554106 h 4893730"/>
              <a:gd name="connsiteX1689" fmla="*/ 1601680 w 8877359"/>
              <a:gd name="connsiteY1689" fmla="*/ 4560950 h 4893730"/>
              <a:gd name="connsiteX1690" fmla="*/ 1596034 w 8877359"/>
              <a:gd name="connsiteY1690" fmla="*/ 4554106 h 4893730"/>
              <a:gd name="connsiteX1691" fmla="*/ 1561151 w 8877359"/>
              <a:gd name="connsiteY1691" fmla="*/ 4539657 h 4893730"/>
              <a:gd name="connsiteX1692" fmla="*/ 1511819 w 8877359"/>
              <a:gd name="connsiteY1692" fmla="*/ 4588989 h 4893730"/>
              <a:gd name="connsiteX1693" fmla="*/ 1512167 w 8877359"/>
              <a:gd name="connsiteY1693" fmla="*/ 4592446 h 4893730"/>
              <a:gd name="connsiteX1694" fmla="*/ 1503230 w 8877359"/>
              <a:gd name="connsiteY1694" fmla="*/ 4589671 h 4893730"/>
              <a:gd name="connsiteX1695" fmla="*/ 1493287 w 8877359"/>
              <a:gd name="connsiteY1695" fmla="*/ 4588669 h 4893730"/>
              <a:gd name="connsiteX1696" fmla="*/ 1443955 w 8877359"/>
              <a:gd name="connsiteY1696" fmla="*/ 4638001 h 4893730"/>
              <a:gd name="connsiteX1697" fmla="*/ 1452380 w 8877359"/>
              <a:gd name="connsiteY1697" fmla="*/ 4665583 h 4893730"/>
              <a:gd name="connsiteX1698" fmla="*/ 1455015 w 8877359"/>
              <a:gd name="connsiteY1698" fmla="*/ 4668777 h 4893730"/>
              <a:gd name="connsiteX1699" fmla="*/ 1448636 w 8877359"/>
              <a:gd name="connsiteY1699" fmla="*/ 4670757 h 4893730"/>
              <a:gd name="connsiteX1700" fmla="*/ 1418506 w 8877359"/>
              <a:gd name="connsiteY1700" fmla="*/ 4716212 h 4893730"/>
              <a:gd name="connsiteX1701" fmla="*/ 1448636 w 8877359"/>
              <a:gd name="connsiteY1701" fmla="*/ 4761667 h 4893730"/>
              <a:gd name="connsiteX1702" fmla="*/ 1455648 w 8877359"/>
              <a:gd name="connsiteY1702" fmla="*/ 4763844 h 4893730"/>
              <a:gd name="connsiteX1703" fmla="*/ 1452380 w 8877359"/>
              <a:gd name="connsiteY1703" fmla="*/ 4767804 h 4893730"/>
              <a:gd name="connsiteX1704" fmla="*/ 1443955 w 8877359"/>
              <a:gd name="connsiteY1704" fmla="*/ 4795386 h 4893730"/>
              <a:gd name="connsiteX1705" fmla="*/ 1493287 w 8877359"/>
              <a:gd name="connsiteY1705" fmla="*/ 4844717 h 4893730"/>
              <a:gd name="connsiteX1706" fmla="*/ 1503230 w 8877359"/>
              <a:gd name="connsiteY1706" fmla="*/ 4843715 h 4893730"/>
              <a:gd name="connsiteX1707" fmla="*/ 1512167 w 8877359"/>
              <a:gd name="connsiteY1707" fmla="*/ 4840941 h 4893730"/>
              <a:gd name="connsiteX1708" fmla="*/ 1511818 w 8877359"/>
              <a:gd name="connsiteY1708" fmla="*/ 4844398 h 4893730"/>
              <a:gd name="connsiteX1709" fmla="*/ 1561150 w 8877359"/>
              <a:gd name="connsiteY1709" fmla="*/ 4893730 h 4893730"/>
              <a:gd name="connsiteX1710" fmla="*/ 851898 w 8877359"/>
              <a:gd name="connsiteY1710" fmla="*/ 4893730 h 4893730"/>
              <a:gd name="connsiteX1711" fmla="*/ 886780 w 8877359"/>
              <a:gd name="connsiteY1711" fmla="*/ 4879281 h 4893730"/>
              <a:gd name="connsiteX1712" fmla="*/ 892427 w 8877359"/>
              <a:gd name="connsiteY1712" fmla="*/ 4872437 h 4893730"/>
              <a:gd name="connsiteX1713" fmla="*/ 898074 w 8877359"/>
              <a:gd name="connsiteY1713" fmla="*/ 4879281 h 4893730"/>
              <a:gd name="connsiteX1714" fmla="*/ 932958 w 8877359"/>
              <a:gd name="connsiteY1714" fmla="*/ 4893730 h 4893730"/>
              <a:gd name="connsiteX1715" fmla="*/ 982290 w 8877359"/>
              <a:gd name="connsiteY1715" fmla="*/ 4844398 h 4893730"/>
              <a:gd name="connsiteX1716" fmla="*/ 981941 w 8877359"/>
              <a:gd name="connsiteY1716" fmla="*/ 4840941 h 4893730"/>
              <a:gd name="connsiteX1717" fmla="*/ 990880 w 8877359"/>
              <a:gd name="connsiteY1717" fmla="*/ 4843715 h 4893730"/>
              <a:gd name="connsiteX1718" fmla="*/ 1000822 w 8877359"/>
              <a:gd name="connsiteY1718" fmla="*/ 4844717 h 4893730"/>
              <a:gd name="connsiteX1719" fmla="*/ 1050154 w 8877359"/>
              <a:gd name="connsiteY1719" fmla="*/ 4795386 h 4893730"/>
              <a:gd name="connsiteX1720" fmla="*/ 1041729 w 8877359"/>
              <a:gd name="connsiteY1720" fmla="*/ 4767804 h 4893730"/>
              <a:gd name="connsiteX1721" fmla="*/ 1038461 w 8877359"/>
              <a:gd name="connsiteY1721" fmla="*/ 4763844 h 4893730"/>
              <a:gd name="connsiteX1722" fmla="*/ 1045473 w 8877359"/>
              <a:gd name="connsiteY1722" fmla="*/ 4761667 h 4893730"/>
              <a:gd name="connsiteX1723" fmla="*/ 1075602 w 8877359"/>
              <a:gd name="connsiteY1723" fmla="*/ 4716212 h 4893730"/>
              <a:gd name="connsiteX1724" fmla="*/ 1045473 w 8877359"/>
              <a:gd name="connsiteY1724" fmla="*/ 4670757 h 4893730"/>
              <a:gd name="connsiteX1725" fmla="*/ 1039092 w 8877359"/>
              <a:gd name="connsiteY1725" fmla="*/ 4668777 h 4893730"/>
              <a:gd name="connsiteX1726" fmla="*/ 1041729 w 8877359"/>
              <a:gd name="connsiteY1726" fmla="*/ 4665583 h 4893730"/>
              <a:gd name="connsiteX1727" fmla="*/ 1050154 w 8877359"/>
              <a:gd name="connsiteY1727" fmla="*/ 4638001 h 4893730"/>
              <a:gd name="connsiteX1728" fmla="*/ 1000822 w 8877359"/>
              <a:gd name="connsiteY1728" fmla="*/ 4588669 h 4893730"/>
              <a:gd name="connsiteX1729" fmla="*/ 986151 w 8877359"/>
              <a:gd name="connsiteY1729" fmla="*/ 4590887 h 4893730"/>
              <a:gd name="connsiteX1730" fmla="*/ 981892 w 8877359"/>
              <a:gd name="connsiteY1730" fmla="*/ 4592935 h 4893730"/>
              <a:gd name="connsiteX1731" fmla="*/ 982290 w 8877359"/>
              <a:gd name="connsiteY1731" fmla="*/ 4588989 h 4893730"/>
              <a:gd name="connsiteX1732" fmla="*/ 932959 w 8877359"/>
              <a:gd name="connsiteY1732" fmla="*/ 4539657 h 4893730"/>
              <a:gd name="connsiteX1733" fmla="*/ 898074 w 8877359"/>
              <a:gd name="connsiteY1733" fmla="*/ 4554106 h 4893730"/>
              <a:gd name="connsiteX1734" fmla="*/ 892427 w 8877359"/>
              <a:gd name="connsiteY1734" fmla="*/ 4560950 h 4893730"/>
              <a:gd name="connsiteX1735" fmla="*/ 886781 w 8877359"/>
              <a:gd name="connsiteY1735" fmla="*/ 4554106 h 4893730"/>
              <a:gd name="connsiteX1736" fmla="*/ 851898 w 8877359"/>
              <a:gd name="connsiteY1736" fmla="*/ 4539657 h 4893730"/>
              <a:gd name="connsiteX1737" fmla="*/ 802566 w 8877359"/>
              <a:gd name="connsiteY1737" fmla="*/ 4588989 h 4893730"/>
              <a:gd name="connsiteX1738" fmla="*/ 802914 w 8877359"/>
              <a:gd name="connsiteY1738" fmla="*/ 4592446 h 4893730"/>
              <a:gd name="connsiteX1739" fmla="*/ 793976 w 8877359"/>
              <a:gd name="connsiteY1739" fmla="*/ 4589671 h 4893730"/>
              <a:gd name="connsiteX1740" fmla="*/ 784034 w 8877359"/>
              <a:gd name="connsiteY1740" fmla="*/ 4588669 h 4893730"/>
              <a:gd name="connsiteX1741" fmla="*/ 734702 w 8877359"/>
              <a:gd name="connsiteY1741" fmla="*/ 4638001 h 4893730"/>
              <a:gd name="connsiteX1742" fmla="*/ 743127 w 8877359"/>
              <a:gd name="connsiteY1742" fmla="*/ 4665583 h 4893730"/>
              <a:gd name="connsiteX1743" fmla="*/ 745763 w 8877359"/>
              <a:gd name="connsiteY1743" fmla="*/ 4668777 h 4893730"/>
              <a:gd name="connsiteX1744" fmla="*/ 739383 w 8877359"/>
              <a:gd name="connsiteY1744" fmla="*/ 4670757 h 4893730"/>
              <a:gd name="connsiteX1745" fmla="*/ 709253 w 8877359"/>
              <a:gd name="connsiteY1745" fmla="*/ 4716212 h 4893730"/>
              <a:gd name="connsiteX1746" fmla="*/ 739383 w 8877359"/>
              <a:gd name="connsiteY1746" fmla="*/ 4761667 h 4893730"/>
              <a:gd name="connsiteX1747" fmla="*/ 746395 w 8877359"/>
              <a:gd name="connsiteY1747" fmla="*/ 4763844 h 4893730"/>
              <a:gd name="connsiteX1748" fmla="*/ 743127 w 8877359"/>
              <a:gd name="connsiteY1748" fmla="*/ 4767804 h 4893730"/>
              <a:gd name="connsiteX1749" fmla="*/ 734702 w 8877359"/>
              <a:gd name="connsiteY1749" fmla="*/ 4795386 h 4893730"/>
              <a:gd name="connsiteX1750" fmla="*/ 784034 w 8877359"/>
              <a:gd name="connsiteY1750" fmla="*/ 4844717 h 4893730"/>
              <a:gd name="connsiteX1751" fmla="*/ 793976 w 8877359"/>
              <a:gd name="connsiteY1751" fmla="*/ 4843715 h 4893730"/>
              <a:gd name="connsiteX1752" fmla="*/ 802914 w 8877359"/>
              <a:gd name="connsiteY1752" fmla="*/ 4840941 h 4893730"/>
              <a:gd name="connsiteX1753" fmla="*/ 802566 w 8877359"/>
              <a:gd name="connsiteY1753" fmla="*/ 4844398 h 4893730"/>
              <a:gd name="connsiteX1754" fmla="*/ 851898 w 8877359"/>
              <a:gd name="connsiteY1754" fmla="*/ 4893730 h 4893730"/>
              <a:gd name="connsiteX1755" fmla="*/ 142646 w 8877359"/>
              <a:gd name="connsiteY1755" fmla="*/ 4893730 h 4893730"/>
              <a:gd name="connsiteX1756" fmla="*/ 177529 w 8877359"/>
              <a:gd name="connsiteY1756" fmla="*/ 4879281 h 4893730"/>
              <a:gd name="connsiteX1757" fmla="*/ 183175 w 8877359"/>
              <a:gd name="connsiteY1757" fmla="*/ 4872437 h 4893730"/>
              <a:gd name="connsiteX1758" fmla="*/ 188822 w 8877359"/>
              <a:gd name="connsiteY1758" fmla="*/ 4879281 h 4893730"/>
              <a:gd name="connsiteX1759" fmla="*/ 223705 w 8877359"/>
              <a:gd name="connsiteY1759" fmla="*/ 4893730 h 4893730"/>
              <a:gd name="connsiteX1760" fmla="*/ 273037 w 8877359"/>
              <a:gd name="connsiteY1760" fmla="*/ 4844398 h 4893730"/>
              <a:gd name="connsiteX1761" fmla="*/ 272688 w 8877359"/>
              <a:gd name="connsiteY1761" fmla="*/ 4840941 h 4893730"/>
              <a:gd name="connsiteX1762" fmla="*/ 281627 w 8877359"/>
              <a:gd name="connsiteY1762" fmla="*/ 4843715 h 4893730"/>
              <a:gd name="connsiteX1763" fmla="*/ 291569 w 8877359"/>
              <a:gd name="connsiteY1763" fmla="*/ 4844717 h 4893730"/>
              <a:gd name="connsiteX1764" fmla="*/ 340901 w 8877359"/>
              <a:gd name="connsiteY1764" fmla="*/ 4795386 h 4893730"/>
              <a:gd name="connsiteX1765" fmla="*/ 332476 w 8877359"/>
              <a:gd name="connsiteY1765" fmla="*/ 4767804 h 4893730"/>
              <a:gd name="connsiteX1766" fmla="*/ 329208 w 8877359"/>
              <a:gd name="connsiteY1766" fmla="*/ 4763844 h 4893730"/>
              <a:gd name="connsiteX1767" fmla="*/ 336220 w 8877359"/>
              <a:gd name="connsiteY1767" fmla="*/ 4761667 h 4893730"/>
              <a:gd name="connsiteX1768" fmla="*/ 366349 w 8877359"/>
              <a:gd name="connsiteY1768" fmla="*/ 4716212 h 4893730"/>
              <a:gd name="connsiteX1769" fmla="*/ 336220 w 8877359"/>
              <a:gd name="connsiteY1769" fmla="*/ 4670757 h 4893730"/>
              <a:gd name="connsiteX1770" fmla="*/ 329840 w 8877359"/>
              <a:gd name="connsiteY1770" fmla="*/ 4668777 h 4893730"/>
              <a:gd name="connsiteX1771" fmla="*/ 332476 w 8877359"/>
              <a:gd name="connsiteY1771" fmla="*/ 4665583 h 4893730"/>
              <a:gd name="connsiteX1772" fmla="*/ 340901 w 8877359"/>
              <a:gd name="connsiteY1772" fmla="*/ 4638001 h 4893730"/>
              <a:gd name="connsiteX1773" fmla="*/ 291569 w 8877359"/>
              <a:gd name="connsiteY1773" fmla="*/ 4588669 h 4893730"/>
              <a:gd name="connsiteX1774" fmla="*/ 276899 w 8877359"/>
              <a:gd name="connsiteY1774" fmla="*/ 4590887 h 4893730"/>
              <a:gd name="connsiteX1775" fmla="*/ 272640 w 8877359"/>
              <a:gd name="connsiteY1775" fmla="*/ 4592935 h 4893730"/>
              <a:gd name="connsiteX1776" fmla="*/ 273037 w 8877359"/>
              <a:gd name="connsiteY1776" fmla="*/ 4588989 h 4893730"/>
              <a:gd name="connsiteX1777" fmla="*/ 223705 w 8877359"/>
              <a:gd name="connsiteY1777" fmla="*/ 4539657 h 4893730"/>
              <a:gd name="connsiteX1778" fmla="*/ 188823 w 8877359"/>
              <a:gd name="connsiteY1778" fmla="*/ 4554106 h 4893730"/>
              <a:gd name="connsiteX1779" fmla="*/ 183176 w 8877359"/>
              <a:gd name="connsiteY1779" fmla="*/ 4560950 h 4893730"/>
              <a:gd name="connsiteX1780" fmla="*/ 177529 w 8877359"/>
              <a:gd name="connsiteY1780" fmla="*/ 4554106 h 4893730"/>
              <a:gd name="connsiteX1781" fmla="*/ 142646 w 8877359"/>
              <a:gd name="connsiteY1781" fmla="*/ 4539657 h 4893730"/>
              <a:gd name="connsiteX1782" fmla="*/ 93314 w 8877359"/>
              <a:gd name="connsiteY1782" fmla="*/ 4588989 h 4893730"/>
              <a:gd name="connsiteX1783" fmla="*/ 93663 w 8877359"/>
              <a:gd name="connsiteY1783" fmla="*/ 4592446 h 4893730"/>
              <a:gd name="connsiteX1784" fmla="*/ 84725 w 8877359"/>
              <a:gd name="connsiteY1784" fmla="*/ 4589671 h 4893730"/>
              <a:gd name="connsiteX1785" fmla="*/ 74783 w 8877359"/>
              <a:gd name="connsiteY1785" fmla="*/ 4588669 h 4893730"/>
              <a:gd name="connsiteX1786" fmla="*/ 25451 w 8877359"/>
              <a:gd name="connsiteY1786" fmla="*/ 4638001 h 4893730"/>
              <a:gd name="connsiteX1787" fmla="*/ 33876 w 8877359"/>
              <a:gd name="connsiteY1787" fmla="*/ 4665583 h 4893730"/>
              <a:gd name="connsiteX1788" fmla="*/ 36511 w 8877359"/>
              <a:gd name="connsiteY1788" fmla="*/ 4668777 h 4893730"/>
              <a:gd name="connsiteX1789" fmla="*/ 30131 w 8877359"/>
              <a:gd name="connsiteY1789" fmla="*/ 4670757 h 4893730"/>
              <a:gd name="connsiteX1790" fmla="*/ 2 w 8877359"/>
              <a:gd name="connsiteY1790" fmla="*/ 4716212 h 4893730"/>
              <a:gd name="connsiteX1791" fmla="*/ 30131 w 8877359"/>
              <a:gd name="connsiteY1791" fmla="*/ 4761667 h 4893730"/>
              <a:gd name="connsiteX1792" fmla="*/ 37144 w 8877359"/>
              <a:gd name="connsiteY1792" fmla="*/ 4763844 h 4893730"/>
              <a:gd name="connsiteX1793" fmla="*/ 33876 w 8877359"/>
              <a:gd name="connsiteY1793" fmla="*/ 4767804 h 4893730"/>
              <a:gd name="connsiteX1794" fmla="*/ 25451 w 8877359"/>
              <a:gd name="connsiteY1794" fmla="*/ 4795386 h 4893730"/>
              <a:gd name="connsiteX1795" fmla="*/ 74783 w 8877359"/>
              <a:gd name="connsiteY1795" fmla="*/ 4844717 h 4893730"/>
              <a:gd name="connsiteX1796" fmla="*/ 84725 w 8877359"/>
              <a:gd name="connsiteY1796" fmla="*/ 4843715 h 4893730"/>
              <a:gd name="connsiteX1797" fmla="*/ 93663 w 8877359"/>
              <a:gd name="connsiteY1797" fmla="*/ 4840941 h 4893730"/>
              <a:gd name="connsiteX1798" fmla="*/ 93314 w 8877359"/>
              <a:gd name="connsiteY1798" fmla="*/ 4844398 h 4893730"/>
              <a:gd name="connsiteX1799" fmla="*/ 142646 w 8877359"/>
              <a:gd name="connsiteY1799" fmla="*/ 4893730 h 4893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</a:cxnLst>
            <a:rect l="l" t="t" r="r" b="b"/>
            <a:pathLst>
              <a:path w="8877359" h="4893730">
                <a:moveTo>
                  <a:pt x="8339566" y="220099"/>
                </a:moveTo>
                <a:cubicBezTo>
                  <a:pt x="8361147" y="220099"/>
                  <a:pt x="8378642" y="202604"/>
                  <a:pt x="8378642" y="181023"/>
                </a:cubicBezTo>
                <a:cubicBezTo>
                  <a:pt x="8378642" y="159442"/>
                  <a:pt x="8361147" y="141947"/>
                  <a:pt x="8339566" y="141947"/>
                </a:cubicBezTo>
                <a:cubicBezTo>
                  <a:pt x="8317985" y="141947"/>
                  <a:pt x="8300490" y="159442"/>
                  <a:pt x="8300490" y="181023"/>
                </a:cubicBezTo>
                <a:cubicBezTo>
                  <a:pt x="8300490" y="202604"/>
                  <a:pt x="8317985" y="220099"/>
                  <a:pt x="8339566" y="220099"/>
                </a:cubicBezTo>
                <a:close/>
                <a:moveTo>
                  <a:pt x="7630314" y="220099"/>
                </a:moveTo>
                <a:cubicBezTo>
                  <a:pt x="7651895" y="220099"/>
                  <a:pt x="7669390" y="202604"/>
                  <a:pt x="7669390" y="181023"/>
                </a:cubicBezTo>
                <a:cubicBezTo>
                  <a:pt x="7669390" y="159442"/>
                  <a:pt x="7651895" y="141947"/>
                  <a:pt x="7630314" y="141947"/>
                </a:cubicBezTo>
                <a:cubicBezTo>
                  <a:pt x="7608733" y="141947"/>
                  <a:pt x="7591238" y="159442"/>
                  <a:pt x="7591238" y="181023"/>
                </a:cubicBezTo>
                <a:cubicBezTo>
                  <a:pt x="7591238" y="202604"/>
                  <a:pt x="7608733" y="220099"/>
                  <a:pt x="7630314" y="220099"/>
                </a:cubicBezTo>
                <a:close/>
                <a:moveTo>
                  <a:pt x="6921062" y="220099"/>
                </a:moveTo>
                <a:cubicBezTo>
                  <a:pt x="6942643" y="220099"/>
                  <a:pt x="6960138" y="202604"/>
                  <a:pt x="6960138" y="181023"/>
                </a:cubicBezTo>
                <a:cubicBezTo>
                  <a:pt x="6960138" y="159442"/>
                  <a:pt x="6942643" y="141947"/>
                  <a:pt x="6921062" y="141947"/>
                </a:cubicBezTo>
                <a:cubicBezTo>
                  <a:pt x="6899481" y="141947"/>
                  <a:pt x="6881986" y="159442"/>
                  <a:pt x="6881986" y="181023"/>
                </a:cubicBezTo>
                <a:cubicBezTo>
                  <a:pt x="6881986" y="202604"/>
                  <a:pt x="6899481" y="220099"/>
                  <a:pt x="6921062" y="220099"/>
                </a:cubicBezTo>
                <a:close/>
                <a:moveTo>
                  <a:pt x="6211810" y="220099"/>
                </a:moveTo>
                <a:cubicBezTo>
                  <a:pt x="6233391" y="220099"/>
                  <a:pt x="6250886" y="202604"/>
                  <a:pt x="6250886" y="181023"/>
                </a:cubicBezTo>
                <a:cubicBezTo>
                  <a:pt x="6250886" y="159442"/>
                  <a:pt x="6233391" y="141947"/>
                  <a:pt x="6211810" y="141947"/>
                </a:cubicBezTo>
                <a:cubicBezTo>
                  <a:pt x="6190229" y="141947"/>
                  <a:pt x="6172734" y="159442"/>
                  <a:pt x="6172734" y="181023"/>
                </a:cubicBezTo>
                <a:cubicBezTo>
                  <a:pt x="6172734" y="202604"/>
                  <a:pt x="6190229" y="220099"/>
                  <a:pt x="6211810" y="220099"/>
                </a:cubicBezTo>
                <a:close/>
                <a:moveTo>
                  <a:pt x="5502558" y="220099"/>
                </a:moveTo>
                <a:cubicBezTo>
                  <a:pt x="5524139" y="220099"/>
                  <a:pt x="5541634" y="202604"/>
                  <a:pt x="5541634" y="181023"/>
                </a:cubicBezTo>
                <a:cubicBezTo>
                  <a:pt x="5541634" y="159442"/>
                  <a:pt x="5524139" y="141947"/>
                  <a:pt x="5502558" y="141947"/>
                </a:cubicBezTo>
                <a:cubicBezTo>
                  <a:pt x="5480977" y="141947"/>
                  <a:pt x="5463482" y="159442"/>
                  <a:pt x="5463482" y="181023"/>
                </a:cubicBezTo>
                <a:cubicBezTo>
                  <a:pt x="5463482" y="202604"/>
                  <a:pt x="5480977" y="220099"/>
                  <a:pt x="5502558" y="220099"/>
                </a:cubicBezTo>
                <a:close/>
                <a:moveTo>
                  <a:pt x="4793306" y="220099"/>
                </a:moveTo>
                <a:cubicBezTo>
                  <a:pt x="4814887" y="220099"/>
                  <a:pt x="4832382" y="202604"/>
                  <a:pt x="4832382" y="181023"/>
                </a:cubicBezTo>
                <a:cubicBezTo>
                  <a:pt x="4832382" y="159442"/>
                  <a:pt x="4814887" y="141947"/>
                  <a:pt x="4793306" y="141947"/>
                </a:cubicBezTo>
                <a:cubicBezTo>
                  <a:pt x="4771725" y="141947"/>
                  <a:pt x="4754230" y="159442"/>
                  <a:pt x="4754230" y="181023"/>
                </a:cubicBezTo>
                <a:cubicBezTo>
                  <a:pt x="4754230" y="202604"/>
                  <a:pt x="4771725" y="220099"/>
                  <a:pt x="4793306" y="220099"/>
                </a:cubicBezTo>
                <a:close/>
                <a:moveTo>
                  <a:pt x="4084054" y="220099"/>
                </a:moveTo>
                <a:cubicBezTo>
                  <a:pt x="4105635" y="220099"/>
                  <a:pt x="4123130" y="202604"/>
                  <a:pt x="4123130" y="181023"/>
                </a:cubicBezTo>
                <a:cubicBezTo>
                  <a:pt x="4123130" y="159442"/>
                  <a:pt x="4105635" y="141947"/>
                  <a:pt x="4084054" y="141947"/>
                </a:cubicBezTo>
                <a:cubicBezTo>
                  <a:pt x="4062473" y="141947"/>
                  <a:pt x="4044984" y="159442"/>
                  <a:pt x="4044984" y="181023"/>
                </a:cubicBezTo>
                <a:cubicBezTo>
                  <a:pt x="4044984" y="202604"/>
                  <a:pt x="4062473" y="220099"/>
                  <a:pt x="4084054" y="220099"/>
                </a:cubicBezTo>
                <a:close/>
                <a:moveTo>
                  <a:pt x="3374807" y="220099"/>
                </a:moveTo>
                <a:cubicBezTo>
                  <a:pt x="3396389" y="220099"/>
                  <a:pt x="3413884" y="202604"/>
                  <a:pt x="3413884" y="181023"/>
                </a:cubicBezTo>
                <a:cubicBezTo>
                  <a:pt x="3413884" y="159442"/>
                  <a:pt x="3396389" y="141947"/>
                  <a:pt x="3374807" y="141947"/>
                </a:cubicBezTo>
                <a:cubicBezTo>
                  <a:pt x="3353226" y="141947"/>
                  <a:pt x="3335731" y="159442"/>
                  <a:pt x="3335731" y="181023"/>
                </a:cubicBezTo>
                <a:cubicBezTo>
                  <a:pt x="3335731" y="202604"/>
                  <a:pt x="3353226" y="220099"/>
                  <a:pt x="3374807" y="220099"/>
                </a:cubicBezTo>
                <a:close/>
                <a:moveTo>
                  <a:pt x="2665556" y="220099"/>
                </a:moveTo>
                <a:cubicBezTo>
                  <a:pt x="2687137" y="220099"/>
                  <a:pt x="2704632" y="202604"/>
                  <a:pt x="2704632" y="181023"/>
                </a:cubicBezTo>
                <a:cubicBezTo>
                  <a:pt x="2704632" y="159442"/>
                  <a:pt x="2687137" y="141947"/>
                  <a:pt x="2665556" y="141947"/>
                </a:cubicBezTo>
                <a:cubicBezTo>
                  <a:pt x="2643975" y="141947"/>
                  <a:pt x="2626479" y="159442"/>
                  <a:pt x="2626479" y="181023"/>
                </a:cubicBezTo>
                <a:cubicBezTo>
                  <a:pt x="2626479" y="202604"/>
                  <a:pt x="2643975" y="220099"/>
                  <a:pt x="2665556" y="220099"/>
                </a:cubicBezTo>
                <a:close/>
                <a:moveTo>
                  <a:pt x="1956304" y="220099"/>
                </a:moveTo>
                <a:cubicBezTo>
                  <a:pt x="1977886" y="220099"/>
                  <a:pt x="1995381" y="202604"/>
                  <a:pt x="1995381" y="181023"/>
                </a:cubicBezTo>
                <a:cubicBezTo>
                  <a:pt x="1995381" y="159442"/>
                  <a:pt x="1977886" y="141947"/>
                  <a:pt x="1956304" y="141947"/>
                </a:cubicBezTo>
                <a:cubicBezTo>
                  <a:pt x="1934723" y="141947"/>
                  <a:pt x="1917228" y="159442"/>
                  <a:pt x="1917228" y="181023"/>
                </a:cubicBezTo>
                <a:cubicBezTo>
                  <a:pt x="1917228" y="202604"/>
                  <a:pt x="1934723" y="220099"/>
                  <a:pt x="1956304" y="220099"/>
                </a:cubicBezTo>
                <a:close/>
                <a:moveTo>
                  <a:pt x="1247052" y="220099"/>
                </a:moveTo>
                <a:cubicBezTo>
                  <a:pt x="1268634" y="220099"/>
                  <a:pt x="1286129" y="202604"/>
                  <a:pt x="1286129" y="181023"/>
                </a:cubicBezTo>
                <a:cubicBezTo>
                  <a:pt x="1286129" y="159442"/>
                  <a:pt x="1268634" y="141947"/>
                  <a:pt x="1247052" y="141947"/>
                </a:cubicBezTo>
                <a:cubicBezTo>
                  <a:pt x="1225471" y="141947"/>
                  <a:pt x="1207977" y="159442"/>
                  <a:pt x="1207977" y="181023"/>
                </a:cubicBezTo>
                <a:cubicBezTo>
                  <a:pt x="1207977" y="202604"/>
                  <a:pt x="1225471" y="220099"/>
                  <a:pt x="1247052" y="220099"/>
                </a:cubicBezTo>
                <a:close/>
                <a:moveTo>
                  <a:pt x="537800" y="220099"/>
                </a:moveTo>
                <a:cubicBezTo>
                  <a:pt x="559381" y="220099"/>
                  <a:pt x="576876" y="202604"/>
                  <a:pt x="576876" y="181023"/>
                </a:cubicBezTo>
                <a:cubicBezTo>
                  <a:pt x="576876" y="159442"/>
                  <a:pt x="559381" y="141947"/>
                  <a:pt x="537800" y="141947"/>
                </a:cubicBezTo>
                <a:cubicBezTo>
                  <a:pt x="516219" y="141947"/>
                  <a:pt x="498724" y="159442"/>
                  <a:pt x="498724" y="181023"/>
                </a:cubicBezTo>
                <a:cubicBezTo>
                  <a:pt x="498724" y="202604"/>
                  <a:pt x="516219" y="220099"/>
                  <a:pt x="537800" y="220099"/>
                </a:cubicBezTo>
                <a:close/>
                <a:moveTo>
                  <a:pt x="8653655" y="354073"/>
                </a:moveTo>
                <a:cubicBezTo>
                  <a:pt x="8667278" y="354073"/>
                  <a:pt x="8679611" y="348551"/>
                  <a:pt x="8688538" y="339624"/>
                </a:cubicBezTo>
                <a:lnTo>
                  <a:pt x="8694185" y="332780"/>
                </a:lnTo>
                <a:lnTo>
                  <a:pt x="8699832" y="339624"/>
                </a:lnTo>
                <a:cubicBezTo>
                  <a:pt x="8708759" y="348551"/>
                  <a:pt x="8721092" y="354073"/>
                  <a:pt x="8734715" y="354073"/>
                </a:cubicBezTo>
                <a:cubicBezTo>
                  <a:pt x="8761960" y="354073"/>
                  <a:pt x="8784046" y="331986"/>
                  <a:pt x="8784046" y="304741"/>
                </a:cubicBezTo>
                <a:lnTo>
                  <a:pt x="8783698" y="301284"/>
                </a:lnTo>
                <a:lnTo>
                  <a:pt x="8792636" y="304058"/>
                </a:lnTo>
                <a:cubicBezTo>
                  <a:pt x="8795848" y="304715"/>
                  <a:pt x="8799173" y="305060"/>
                  <a:pt x="8802578" y="305060"/>
                </a:cubicBezTo>
                <a:cubicBezTo>
                  <a:pt x="8829823" y="305060"/>
                  <a:pt x="8851910" y="282974"/>
                  <a:pt x="8851910" y="255729"/>
                </a:cubicBezTo>
                <a:cubicBezTo>
                  <a:pt x="8851910" y="245512"/>
                  <a:pt x="8848804" y="236020"/>
                  <a:pt x="8843485" y="228147"/>
                </a:cubicBezTo>
                <a:lnTo>
                  <a:pt x="8840217" y="224187"/>
                </a:lnTo>
                <a:lnTo>
                  <a:pt x="8847229" y="222010"/>
                </a:lnTo>
                <a:cubicBezTo>
                  <a:pt x="8864935" y="214521"/>
                  <a:pt x="8877359" y="196989"/>
                  <a:pt x="8877359" y="176555"/>
                </a:cubicBezTo>
                <a:cubicBezTo>
                  <a:pt x="8877359" y="156121"/>
                  <a:pt x="8864935" y="138589"/>
                  <a:pt x="8847229" y="131100"/>
                </a:cubicBezTo>
                <a:lnTo>
                  <a:pt x="8840850" y="129120"/>
                </a:lnTo>
                <a:lnTo>
                  <a:pt x="8843485" y="125926"/>
                </a:lnTo>
                <a:cubicBezTo>
                  <a:pt x="8848804" y="118052"/>
                  <a:pt x="8851910" y="108561"/>
                  <a:pt x="8851910" y="98344"/>
                </a:cubicBezTo>
                <a:cubicBezTo>
                  <a:pt x="8851910" y="71099"/>
                  <a:pt x="8829823" y="49012"/>
                  <a:pt x="8802578" y="49012"/>
                </a:cubicBezTo>
                <a:cubicBezTo>
                  <a:pt x="8797470" y="49012"/>
                  <a:pt x="8792543" y="49789"/>
                  <a:pt x="8787908" y="51230"/>
                </a:cubicBezTo>
                <a:lnTo>
                  <a:pt x="8783649" y="53278"/>
                </a:lnTo>
                <a:lnTo>
                  <a:pt x="8784047" y="49331"/>
                </a:lnTo>
                <a:cubicBezTo>
                  <a:pt x="8784047" y="22086"/>
                  <a:pt x="8761960" y="0"/>
                  <a:pt x="8734715" y="0"/>
                </a:cubicBezTo>
                <a:cubicBezTo>
                  <a:pt x="8721092" y="0"/>
                  <a:pt x="8708759" y="5521"/>
                  <a:pt x="8699832" y="14449"/>
                </a:cubicBezTo>
                <a:lnTo>
                  <a:pt x="8694185" y="21293"/>
                </a:lnTo>
                <a:lnTo>
                  <a:pt x="8688538" y="14449"/>
                </a:lnTo>
                <a:cubicBezTo>
                  <a:pt x="8679611" y="5521"/>
                  <a:pt x="8667278" y="0"/>
                  <a:pt x="8653655" y="0"/>
                </a:cubicBezTo>
                <a:cubicBezTo>
                  <a:pt x="8626410" y="0"/>
                  <a:pt x="8604324" y="22086"/>
                  <a:pt x="8604324" y="49331"/>
                </a:cubicBezTo>
                <a:lnTo>
                  <a:pt x="8604672" y="52789"/>
                </a:lnTo>
                <a:lnTo>
                  <a:pt x="8595734" y="50014"/>
                </a:lnTo>
                <a:cubicBezTo>
                  <a:pt x="8592523" y="49357"/>
                  <a:pt x="8589198" y="49012"/>
                  <a:pt x="8585792" y="49012"/>
                </a:cubicBezTo>
                <a:cubicBezTo>
                  <a:pt x="8558547" y="49012"/>
                  <a:pt x="8536460" y="71099"/>
                  <a:pt x="8536460" y="98344"/>
                </a:cubicBezTo>
                <a:cubicBezTo>
                  <a:pt x="8536460" y="108561"/>
                  <a:pt x="8539566" y="118052"/>
                  <a:pt x="8544885" y="125926"/>
                </a:cubicBezTo>
                <a:lnTo>
                  <a:pt x="8547520" y="129120"/>
                </a:lnTo>
                <a:lnTo>
                  <a:pt x="8541141" y="131100"/>
                </a:lnTo>
                <a:cubicBezTo>
                  <a:pt x="8523435" y="138589"/>
                  <a:pt x="8511011" y="156121"/>
                  <a:pt x="8511011" y="176555"/>
                </a:cubicBezTo>
                <a:cubicBezTo>
                  <a:pt x="8511011" y="196989"/>
                  <a:pt x="8523435" y="214521"/>
                  <a:pt x="8541141" y="222010"/>
                </a:cubicBezTo>
                <a:lnTo>
                  <a:pt x="8548153" y="224187"/>
                </a:lnTo>
                <a:lnTo>
                  <a:pt x="8544885" y="228147"/>
                </a:lnTo>
                <a:cubicBezTo>
                  <a:pt x="8539566" y="236020"/>
                  <a:pt x="8536460" y="245512"/>
                  <a:pt x="8536460" y="255729"/>
                </a:cubicBezTo>
                <a:cubicBezTo>
                  <a:pt x="8536460" y="282974"/>
                  <a:pt x="8558547" y="305060"/>
                  <a:pt x="8585792" y="305060"/>
                </a:cubicBezTo>
                <a:cubicBezTo>
                  <a:pt x="8589198" y="305060"/>
                  <a:pt x="8592523" y="304715"/>
                  <a:pt x="8595734" y="304058"/>
                </a:cubicBezTo>
                <a:lnTo>
                  <a:pt x="8604672" y="301284"/>
                </a:lnTo>
                <a:lnTo>
                  <a:pt x="8604323" y="304741"/>
                </a:lnTo>
                <a:cubicBezTo>
                  <a:pt x="8604323" y="331986"/>
                  <a:pt x="8626410" y="354073"/>
                  <a:pt x="8653655" y="354073"/>
                </a:cubicBezTo>
                <a:close/>
                <a:moveTo>
                  <a:pt x="7944411" y="354073"/>
                </a:moveTo>
                <a:cubicBezTo>
                  <a:pt x="7958033" y="354073"/>
                  <a:pt x="7970366" y="348551"/>
                  <a:pt x="7979293" y="339624"/>
                </a:cubicBezTo>
                <a:lnTo>
                  <a:pt x="7984940" y="332780"/>
                </a:lnTo>
                <a:lnTo>
                  <a:pt x="7990587" y="339624"/>
                </a:lnTo>
                <a:cubicBezTo>
                  <a:pt x="7999514" y="348551"/>
                  <a:pt x="8011847" y="354073"/>
                  <a:pt x="8025470" y="354073"/>
                </a:cubicBezTo>
                <a:cubicBezTo>
                  <a:pt x="8052715" y="354073"/>
                  <a:pt x="8074802" y="331986"/>
                  <a:pt x="8074802" y="304741"/>
                </a:cubicBezTo>
                <a:lnTo>
                  <a:pt x="8074453" y="301284"/>
                </a:lnTo>
                <a:lnTo>
                  <a:pt x="8083391" y="304058"/>
                </a:lnTo>
                <a:cubicBezTo>
                  <a:pt x="8086603" y="304715"/>
                  <a:pt x="8089928" y="305060"/>
                  <a:pt x="8093333" y="305060"/>
                </a:cubicBezTo>
                <a:cubicBezTo>
                  <a:pt x="8120579" y="305060"/>
                  <a:pt x="8142665" y="282974"/>
                  <a:pt x="8142665" y="255729"/>
                </a:cubicBezTo>
                <a:cubicBezTo>
                  <a:pt x="8142665" y="245512"/>
                  <a:pt x="8139559" y="236020"/>
                  <a:pt x="8134240" y="228147"/>
                </a:cubicBezTo>
                <a:lnTo>
                  <a:pt x="8130973" y="224187"/>
                </a:lnTo>
                <a:lnTo>
                  <a:pt x="8137985" y="222010"/>
                </a:lnTo>
                <a:cubicBezTo>
                  <a:pt x="8155691" y="214521"/>
                  <a:pt x="8168114" y="196989"/>
                  <a:pt x="8168114" y="176555"/>
                </a:cubicBezTo>
                <a:cubicBezTo>
                  <a:pt x="8168114" y="156121"/>
                  <a:pt x="8155691" y="138589"/>
                  <a:pt x="8137985" y="131100"/>
                </a:cubicBezTo>
                <a:lnTo>
                  <a:pt x="8131605" y="129120"/>
                </a:lnTo>
                <a:lnTo>
                  <a:pt x="8134240" y="125926"/>
                </a:lnTo>
                <a:cubicBezTo>
                  <a:pt x="8139559" y="118052"/>
                  <a:pt x="8142665" y="108561"/>
                  <a:pt x="8142665" y="98344"/>
                </a:cubicBezTo>
                <a:cubicBezTo>
                  <a:pt x="8142665" y="71099"/>
                  <a:pt x="8120579" y="49012"/>
                  <a:pt x="8093333" y="49012"/>
                </a:cubicBezTo>
                <a:cubicBezTo>
                  <a:pt x="8088225" y="49012"/>
                  <a:pt x="8083298" y="49789"/>
                  <a:pt x="8078664" y="51230"/>
                </a:cubicBezTo>
                <a:lnTo>
                  <a:pt x="8074404" y="53278"/>
                </a:lnTo>
                <a:lnTo>
                  <a:pt x="8074802" y="49331"/>
                </a:lnTo>
                <a:cubicBezTo>
                  <a:pt x="8074802" y="22086"/>
                  <a:pt x="8052715" y="0"/>
                  <a:pt x="8025470" y="0"/>
                </a:cubicBezTo>
                <a:cubicBezTo>
                  <a:pt x="8011847" y="0"/>
                  <a:pt x="7999515" y="5521"/>
                  <a:pt x="7990587" y="14449"/>
                </a:cubicBezTo>
                <a:lnTo>
                  <a:pt x="7984940" y="21293"/>
                </a:lnTo>
                <a:lnTo>
                  <a:pt x="7979294" y="14449"/>
                </a:lnTo>
                <a:cubicBezTo>
                  <a:pt x="7970366" y="5521"/>
                  <a:pt x="7958033" y="0"/>
                  <a:pt x="7944411" y="0"/>
                </a:cubicBezTo>
                <a:cubicBezTo>
                  <a:pt x="7917165" y="0"/>
                  <a:pt x="7895079" y="22086"/>
                  <a:pt x="7895079" y="49331"/>
                </a:cubicBezTo>
                <a:lnTo>
                  <a:pt x="7895427" y="52789"/>
                </a:lnTo>
                <a:lnTo>
                  <a:pt x="7886489" y="50014"/>
                </a:lnTo>
                <a:cubicBezTo>
                  <a:pt x="7883278" y="49357"/>
                  <a:pt x="7879953" y="49012"/>
                  <a:pt x="7876547" y="49012"/>
                </a:cubicBezTo>
                <a:cubicBezTo>
                  <a:pt x="7849302" y="49012"/>
                  <a:pt x="7827215" y="71099"/>
                  <a:pt x="7827215" y="98344"/>
                </a:cubicBezTo>
                <a:cubicBezTo>
                  <a:pt x="7827215" y="108561"/>
                  <a:pt x="7830321" y="118052"/>
                  <a:pt x="7835640" y="125926"/>
                </a:cubicBezTo>
                <a:lnTo>
                  <a:pt x="7838276" y="129120"/>
                </a:lnTo>
                <a:lnTo>
                  <a:pt x="7831896" y="131100"/>
                </a:lnTo>
                <a:cubicBezTo>
                  <a:pt x="7814190" y="138589"/>
                  <a:pt x="7801766" y="156121"/>
                  <a:pt x="7801766" y="176555"/>
                </a:cubicBezTo>
                <a:cubicBezTo>
                  <a:pt x="7801766" y="196989"/>
                  <a:pt x="7814190" y="214521"/>
                  <a:pt x="7831896" y="222010"/>
                </a:cubicBezTo>
                <a:lnTo>
                  <a:pt x="7838908" y="224187"/>
                </a:lnTo>
                <a:lnTo>
                  <a:pt x="7835640" y="228147"/>
                </a:lnTo>
                <a:cubicBezTo>
                  <a:pt x="7830321" y="236020"/>
                  <a:pt x="7827215" y="245512"/>
                  <a:pt x="7827215" y="255729"/>
                </a:cubicBezTo>
                <a:cubicBezTo>
                  <a:pt x="7827215" y="282974"/>
                  <a:pt x="7849302" y="305060"/>
                  <a:pt x="7876547" y="305060"/>
                </a:cubicBezTo>
                <a:cubicBezTo>
                  <a:pt x="7879953" y="305060"/>
                  <a:pt x="7883278" y="304715"/>
                  <a:pt x="7886489" y="304058"/>
                </a:cubicBezTo>
                <a:lnTo>
                  <a:pt x="7895427" y="301284"/>
                </a:lnTo>
                <a:lnTo>
                  <a:pt x="7895079" y="304741"/>
                </a:lnTo>
                <a:cubicBezTo>
                  <a:pt x="7895079" y="331986"/>
                  <a:pt x="7917165" y="354073"/>
                  <a:pt x="7944411" y="354073"/>
                </a:cubicBezTo>
                <a:close/>
                <a:moveTo>
                  <a:pt x="7235159" y="354073"/>
                </a:moveTo>
                <a:cubicBezTo>
                  <a:pt x="7248781" y="354073"/>
                  <a:pt x="7261114" y="348551"/>
                  <a:pt x="7270041" y="339624"/>
                </a:cubicBezTo>
                <a:lnTo>
                  <a:pt x="7275688" y="332780"/>
                </a:lnTo>
                <a:lnTo>
                  <a:pt x="7281335" y="339624"/>
                </a:lnTo>
                <a:cubicBezTo>
                  <a:pt x="7290262" y="348551"/>
                  <a:pt x="7302595" y="354073"/>
                  <a:pt x="7316218" y="354073"/>
                </a:cubicBezTo>
                <a:cubicBezTo>
                  <a:pt x="7343463" y="354073"/>
                  <a:pt x="7365550" y="331986"/>
                  <a:pt x="7365550" y="304741"/>
                </a:cubicBezTo>
                <a:lnTo>
                  <a:pt x="7365201" y="301284"/>
                </a:lnTo>
                <a:lnTo>
                  <a:pt x="7374139" y="304058"/>
                </a:lnTo>
                <a:cubicBezTo>
                  <a:pt x="7377351" y="304715"/>
                  <a:pt x="7380676" y="305060"/>
                  <a:pt x="7384081" y="305060"/>
                </a:cubicBezTo>
                <a:cubicBezTo>
                  <a:pt x="7411327" y="305060"/>
                  <a:pt x="7433413" y="282974"/>
                  <a:pt x="7433413" y="255729"/>
                </a:cubicBezTo>
                <a:cubicBezTo>
                  <a:pt x="7433413" y="245512"/>
                  <a:pt x="7430307" y="236020"/>
                  <a:pt x="7424988" y="228147"/>
                </a:cubicBezTo>
                <a:lnTo>
                  <a:pt x="7421721" y="224187"/>
                </a:lnTo>
                <a:lnTo>
                  <a:pt x="7428733" y="222010"/>
                </a:lnTo>
                <a:cubicBezTo>
                  <a:pt x="7446439" y="214521"/>
                  <a:pt x="7458862" y="196989"/>
                  <a:pt x="7458862" y="176555"/>
                </a:cubicBezTo>
                <a:cubicBezTo>
                  <a:pt x="7458862" y="156121"/>
                  <a:pt x="7446439" y="138589"/>
                  <a:pt x="7428733" y="131100"/>
                </a:cubicBezTo>
                <a:lnTo>
                  <a:pt x="7422353" y="129120"/>
                </a:lnTo>
                <a:lnTo>
                  <a:pt x="7424988" y="125926"/>
                </a:lnTo>
                <a:cubicBezTo>
                  <a:pt x="7430307" y="118052"/>
                  <a:pt x="7433413" y="108561"/>
                  <a:pt x="7433413" y="98344"/>
                </a:cubicBezTo>
                <a:cubicBezTo>
                  <a:pt x="7433413" y="71099"/>
                  <a:pt x="7411327" y="49012"/>
                  <a:pt x="7384081" y="49012"/>
                </a:cubicBezTo>
                <a:cubicBezTo>
                  <a:pt x="7378973" y="49012"/>
                  <a:pt x="7374046" y="49789"/>
                  <a:pt x="7369412" y="51230"/>
                </a:cubicBezTo>
                <a:lnTo>
                  <a:pt x="7365152" y="53278"/>
                </a:lnTo>
                <a:lnTo>
                  <a:pt x="7365550" y="49331"/>
                </a:lnTo>
                <a:cubicBezTo>
                  <a:pt x="7365550" y="22086"/>
                  <a:pt x="7343463" y="0"/>
                  <a:pt x="7316218" y="0"/>
                </a:cubicBezTo>
                <a:cubicBezTo>
                  <a:pt x="7302595" y="0"/>
                  <a:pt x="7290263" y="5521"/>
                  <a:pt x="7281335" y="14449"/>
                </a:cubicBezTo>
                <a:lnTo>
                  <a:pt x="7275688" y="21293"/>
                </a:lnTo>
                <a:lnTo>
                  <a:pt x="7270042" y="14449"/>
                </a:lnTo>
                <a:cubicBezTo>
                  <a:pt x="7261114" y="5521"/>
                  <a:pt x="7248781" y="0"/>
                  <a:pt x="7235159" y="0"/>
                </a:cubicBezTo>
                <a:cubicBezTo>
                  <a:pt x="7207913" y="0"/>
                  <a:pt x="7185827" y="22086"/>
                  <a:pt x="7185827" y="49331"/>
                </a:cubicBezTo>
                <a:lnTo>
                  <a:pt x="7186175" y="52789"/>
                </a:lnTo>
                <a:lnTo>
                  <a:pt x="7177237" y="50014"/>
                </a:lnTo>
                <a:cubicBezTo>
                  <a:pt x="7174026" y="49357"/>
                  <a:pt x="7170701" y="49012"/>
                  <a:pt x="7167295" y="49012"/>
                </a:cubicBezTo>
                <a:cubicBezTo>
                  <a:pt x="7140050" y="49012"/>
                  <a:pt x="7117963" y="71099"/>
                  <a:pt x="7117963" y="98344"/>
                </a:cubicBezTo>
                <a:cubicBezTo>
                  <a:pt x="7117963" y="108561"/>
                  <a:pt x="7121069" y="118052"/>
                  <a:pt x="7126388" y="125926"/>
                </a:cubicBezTo>
                <a:lnTo>
                  <a:pt x="7129024" y="129120"/>
                </a:lnTo>
                <a:lnTo>
                  <a:pt x="7122644" y="131100"/>
                </a:lnTo>
                <a:cubicBezTo>
                  <a:pt x="7104938" y="138589"/>
                  <a:pt x="7092514" y="156121"/>
                  <a:pt x="7092514" y="176555"/>
                </a:cubicBezTo>
                <a:cubicBezTo>
                  <a:pt x="7092514" y="196989"/>
                  <a:pt x="7104938" y="214521"/>
                  <a:pt x="7122644" y="222010"/>
                </a:cubicBezTo>
                <a:lnTo>
                  <a:pt x="7129656" y="224187"/>
                </a:lnTo>
                <a:lnTo>
                  <a:pt x="7126388" y="228147"/>
                </a:lnTo>
                <a:cubicBezTo>
                  <a:pt x="7121069" y="236020"/>
                  <a:pt x="7117963" y="245512"/>
                  <a:pt x="7117963" y="255729"/>
                </a:cubicBezTo>
                <a:cubicBezTo>
                  <a:pt x="7117963" y="282974"/>
                  <a:pt x="7140050" y="305060"/>
                  <a:pt x="7167295" y="305060"/>
                </a:cubicBezTo>
                <a:cubicBezTo>
                  <a:pt x="7170701" y="305060"/>
                  <a:pt x="7174026" y="304715"/>
                  <a:pt x="7177237" y="304058"/>
                </a:cubicBezTo>
                <a:lnTo>
                  <a:pt x="7186175" y="301284"/>
                </a:lnTo>
                <a:lnTo>
                  <a:pt x="7185827" y="304741"/>
                </a:lnTo>
                <a:cubicBezTo>
                  <a:pt x="7185827" y="331986"/>
                  <a:pt x="7207913" y="354073"/>
                  <a:pt x="7235159" y="354073"/>
                </a:cubicBezTo>
                <a:close/>
                <a:moveTo>
                  <a:pt x="6525907" y="354073"/>
                </a:moveTo>
                <a:cubicBezTo>
                  <a:pt x="6539529" y="354073"/>
                  <a:pt x="6551862" y="348551"/>
                  <a:pt x="6560789" y="339624"/>
                </a:cubicBezTo>
                <a:lnTo>
                  <a:pt x="6566436" y="332780"/>
                </a:lnTo>
                <a:lnTo>
                  <a:pt x="6572083" y="339624"/>
                </a:lnTo>
                <a:cubicBezTo>
                  <a:pt x="6581010" y="348551"/>
                  <a:pt x="6593343" y="354073"/>
                  <a:pt x="6606966" y="354073"/>
                </a:cubicBezTo>
                <a:cubicBezTo>
                  <a:pt x="6634211" y="354073"/>
                  <a:pt x="6656298" y="331986"/>
                  <a:pt x="6656298" y="304741"/>
                </a:cubicBezTo>
                <a:lnTo>
                  <a:pt x="6655949" y="301284"/>
                </a:lnTo>
                <a:lnTo>
                  <a:pt x="6664887" y="304058"/>
                </a:lnTo>
                <a:cubicBezTo>
                  <a:pt x="6668099" y="304715"/>
                  <a:pt x="6671424" y="305060"/>
                  <a:pt x="6674829" y="305060"/>
                </a:cubicBezTo>
                <a:cubicBezTo>
                  <a:pt x="6702075" y="305060"/>
                  <a:pt x="6724161" y="282974"/>
                  <a:pt x="6724161" y="255729"/>
                </a:cubicBezTo>
                <a:cubicBezTo>
                  <a:pt x="6724161" y="245512"/>
                  <a:pt x="6721055" y="236020"/>
                  <a:pt x="6715736" y="228147"/>
                </a:cubicBezTo>
                <a:lnTo>
                  <a:pt x="6712469" y="224187"/>
                </a:lnTo>
                <a:lnTo>
                  <a:pt x="6719481" y="222010"/>
                </a:lnTo>
                <a:cubicBezTo>
                  <a:pt x="6737187" y="214521"/>
                  <a:pt x="6749610" y="196989"/>
                  <a:pt x="6749610" y="176555"/>
                </a:cubicBezTo>
                <a:cubicBezTo>
                  <a:pt x="6749610" y="156121"/>
                  <a:pt x="6737187" y="138589"/>
                  <a:pt x="6719481" y="131100"/>
                </a:cubicBezTo>
                <a:lnTo>
                  <a:pt x="6713101" y="129120"/>
                </a:lnTo>
                <a:lnTo>
                  <a:pt x="6715736" y="125926"/>
                </a:lnTo>
                <a:cubicBezTo>
                  <a:pt x="6721055" y="118052"/>
                  <a:pt x="6724161" y="108561"/>
                  <a:pt x="6724161" y="98344"/>
                </a:cubicBezTo>
                <a:cubicBezTo>
                  <a:pt x="6724161" y="71099"/>
                  <a:pt x="6702075" y="49012"/>
                  <a:pt x="6674829" y="49012"/>
                </a:cubicBezTo>
                <a:cubicBezTo>
                  <a:pt x="6669721" y="49012"/>
                  <a:pt x="6664794" y="49789"/>
                  <a:pt x="6660160" y="51230"/>
                </a:cubicBezTo>
                <a:lnTo>
                  <a:pt x="6655900" y="53278"/>
                </a:lnTo>
                <a:lnTo>
                  <a:pt x="6656298" y="49331"/>
                </a:lnTo>
                <a:cubicBezTo>
                  <a:pt x="6656298" y="22086"/>
                  <a:pt x="6634211" y="0"/>
                  <a:pt x="6606966" y="0"/>
                </a:cubicBezTo>
                <a:cubicBezTo>
                  <a:pt x="6593343" y="0"/>
                  <a:pt x="6581011" y="5521"/>
                  <a:pt x="6572083" y="14449"/>
                </a:cubicBezTo>
                <a:lnTo>
                  <a:pt x="6566436" y="21293"/>
                </a:lnTo>
                <a:lnTo>
                  <a:pt x="6560790" y="14449"/>
                </a:lnTo>
                <a:cubicBezTo>
                  <a:pt x="6551862" y="5521"/>
                  <a:pt x="6539529" y="0"/>
                  <a:pt x="6525907" y="0"/>
                </a:cubicBezTo>
                <a:cubicBezTo>
                  <a:pt x="6498661" y="0"/>
                  <a:pt x="6476575" y="22086"/>
                  <a:pt x="6476575" y="49331"/>
                </a:cubicBezTo>
                <a:lnTo>
                  <a:pt x="6476923" y="52789"/>
                </a:lnTo>
                <a:lnTo>
                  <a:pt x="6467985" y="50014"/>
                </a:lnTo>
                <a:cubicBezTo>
                  <a:pt x="6464774" y="49357"/>
                  <a:pt x="6461449" y="49012"/>
                  <a:pt x="6458043" y="49012"/>
                </a:cubicBezTo>
                <a:cubicBezTo>
                  <a:pt x="6430798" y="49012"/>
                  <a:pt x="6408711" y="71099"/>
                  <a:pt x="6408711" y="98344"/>
                </a:cubicBezTo>
                <a:cubicBezTo>
                  <a:pt x="6408711" y="108561"/>
                  <a:pt x="6411817" y="118052"/>
                  <a:pt x="6417136" y="125926"/>
                </a:cubicBezTo>
                <a:lnTo>
                  <a:pt x="6419772" y="129120"/>
                </a:lnTo>
                <a:lnTo>
                  <a:pt x="6413392" y="131100"/>
                </a:lnTo>
                <a:cubicBezTo>
                  <a:pt x="6395686" y="138589"/>
                  <a:pt x="6383262" y="156121"/>
                  <a:pt x="6383262" y="176555"/>
                </a:cubicBezTo>
                <a:cubicBezTo>
                  <a:pt x="6383262" y="196989"/>
                  <a:pt x="6395686" y="214521"/>
                  <a:pt x="6413392" y="222010"/>
                </a:cubicBezTo>
                <a:lnTo>
                  <a:pt x="6420404" y="224187"/>
                </a:lnTo>
                <a:lnTo>
                  <a:pt x="6417136" y="228147"/>
                </a:lnTo>
                <a:cubicBezTo>
                  <a:pt x="6411817" y="236020"/>
                  <a:pt x="6408711" y="245512"/>
                  <a:pt x="6408711" y="255729"/>
                </a:cubicBezTo>
                <a:cubicBezTo>
                  <a:pt x="6408711" y="282974"/>
                  <a:pt x="6430798" y="305060"/>
                  <a:pt x="6458043" y="305060"/>
                </a:cubicBezTo>
                <a:cubicBezTo>
                  <a:pt x="6461449" y="305060"/>
                  <a:pt x="6464774" y="304715"/>
                  <a:pt x="6467985" y="304058"/>
                </a:cubicBezTo>
                <a:lnTo>
                  <a:pt x="6476923" y="301284"/>
                </a:lnTo>
                <a:lnTo>
                  <a:pt x="6476575" y="304741"/>
                </a:lnTo>
                <a:cubicBezTo>
                  <a:pt x="6476575" y="331986"/>
                  <a:pt x="6498661" y="354073"/>
                  <a:pt x="6525907" y="354073"/>
                </a:cubicBezTo>
                <a:close/>
                <a:moveTo>
                  <a:pt x="5816655" y="354073"/>
                </a:moveTo>
                <a:cubicBezTo>
                  <a:pt x="5830277" y="354073"/>
                  <a:pt x="5842610" y="348551"/>
                  <a:pt x="5851537" y="339624"/>
                </a:cubicBezTo>
                <a:lnTo>
                  <a:pt x="5857184" y="332780"/>
                </a:lnTo>
                <a:lnTo>
                  <a:pt x="5862831" y="339624"/>
                </a:lnTo>
                <a:cubicBezTo>
                  <a:pt x="5871758" y="348551"/>
                  <a:pt x="5884091" y="354073"/>
                  <a:pt x="5897714" y="354073"/>
                </a:cubicBezTo>
                <a:cubicBezTo>
                  <a:pt x="5924959" y="354073"/>
                  <a:pt x="5947046" y="331986"/>
                  <a:pt x="5947046" y="304741"/>
                </a:cubicBezTo>
                <a:lnTo>
                  <a:pt x="5946697" y="301284"/>
                </a:lnTo>
                <a:lnTo>
                  <a:pt x="5955635" y="304058"/>
                </a:lnTo>
                <a:cubicBezTo>
                  <a:pt x="5958847" y="304715"/>
                  <a:pt x="5962172" y="305060"/>
                  <a:pt x="5965577" y="305060"/>
                </a:cubicBezTo>
                <a:cubicBezTo>
                  <a:pt x="5992823" y="305060"/>
                  <a:pt x="6014909" y="282974"/>
                  <a:pt x="6014909" y="255729"/>
                </a:cubicBezTo>
                <a:cubicBezTo>
                  <a:pt x="6014909" y="245512"/>
                  <a:pt x="6011803" y="236020"/>
                  <a:pt x="6006484" y="228147"/>
                </a:cubicBezTo>
                <a:lnTo>
                  <a:pt x="6003217" y="224187"/>
                </a:lnTo>
                <a:lnTo>
                  <a:pt x="6010229" y="222010"/>
                </a:lnTo>
                <a:cubicBezTo>
                  <a:pt x="6027935" y="214521"/>
                  <a:pt x="6040358" y="196989"/>
                  <a:pt x="6040358" y="176555"/>
                </a:cubicBezTo>
                <a:cubicBezTo>
                  <a:pt x="6040358" y="156121"/>
                  <a:pt x="6027935" y="138589"/>
                  <a:pt x="6010229" y="131100"/>
                </a:cubicBezTo>
                <a:lnTo>
                  <a:pt x="6003849" y="129120"/>
                </a:lnTo>
                <a:lnTo>
                  <a:pt x="6006484" y="125926"/>
                </a:lnTo>
                <a:cubicBezTo>
                  <a:pt x="6011803" y="118052"/>
                  <a:pt x="6014909" y="108561"/>
                  <a:pt x="6014909" y="98344"/>
                </a:cubicBezTo>
                <a:cubicBezTo>
                  <a:pt x="6014909" y="71099"/>
                  <a:pt x="5992823" y="49012"/>
                  <a:pt x="5965577" y="49012"/>
                </a:cubicBezTo>
                <a:cubicBezTo>
                  <a:pt x="5960469" y="49012"/>
                  <a:pt x="5955542" y="49789"/>
                  <a:pt x="5950908" y="51230"/>
                </a:cubicBezTo>
                <a:lnTo>
                  <a:pt x="5946648" y="53278"/>
                </a:lnTo>
                <a:lnTo>
                  <a:pt x="5947046" y="49331"/>
                </a:lnTo>
                <a:cubicBezTo>
                  <a:pt x="5947046" y="22086"/>
                  <a:pt x="5924959" y="0"/>
                  <a:pt x="5897714" y="0"/>
                </a:cubicBezTo>
                <a:cubicBezTo>
                  <a:pt x="5884091" y="0"/>
                  <a:pt x="5871759" y="5521"/>
                  <a:pt x="5862831" y="14449"/>
                </a:cubicBezTo>
                <a:lnTo>
                  <a:pt x="5857184" y="21293"/>
                </a:lnTo>
                <a:lnTo>
                  <a:pt x="5851538" y="14449"/>
                </a:lnTo>
                <a:cubicBezTo>
                  <a:pt x="5842610" y="5521"/>
                  <a:pt x="5830277" y="0"/>
                  <a:pt x="5816655" y="0"/>
                </a:cubicBezTo>
                <a:cubicBezTo>
                  <a:pt x="5789409" y="0"/>
                  <a:pt x="5767323" y="22086"/>
                  <a:pt x="5767323" y="49331"/>
                </a:cubicBezTo>
                <a:lnTo>
                  <a:pt x="5767671" y="52789"/>
                </a:lnTo>
                <a:lnTo>
                  <a:pt x="5758733" y="50014"/>
                </a:lnTo>
                <a:cubicBezTo>
                  <a:pt x="5755522" y="49357"/>
                  <a:pt x="5752197" y="49012"/>
                  <a:pt x="5748791" y="49012"/>
                </a:cubicBezTo>
                <a:cubicBezTo>
                  <a:pt x="5721546" y="49012"/>
                  <a:pt x="5699459" y="71099"/>
                  <a:pt x="5699459" y="98344"/>
                </a:cubicBezTo>
                <a:cubicBezTo>
                  <a:pt x="5699459" y="108561"/>
                  <a:pt x="5702565" y="118052"/>
                  <a:pt x="5707884" y="125926"/>
                </a:cubicBezTo>
                <a:lnTo>
                  <a:pt x="5710520" y="129120"/>
                </a:lnTo>
                <a:lnTo>
                  <a:pt x="5704140" y="131100"/>
                </a:lnTo>
                <a:cubicBezTo>
                  <a:pt x="5686434" y="138589"/>
                  <a:pt x="5674010" y="156121"/>
                  <a:pt x="5674010" y="176555"/>
                </a:cubicBezTo>
                <a:cubicBezTo>
                  <a:pt x="5674010" y="196989"/>
                  <a:pt x="5686434" y="214521"/>
                  <a:pt x="5704140" y="222010"/>
                </a:cubicBezTo>
                <a:lnTo>
                  <a:pt x="5711152" y="224187"/>
                </a:lnTo>
                <a:lnTo>
                  <a:pt x="5707884" y="228147"/>
                </a:lnTo>
                <a:cubicBezTo>
                  <a:pt x="5702565" y="236020"/>
                  <a:pt x="5699459" y="245512"/>
                  <a:pt x="5699459" y="255729"/>
                </a:cubicBezTo>
                <a:cubicBezTo>
                  <a:pt x="5699459" y="282974"/>
                  <a:pt x="5721546" y="305060"/>
                  <a:pt x="5748791" y="305060"/>
                </a:cubicBezTo>
                <a:cubicBezTo>
                  <a:pt x="5752197" y="305060"/>
                  <a:pt x="5755522" y="304715"/>
                  <a:pt x="5758733" y="304058"/>
                </a:cubicBezTo>
                <a:lnTo>
                  <a:pt x="5767671" y="301284"/>
                </a:lnTo>
                <a:lnTo>
                  <a:pt x="5767323" y="304741"/>
                </a:lnTo>
                <a:cubicBezTo>
                  <a:pt x="5767323" y="331986"/>
                  <a:pt x="5789409" y="354073"/>
                  <a:pt x="5816655" y="354073"/>
                </a:cubicBezTo>
                <a:close/>
                <a:moveTo>
                  <a:pt x="5107403" y="354073"/>
                </a:moveTo>
                <a:cubicBezTo>
                  <a:pt x="5121025" y="354073"/>
                  <a:pt x="5133358" y="348551"/>
                  <a:pt x="5142285" y="339624"/>
                </a:cubicBezTo>
                <a:lnTo>
                  <a:pt x="5147932" y="332780"/>
                </a:lnTo>
                <a:lnTo>
                  <a:pt x="5153579" y="339624"/>
                </a:lnTo>
                <a:cubicBezTo>
                  <a:pt x="5162506" y="348551"/>
                  <a:pt x="5174839" y="354073"/>
                  <a:pt x="5188462" y="354073"/>
                </a:cubicBezTo>
                <a:cubicBezTo>
                  <a:pt x="5215707" y="354073"/>
                  <a:pt x="5237794" y="331986"/>
                  <a:pt x="5237794" y="304741"/>
                </a:cubicBezTo>
                <a:lnTo>
                  <a:pt x="5237445" y="301284"/>
                </a:lnTo>
                <a:lnTo>
                  <a:pt x="5246383" y="304058"/>
                </a:lnTo>
                <a:cubicBezTo>
                  <a:pt x="5249595" y="304715"/>
                  <a:pt x="5252920" y="305060"/>
                  <a:pt x="5256325" y="305060"/>
                </a:cubicBezTo>
                <a:cubicBezTo>
                  <a:pt x="5283571" y="305060"/>
                  <a:pt x="5305657" y="282974"/>
                  <a:pt x="5305657" y="255729"/>
                </a:cubicBezTo>
                <a:cubicBezTo>
                  <a:pt x="5305657" y="245512"/>
                  <a:pt x="5302551" y="236020"/>
                  <a:pt x="5297232" y="228147"/>
                </a:cubicBezTo>
                <a:lnTo>
                  <a:pt x="5293965" y="224187"/>
                </a:lnTo>
                <a:lnTo>
                  <a:pt x="5300977" y="222010"/>
                </a:lnTo>
                <a:cubicBezTo>
                  <a:pt x="5318683" y="214521"/>
                  <a:pt x="5331106" y="196989"/>
                  <a:pt x="5331106" y="176555"/>
                </a:cubicBezTo>
                <a:cubicBezTo>
                  <a:pt x="5331106" y="156121"/>
                  <a:pt x="5318683" y="138589"/>
                  <a:pt x="5300977" y="131100"/>
                </a:cubicBezTo>
                <a:lnTo>
                  <a:pt x="5294597" y="129120"/>
                </a:lnTo>
                <a:lnTo>
                  <a:pt x="5297232" y="125926"/>
                </a:lnTo>
                <a:cubicBezTo>
                  <a:pt x="5302551" y="118052"/>
                  <a:pt x="5305657" y="108561"/>
                  <a:pt x="5305657" y="98344"/>
                </a:cubicBezTo>
                <a:cubicBezTo>
                  <a:pt x="5305657" y="71099"/>
                  <a:pt x="5283571" y="49012"/>
                  <a:pt x="5256325" y="49012"/>
                </a:cubicBezTo>
                <a:cubicBezTo>
                  <a:pt x="5251217" y="49012"/>
                  <a:pt x="5246290" y="49789"/>
                  <a:pt x="5241656" y="51230"/>
                </a:cubicBezTo>
                <a:lnTo>
                  <a:pt x="5237396" y="53278"/>
                </a:lnTo>
                <a:lnTo>
                  <a:pt x="5237794" y="49331"/>
                </a:lnTo>
                <a:cubicBezTo>
                  <a:pt x="5237794" y="22086"/>
                  <a:pt x="5215707" y="0"/>
                  <a:pt x="5188462" y="0"/>
                </a:cubicBezTo>
                <a:cubicBezTo>
                  <a:pt x="5174839" y="0"/>
                  <a:pt x="5162507" y="5521"/>
                  <a:pt x="5153579" y="14449"/>
                </a:cubicBezTo>
                <a:lnTo>
                  <a:pt x="5147932" y="21293"/>
                </a:lnTo>
                <a:lnTo>
                  <a:pt x="5142286" y="14449"/>
                </a:lnTo>
                <a:cubicBezTo>
                  <a:pt x="5133358" y="5521"/>
                  <a:pt x="5121025" y="0"/>
                  <a:pt x="5107403" y="0"/>
                </a:cubicBezTo>
                <a:cubicBezTo>
                  <a:pt x="5080157" y="0"/>
                  <a:pt x="5058071" y="22086"/>
                  <a:pt x="5058071" y="49331"/>
                </a:cubicBezTo>
                <a:lnTo>
                  <a:pt x="5058419" y="52789"/>
                </a:lnTo>
                <a:lnTo>
                  <a:pt x="5049481" y="50014"/>
                </a:lnTo>
                <a:cubicBezTo>
                  <a:pt x="5046270" y="49357"/>
                  <a:pt x="5042945" y="49012"/>
                  <a:pt x="5039539" y="49012"/>
                </a:cubicBezTo>
                <a:cubicBezTo>
                  <a:pt x="5012294" y="49012"/>
                  <a:pt x="4990207" y="71099"/>
                  <a:pt x="4990207" y="98344"/>
                </a:cubicBezTo>
                <a:cubicBezTo>
                  <a:pt x="4990207" y="108561"/>
                  <a:pt x="4993313" y="118052"/>
                  <a:pt x="4998632" y="125926"/>
                </a:cubicBezTo>
                <a:lnTo>
                  <a:pt x="5001268" y="129120"/>
                </a:lnTo>
                <a:lnTo>
                  <a:pt x="4994888" y="131100"/>
                </a:lnTo>
                <a:cubicBezTo>
                  <a:pt x="4977182" y="138589"/>
                  <a:pt x="4964758" y="156121"/>
                  <a:pt x="4964758" y="176555"/>
                </a:cubicBezTo>
                <a:cubicBezTo>
                  <a:pt x="4964758" y="196989"/>
                  <a:pt x="4977182" y="214521"/>
                  <a:pt x="4994888" y="222010"/>
                </a:cubicBezTo>
                <a:lnTo>
                  <a:pt x="5001900" y="224187"/>
                </a:lnTo>
                <a:lnTo>
                  <a:pt x="4998632" y="228147"/>
                </a:lnTo>
                <a:cubicBezTo>
                  <a:pt x="4993313" y="236020"/>
                  <a:pt x="4990207" y="245512"/>
                  <a:pt x="4990207" y="255729"/>
                </a:cubicBezTo>
                <a:cubicBezTo>
                  <a:pt x="4990207" y="282974"/>
                  <a:pt x="5012294" y="305060"/>
                  <a:pt x="5039539" y="305060"/>
                </a:cubicBezTo>
                <a:cubicBezTo>
                  <a:pt x="5042945" y="305060"/>
                  <a:pt x="5046270" y="304715"/>
                  <a:pt x="5049481" y="304058"/>
                </a:cubicBezTo>
                <a:lnTo>
                  <a:pt x="5058419" y="301284"/>
                </a:lnTo>
                <a:lnTo>
                  <a:pt x="5058071" y="304741"/>
                </a:lnTo>
                <a:cubicBezTo>
                  <a:pt x="5058071" y="331986"/>
                  <a:pt x="5080157" y="354073"/>
                  <a:pt x="5107403" y="354073"/>
                </a:cubicBezTo>
                <a:close/>
                <a:moveTo>
                  <a:pt x="4398151" y="354073"/>
                </a:moveTo>
                <a:cubicBezTo>
                  <a:pt x="4411773" y="354073"/>
                  <a:pt x="4424106" y="348551"/>
                  <a:pt x="4433033" y="339624"/>
                </a:cubicBezTo>
                <a:lnTo>
                  <a:pt x="4438680" y="332780"/>
                </a:lnTo>
                <a:lnTo>
                  <a:pt x="4444327" y="339624"/>
                </a:lnTo>
                <a:cubicBezTo>
                  <a:pt x="4453254" y="348551"/>
                  <a:pt x="4465587" y="354073"/>
                  <a:pt x="4479210" y="354073"/>
                </a:cubicBezTo>
                <a:cubicBezTo>
                  <a:pt x="4506455" y="354073"/>
                  <a:pt x="4528542" y="331986"/>
                  <a:pt x="4528542" y="304741"/>
                </a:cubicBezTo>
                <a:lnTo>
                  <a:pt x="4528193" y="301284"/>
                </a:lnTo>
                <a:lnTo>
                  <a:pt x="4537131" y="304058"/>
                </a:lnTo>
                <a:cubicBezTo>
                  <a:pt x="4540343" y="304715"/>
                  <a:pt x="4543668" y="305060"/>
                  <a:pt x="4547073" y="305060"/>
                </a:cubicBezTo>
                <a:cubicBezTo>
                  <a:pt x="4574319" y="305060"/>
                  <a:pt x="4596405" y="282974"/>
                  <a:pt x="4596405" y="255729"/>
                </a:cubicBezTo>
                <a:cubicBezTo>
                  <a:pt x="4596405" y="245512"/>
                  <a:pt x="4593299" y="236020"/>
                  <a:pt x="4587980" y="228147"/>
                </a:cubicBezTo>
                <a:lnTo>
                  <a:pt x="4584713" y="224187"/>
                </a:lnTo>
                <a:lnTo>
                  <a:pt x="4591725" y="222010"/>
                </a:lnTo>
                <a:cubicBezTo>
                  <a:pt x="4609431" y="214521"/>
                  <a:pt x="4621854" y="196989"/>
                  <a:pt x="4621854" y="176555"/>
                </a:cubicBezTo>
                <a:cubicBezTo>
                  <a:pt x="4621854" y="156121"/>
                  <a:pt x="4609431" y="138589"/>
                  <a:pt x="4591725" y="131100"/>
                </a:cubicBezTo>
                <a:lnTo>
                  <a:pt x="4585345" y="129120"/>
                </a:lnTo>
                <a:lnTo>
                  <a:pt x="4587980" y="125926"/>
                </a:lnTo>
                <a:cubicBezTo>
                  <a:pt x="4593299" y="118052"/>
                  <a:pt x="4596405" y="108561"/>
                  <a:pt x="4596405" y="98344"/>
                </a:cubicBezTo>
                <a:cubicBezTo>
                  <a:pt x="4596405" y="71099"/>
                  <a:pt x="4574319" y="49012"/>
                  <a:pt x="4547073" y="49012"/>
                </a:cubicBezTo>
                <a:cubicBezTo>
                  <a:pt x="4541965" y="49012"/>
                  <a:pt x="4537038" y="49789"/>
                  <a:pt x="4532404" y="51230"/>
                </a:cubicBezTo>
                <a:lnTo>
                  <a:pt x="4528144" y="53278"/>
                </a:lnTo>
                <a:lnTo>
                  <a:pt x="4528542" y="49331"/>
                </a:lnTo>
                <a:cubicBezTo>
                  <a:pt x="4528542" y="22086"/>
                  <a:pt x="4506455" y="0"/>
                  <a:pt x="4479210" y="0"/>
                </a:cubicBezTo>
                <a:cubicBezTo>
                  <a:pt x="4465587" y="0"/>
                  <a:pt x="4453255" y="5521"/>
                  <a:pt x="4444327" y="14449"/>
                </a:cubicBezTo>
                <a:lnTo>
                  <a:pt x="4438680" y="21293"/>
                </a:lnTo>
                <a:lnTo>
                  <a:pt x="4433034" y="14449"/>
                </a:lnTo>
                <a:cubicBezTo>
                  <a:pt x="4424106" y="5521"/>
                  <a:pt x="4411773" y="0"/>
                  <a:pt x="4398151" y="0"/>
                </a:cubicBezTo>
                <a:cubicBezTo>
                  <a:pt x="4370905" y="0"/>
                  <a:pt x="4348819" y="22086"/>
                  <a:pt x="4348819" y="49331"/>
                </a:cubicBezTo>
                <a:lnTo>
                  <a:pt x="4349167" y="52789"/>
                </a:lnTo>
                <a:lnTo>
                  <a:pt x="4340229" y="50014"/>
                </a:lnTo>
                <a:cubicBezTo>
                  <a:pt x="4337018" y="49357"/>
                  <a:pt x="4333693" y="49012"/>
                  <a:pt x="4330287" y="49012"/>
                </a:cubicBezTo>
                <a:cubicBezTo>
                  <a:pt x="4303042" y="49012"/>
                  <a:pt x="4280955" y="71099"/>
                  <a:pt x="4280955" y="98344"/>
                </a:cubicBezTo>
                <a:cubicBezTo>
                  <a:pt x="4280955" y="108561"/>
                  <a:pt x="4284061" y="118052"/>
                  <a:pt x="4289380" y="125926"/>
                </a:cubicBezTo>
                <a:lnTo>
                  <a:pt x="4292016" y="129120"/>
                </a:lnTo>
                <a:lnTo>
                  <a:pt x="4285636" y="131100"/>
                </a:lnTo>
                <a:cubicBezTo>
                  <a:pt x="4267930" y="138589"/>
                  <a:pt x="4255506" y="156121"/>
                  <a:pt x="4255506" y="176555"/>
                </a:cubicBezTo>
                <a:cubicBezTo>
                  <a:pt x="4255506" y="196989"/>
                  <a:pt x="4267930" y="214521"/>
                  <a:pt x="4285636" y="222010"/>
                </a:cubicBezTo>
                <a:lnTo>
                  <a:pt x="4292648" y="224187"/>
                </a:lnTo>
                <a:lnTo>
                  <a:pt x="4289380" y="228147"/>
                </a:lnTo>
                <a:cubicBezTo>
                  <a:pt x="4284061" y="236020"/>
                  <a:pt x="4280955" y="245512"/>
                  <a:pt x="4280955" y="255729"/>
                </a:cubicBezTo>
                <a:cubicBezTo>
                  <a:pt x="4280955" y="282974"/>
                  <a:pt x="4303042" y="305060"/>
                  <a:pt x="4330287" y="305060"/>
                </a:cubicBezTo>
                <a:cubicBezTo>
                  <a:pt x="4333693" y="305060"/>
                  <a:pt x="4337018" y="304715"/>
                  <a:pt x="4340229" y="304058"/>
                </a:cubicBezTo>
                <a:lnTo>
                  <a:pt x="4349167" y="301284"/>
                </a:lnTo>
                <a:lnTo>
                  <a:pt x="4348819" y="304741"/>
                </a:lnTo>
                <a:cubicBezTo>
                  <a:pt x="4348819" y="331986"/>
                  <a:pt x="4370905" y="354073"/>
                  <a:pt x="4398151" y="354073"/>
                </a:cubicBezTo>
                <a:close/>
                <a:moveTo>
                  <a:pt x="3688904" y="354073"/>
                </a:moveTo>
                <a:cubicBezTo>
                  <a:pt x="3702527" y="354073"/>
                  <a:pt x="3714860" y="348551"/>
                  <a:pt x="3723787" y="339624"/>
                </a:cubicBezTo>
                <a:lnTo>
                  <a:pt x="3729434" y="332780"/>
                </a:lnTo>
                <a:lnTo>
                  <a:pt x="3735080" y="339624"/>
                </a:lnTo>
                <a:cubicBezTo>
                  <a:pt x="3744007" y="348551"/>
                  <a:pt x="3756341" y="354073"/>
                  <a:pt x="3769963" y="354073"/>
                </a:cubicBezTo>
                <a:cubicBezTo>
                  <a:pt x="3797208" y="354073"/>
                  <a:pt x="3819295" y="331986"/>
                  <a:pt x="3819295" y="304741"/>
                </a:cubicBezTo>
                <a:lnTo>
                  <a:pt x="3818947" y="301284"/>
                </a:lnTo>
                <a:lnTo>
                  <a:pt x="3827885" y="304058"/>
                </a:lnTo>
                <a:cubicBezTo>
                  <a:pt x="3831096" y="304715"/>
                  <a:pt x="3834421" y="305060"/>
                  <a:pt x="3837827" y="305060"/>
                </a:cubicBezTo>
                <a:cubicBezTo>
                  <a:pt x="3865072" y="305060"/>
                  <a:pt x="3887158" y="282974"/>
                  <a:pt x="3887158" y="255729"/>
                </a:cubicBezTo>
                <a:cubicBezTo>
                  <a:pt x="3887158" y="245512"/>
                  <a:pt x="3884053" y="236020"/>
                  <a:pt x="3878733" y="228147"/>
                </a:cubicBezTo>
                <a:lnTo>
                  <a:pt x="3875466" y="224187"/>
                </a:lnTo>
                <a:lnTo>
                  <a:pt x="3882478" y="222010"/>
                </a:lnTo>
                <a:cubicBezTo>
                  <a:pt x="3900184" y="214521"/>
                  <a:pt x="3912607" y="196989"/>
                  <a:pt x="3912607" y="176555"/>
                </a:cubicBezTo>
                <a:cubicBezTo>
                  <a:pt x="3912607" y="156121"/>
                  <a:pt x="3900184" y="138589"/>
                  <a:pt x="3882478" y="131100"/>
                </a:cubicBezTo>
                <a:lnTo>
                  <a:pt x="3876098" y="129120"/>
                </a:lnTo>
                <a:lnTo>
                  <a:pt x="3878733" y="125926"/>
                </a:lnTo>
                <a:cubicBezTo>
                  <a:pt x="3884053" y="118052"/>
                  <a:pt x="3887158" y="108561"/>
                  <a:pt x="3887158" y="98344"/>
                </a:cubicBezTo>
                <a:cubicBezTo>
                  <a:pt x="3887158" y="71099"/>
                  <a:pt x="3865072" y="49012"/>
                  <a:pt x="3837827" y="49012"/>
                </a:cubicBezTo>
                <a:cubicBezTo>
                  <a:pt x="3832718" y="49012"/>
                  <a:pt x="3827791" y="49789"/>
                  <a:pt x="3823157" y="51230"/>
                </a:cubicBezTo>
                <a:lnTo>
                  <a:pt x="3818898" y="53278"/>
                </a:lnTo>
                <a:lnTo>
                  <a:pt x="3819295" y="49331"/>
                </a:lnTo>
                <a:cubicBezTo>
                  <a:pt x="3819295" y="22086"/>
                  <a:pt x="3797208" y="0"/>
                  <a:pt x="3769963" y="0"/>
                </a:cubicBezTo>
                <a:cubicBezTo>
                  <a:pt x="3756341" y="0"/>
                  <a:pt x="3744008" y="5521"/>
                  <a:pt x="3735080" y="14449"/>
                </a:cubicBezTo>
                <a:lnTo>
                  <a:pt x="3729434" y="21293"/>
                </a:lnTo>
                <a:lnTo>
                  <a:pt x="3723787" y="14449"/>
                </a:lnTo>
                <a:cubicBezTo>
                  <a:pt x="3714860" y="5521"/>
                  <a:pt x="3702527" y="0"/>
                  <a:pt x="3688904" y="0"/>
                </a:cubicBezTo>
                <a:cubicBezTo>
                  <a:pt x="3661659" y="0"/>
                  <a:pt x="3639572" y="22086"/>
                  <a:pt x="3639572" y="49331"/>
                </a:cubicBezTo>
                <a:lnTo>
                  <a:pt x="3639921" y="52789"/>
                </a:lnTo>
                <a:lnTo>
                  <a:pt x="3630983" y="50014"/>
                </a:lnTo>
                <a:cubicBezTo>
                  <a:pt x="3627771" y="49357"/>
                  <a:pt x="3624446" y="49012"/>
                  <a:pt x="3621040" y="49012"/>
                </a:cubicBezTo>
                <a:cubicBezTo>
                  <a:pt x="3593795" y="49012"/>
                  <a:pt x="3571709" y="71099"/>
                  <a:pt x="3571709" y="98344"/>
                </a:cubicBezTo>
                <a:cubicBezTo>
                  <a:pt x="3571709" y="108561"/>
                  <a:pt x="3574815" y="118052"/>
                  <a:pt x="3580134" y="125926"/>
                </a:cubicBezTo>
                <a:lnTo>
                  <a:pt x="3582769" y="129120"/>
                </a:lnTo>
                <a:lnTo>
                  <a:pt x="3576390" y="131100"/>
                </a:lnTo>
                <a:cubicBezTo>
                  <a:pt x="3558684" y="138589"/>
                  <a:pt x="3546260" y="156121"/>
                  <a:pt x="3546260" y="176555"/>
                </a:cubicBezTo>
                <a:cubicBezTo>
                  <a:pt x="3546260" y="196989"/>
                  <a:pt x="3558684" y="214521"/>
                  <a:pt x="3576390" y="222010"/>
                </a:cubicBezTo>
                <a:lnTo>
                  <a:pt x="3583402" y="224187"/>
                </a:lnTo>
                <a:lnTo>
                  <a:pt x="3580134" y="228147"/>
                </a:lnTo>
                <a:cubicBezTo>
                  <a:pt x="3574815" y="236020"/>
                  <a:pt x="3571709" y="245512"/>
                  <a:pt x="3571709" y="255729"/>
                </a:cubicBezTo>
                <a:cubicBezTo>
                  <a:pt x="3571709" y="282974"/>
                  <a:pt x="3593795" y="305060"/>
                  <a:pt x="3621040" y="305060"/>
                </a:cubicBezTo>
                <a:cubicBezTo>
                  <a:pt x="3624446" y="305060"/>
                  <a:pt x="3627771" y="304715"/>
                  <a:pt x="3630983" y="304058"/>
                </a:cubicBezTo>
                <a:lnTo>
                  <a:pt x="3639921" y="301284"/>
                </a:lnTo>
                <a:lnTo>
                  <a:pt x="3639572" y="304741"/>
                </a:lnTo>
                <a:cubicBezTo>
                  <a:pt x="3639572" y="331986"/>
                  <a:pt x="3661659" y="354073"/>
                  <a:pt x="3688904" y="354073"/>
                </a:cubicBezTo>
                <a:close/>
                <a:moveTo>
                  <a:pt x="2979652" y="354073"/>
                </a:moveTo>
                <a:cubicBezTo>
                  <a:pt x="2993274" y="354073"/>
                  <a:pt x="3005607" y="348551"/>
                  <a:pt x="3014535" y="339624"/>
                </a:cubicBezTo>
                <a:lnTo>
                  <a:pt x="3020182" y="332780"/>
                </a:lnTo>
                <a:lnTo>
                  <a:pt x="3025828" y="339624"/>
                </a:lnTo>
                <a:cubicBezTo>
                  <a:pt x="3034755" y="348551"/>
                  <a:pt x="3047088" y="354073"/>
                  <a:pt x="3060710" y="354073"/>
                </a:cubicBezTo>
                <a:cubicBezTo>
                  <a:pt x="3087956" y="354073"/>
                  <a:pt x="3110042" y="331986"/>
                  <a:pt x="3110042" y="304741"/>
                </a:cubicBezTo>
                <a:lnTo>
                  <a:pt x="3109694" y="301284"/>
                </a:lnTo>
                <a:lnTo>
                  <a:pt x="3118633" y="304058"/>
                </a:lnTo>
                <a:cubicBezTo>
                  <a:pt x="3121844" y="304715"/>
                  <a:pt x="3125169" y="305060"/>
                  <a:pt x="3128575" y="305060"/>
                </a:cubicBezTo>
                <a:cubicBezTo>
                  <a:pt x="3155821" y="305060"/>
                  <a:pt x="3177907" y="282974"/>
                  <a:pt x="3177907" y="255729"/>
                </a:cubicBezTo>
                <a:cubicBezTo>
                  <a:pt x="3177907" y="245512"/>
                  <a:pt x="3174800" y="236020"/>
                  <a:pt x="3169481" y="228147"/>
                </a:cubicBezTo>
                <a:lnTo>
                  <a:pt x="3166213" y="224187"/>
                </a:lnTo>
                <a:lnTo>
                  <a:pt x="3173226" y="222010"/>
                </a:lnTo>
                <a:cubicBezTo>
                  <a:pt x="3190931" y="214521"/>
                  <a:pt x="3203353" y="196989"/>
                  <a:pt x="3203353" y="176555"/>
                </a:cubicBezTo>
                <a:cubicBezTo>
                  <a:pt x="3203353" y="156121"/>
                  <a:pt x="3190931" y="138589"/>
                  <a:pt x="3173226" y="131100"/>
                </a:cubicBezTo>
                <a:lnTo>
                  <a:pt x="3166845" y="129120"/>
                </a:lnTo>
                <a:lnTo>
                  <a:pt x="3169481" y="125926"/>
                </a:lnTo>
                <a:cubicBezTo>
                  <a:pt x="3174800" y="118052"/>
                  <a:pt x="3177907" y="108561"/>
                  <a:pt x="3177907" y="98344"/>
                </a:cubicBezTo>
                <a:cubicBezTo>
                  <a:pt x="3177907" y="71099"/>
                  <a:pt x="3155821" y="49012"/>
                  <a:pt x="3128575" y="49012"/>
                </a:cubicBezTo>
                <a:cubicBezTo>
                  <a:pt x="3123467" y="49012"/>
                  <a:pt x="3118538" y="49789"/>
                  <a:pt x="3113904" y="51230"/>
                </a:cubicBezTo>
                <a:lnTo>
                  <a:pt x="3109645" y="53278"/>
                </a:lnTo>
                <a:lnTo>
                  <a:pt x="3110042" y="49331"/>
                </a:lnTo>
                <a:cubicBezTo>
                  <a:pt x="3110042" y="22086"/>
                  <a:pt x="3087956" y="0"/>
                  <a:pt x="3060712" y="0"/>
                </a:cubicBezTo>
                <a:cubicBezTo>
                  <a:pt x="3047088" y="0"/>
                  <a:pt x="3034755" y="5521"/>
                  <a:pt x="3025828" y="14449"/>
                </a:cubicBezTo>
                <a:lnTo>
                  <a:pt x="3020182" y="21293"/>
                </a:lnTo>
                <a:lnTo>
                  <a:pt x="3014535" y="14449"/>
                </a:lnTo>
                <a:cubicBezTo>
                  <a:pt x="3005607" y="5521"/>
                  <a:pt x="2993275" y="0"/>
                  <a:pt x="2979652" y="0"/>
                </a:cubicBezTo>
                <a:cubicBezTo>
                  <a:pt x="2952407" y="0"/>
                  <a:pt x="2930320" y="22086"/>
                  <a:pt x="2930320" y="49331"/>
                </a:cubicBezTo>
                <a:lnTo>
                  <a:pt x="2930670" y="52789"/>
                </a:lnTo>
                <a:lnTo>
                  <a:pt x="2921731" y="50014"/>
                </a:lnTo>
                <a:cubicBezTo>
                  <a:pt x="2918520" y="49357"/>
                  <a:pt x="2915195" y="49012"/>
                  <a:pt x="2911789" y="49012"/>
                </a:cubicBezTo>
                <a:cubicBezTo>
                  <a:pt x="2884544" y="49012"/>
                  <a:pt x="2862458" y="71099"/>
                  <a:pt x="2862458" y="98344"/>
                </a:cubicBezTo>
                <a:cubicBezTo>
                  <a:pt x="2862458" y="108561"/>
                  <a:pt x="2865564" y="118052"/>
                  <a:pt x="2870883" y="125926"/>
                </a:cubicBezTo>
                <a:lnTo>
                  <a:pt x="2873518" y="129120"/>
                </a:lnTo>
                <a:lnTo>
                  <a:pt x="2867137" y="131100"/>
                </a:lnTo>
                <a:cubicBezTo>
                  <a:pt x="2849433" y="138589"/>
                  <a:pt x="2837009" y="156121"/>
                  <a:pt x="2837009" y="176555"/>
                </a:cubicBezTo>
                <a:cubicBezTo>
                  <a:pt x="2837009" y="196989"/>
                  <a:pt x="2849433" y="214521"/>
                  <a:pt x="2867137" y="222010"/>
                </a:cubicBezTo>
                <a:lnTo>
                  <a:pt x="2874151" y="224187"/>
                </a:lnTo>
                <a:lnTo>
                  <a:pt x="2870883" y="228147"/>
                </a:lnTo>
                <a:cubicBezTo>
                  <a:pt x="2865564" y="236020"/>
                  <a:pt x="2862458" y="245512"/>
                  <a:pt x="2862458" y="255729"/>
                </a:cubicBezTo>
                <a:cubicBezTo>
                  <a:pt x="2862458" y="282974"/>
                  <a:pt x="2884544" y="305060"/>
                  <a:pt x="2911789" y="305060"/>
                </a:cubicBezTo>
                <a:cubicBezTo>
                  <a:pt x="2915195" y="305060"/>
                  <a:pt x="2918520" y="304715"/>
                  <a:pt x="2921731" y="304058"/>
                </a:cubicBezTo>
                <a:lnTo>
                  <a:pt x="2930669" y="301284"/>
                </a:lnTo>
                <a:lnTo>
                  <a:pt x="2930320" y="304741"/>
                </a:lnTo>
                <a:cubicBezTo>
                  <a:pt x="2930320" y="331986"/>
                  <a:pt x="2952407" y="354073"/>
                  <a:pt x="2979652" y="354073"/>
                </a:cubicBezTo>
                <a:close/>
                <a:moveTo>
                  <a:pt x="2270400" y="354073"/>
                </a:moveTo>
                <a:cubicBezTo>
                  <a:pt x="2284023" y="354073"/>
                  <a:pt x="2296356" y="348551"/>
                  <a:pt x="2305283" y="339624"/>
                </a:cubicBezTo>
                <a:lnTo>
                  <a:pt x="2310930" y="332780"/>
                </a:lnTo>
                <a:lnTo>
                  <a:pt x="2316577" y="339624"/>
                </a:lnTo>
                <a:cubicBezTo>
                  <a:pt x="2325504" y="348551"/>
                  <a:pt x="2337837" y="354073"/>
                  <a:pt x="2351459" y="354073"/>
                </a:cubicBezTo>
                <a:cubicBezTo>
                  <a:pt x="2378705" y="354073"/>
                  <a:pt x="2400792" y="331986"/>
                  <a:pt x="2400792" y="304741"/>
                </a:cubicBezTo>
                <a:lnTo>
                  <a:pt x="2400443" y="301284"/>
                </a:lnTo>
                <a:lnTo>
                  <a:pt x="2409381" y="304058"/>
                </a:lnTo>
                <a:cubicBezTo>
                  <a:pt x="2412593" y="304715"/>
                  <a:pt x="2415918" y="305060"/>
                  <a:pt x="2419323" y="305060"/>
                </a:cubicBezTo>
                <a:cubicBezTo>
                  <a:pt x="2446569" y="305060"/>
                  <a:pt x="2468655" y="282974"/>
                  <a:pt x="2468655" y="255729"/>
                </a:cubicBezTo>
                <a:cubicBezTo>
                  <a:pt x="2468655" y="245512"/>
                  <a:pt x="2465549" y="236020"/>
                  <a:pt x="2460230" y="228147"/>
                </a:cubicBezTo>
                <a:lnTo>
                  <a:pt x="2456962" y="224187"/>
                </a:lnTo>
                <a:lnTo>
                  <a:pt x="2463975" y="222010"/>
                </a:lnTo>
                <a:cubicBezTo>
                  <a:pt x="2481681" y="214521"/>
                  <a:pt x="2494104" y="196989"/>
                  <a:pt x="2494104" y="176555"/>
                </a:cubicBezTo>
                <a:cubicBezTo>
                  <a:pt x="2494104" y="156121"/>
                  <a:pt x="2481681" y="138589"/>
                  <a:pt x="2463975" y="131100"/>
                </a:cubicBezTo>
                <a:lnTo>
                  <a:pt x="2457594" y="129120"/>
                </a:lnTo>
                <a:lnTo>
                  <a:pt x="2460230" y="125926"/>
                </a:lnTo>
                <a:cubicBezTo>
                  <a:pt x="2465549" y="118052"/>
                  <a:pt x="2468655" y="108561"/>
                  <a:pt x="2468655" y="98344"/>
                </a:cubicBezTo>
                <a:cubicBezTo>
                  <a:pt x="2468655" y="71099"/>
                  <a:pt x="2446569" y="49012"/>
                  <a:pt x="2419323" y="49012"/>
                </a:cubicBezTo>
                <a:cubicBezTo>
                  <a:pt x="2414215" y="49012"/>
                  <a:pt x="2409288" y="49789"/>
                  <a:pt x="2404654" y="51230"/>
                </a:cubicBezTo>
                <a:lnTo>
                  <a:pt x="2400394" y="53278"/>
                </a:lnTo>
                <a:lnTo>
                  <a:pt x="2400792" y="49331"/>
                </a:lnTo>
                <a:cubicBezTo>
                  <a:pt x="2400792" y="22086"/>
                  <a:pt x="2378705" y="0"/>
                  <a:pt x="2351460" y="0"/>
                </a:cubicBezTo>
                <a:cubicBezTo>
                  <a:pt x="2337837" y="0"/>
                  <a:pt x="2325504" y="5521"/>
                  <a:pt x="2316577" y="14449"/>
                </a:cubicBezTo>
                <a:lnTo>
                  <a:pt x="2310930" y="21293"/>
                </a:lnTo>
                <a:lnTo>
                  <a:pt x="2305283" y="14449"/>
                </a:lnTo>
                <a:cubicBezTo>
                  <a:pt x="2296356" y="5521"/>
                  <a:pt x="2284023" y="0"/>
                  <a:pt x="2270401" y="0"/>
                </a:cubicBezTo>
                <a:cubicBezTo>
                  <a:pt x="2243155" y="0"/>
                  <a:pt x="2221069" y="22086"/>
                  <a:pt x="2221069" y="49331"/>
                </a:cubicBezTo>
                <a:lnTo>
                  <a:pt x="2221418" y="52789"/>
                </a:lnTo>
                <a:lnTo>
                  <a:pt x="2212479" y="50014"/>
                </a:lnTo>
                <a:cubicBezTo>
                  <a:pt x="2209268" y="49357"/>
                  <a:pt x="2205943" y="49012"/>
                  <a:pt x="2202537" y="49012"/>
                </a:cubicBezTo>
                <a:cubicBezTo>
                  <a:pt x="2175292" y="49012"/>
                  <a:pt x="2153205" y="71099"/>
                  <a:pt x="2153205" y="98344"/>
                </a:cubicBezTo>
                <a:cubicBezTo>
                  <a:pt x="2153205" y="108561"/>
                  <a:pt x="2156311" y="118052"/>
                  <a:pt x="2161631" y="125926"/>
                </a:cubicBezTo>
                <a:lnTo>
                  <a:pt x="2164266" y="129120"/>
                </a:lnTo>
                <a:lnTo>
                  <a:pt x="2157886" y="131100"/>
                </a:lnTo>
                <a:cubicBezTo>
                  <a:pt x="2140180" y="138589"/>
                  <a:pt x="2127757" y="156121"/>
                  <a:pt x="2127757" y="176555"/>
                </a:cubicBezTo>
                <a:cubicBezTo>
                  <a:pt x="2127757" y="196989"/>
                  <a:pt x="2140180" y="214521"/>
                  <a:pt x="2157886" y="222010"/>
                </a:cubicBezTo>
                <a:lnTo>
                  <a:pt x="2164898" y="224187"/>
                </a:lnTo>
                <a:lnTo>
                  <a:pt x="2161631" y="228147"/>
                </a:lnTo>
                <a:cubicBezTo>
                  <a:pt x="2156311" y="236020"/>
                  <a:pt x="2153205" y="245512"/>
                  <a:pt x="2153205" y="255729"/>
                </a:cubicBezTo>
                <a:cubicBezTo>
                  <a:pt x="2153205" y="282974"/>
                  <a:pt x="2175292" y="305060"/>
                  <a:pt x="2202537" y="305060"/>
                </a:cubicBezTo>
                <a:cubicBezTo>
                  <a:pt x="2205943" y="305060"/>
                  <a:pt x="2209268" y="304715"/>
                  <a:pt x="2212479" y="304058"/>
                </a:cubicBezTo>
                <a:lnTo>
                  <a:pt x="2221417" y="301284"/>
                </a:lnTo>
                <a:lnTo>
                  <a:pt x="2221069" y="304741"/>
                </a:lnTo>
                <a:cubicBezTo>
                  <a:pt x="2221069" y="331986"/>
                  <a:pt x="2243155" y="354073"/>
                  <a:pt x="2270400" y="354073"/>
                </a:cubicBezTo>
                <a:close/>
                <a:moveTo>
                  <a:pt x="1561148" y="354073"/>
                </a:moveTo>
                <a:cubicBezTo>
                  <a:pt x="1574771" y="354073"/>
                  <a:pt x="1587104" y="348551"/>
                  <a:pt x="1596031" y="339624"/>
                </a:cubicBezTo>
                <a:lnTo>
                  <a:pt x="1601678" y="332780"/>
                </a:lnTo>
                <a:lnTo>
                  <a:pt x="1607324" y="339624"/>
                </a:lnTo>
                <a:cubicBezTo>
                  <a:pt x="1616252" y="348551"/>
                  <a:pt x="1628585" y="354073"/>
                  <a:pt x="1642207" y="354073"/>
                </a:cubicBezTo>
                <a:cubicBezTo>
                  <a:pt x="1669452" y="354073"/>
                  <a:pt x="1691539" y="331986"/>
                  <a:pt x="1691539" y="304741"/>
                </a:cubicBezTo>
                <a:lnTo>
                  <a:pt x="1691191" y="301284"/>
                </a:lnTo>
                <a:lnTo>
                  <a:pt x="1700129" y="304058"/>
                </a:lnTo>
                <a:cubicBezTo>
                  <a:pt x="1703341" y="304715"/>
                  <a:pt x="1706666" y="305060"/>
                  <a:pt x="1710071" y="305060"/>
                </a:cubicBezTo>
                <a:cubicBezTo>
                  <a:pt x="1737316" y="305060"/>
                  <a:pt x="1759403" y="282974"/>
                  <a:pt x="1759403" y="255729"/>
                </a:cubicBezTo>
                <a:cubicBezTo>
                  <a:pt x="1759403" y="245512"/>
                  <a:pt x="1756297" y="236020"/>
                  <a:pt x="1750978" y="228147"/>
                </a:cubicBezTo>
                <a:lnTo>
                  <a:pt x="1747710" y="224187"/>
                </a:lnTo>
                <a:lnTo>
                  <a:pt x="1754722" y="222010"/>
                </a:lnTo>
                <a:cubicBezTo>
                  <a:pt x="1772428" y="214521"/>
                  <a:pt x="1784852" y="196989"/>
                  <a:pt x="1784852" y="176555"/>
                </a:cubicBezTo>
                <a:cubicBezTo>
                  <a:pt x="1784852" y="156121"/>
                  <a:pt x="1772428" y="138589"/>
                  <a:pt x="1754722" y="131100"/>
                </a:cubicBezTo>
                <a:lnTo>
                  <a:pt x="1748343" y="129120"/>
                </a:lnTo>
                <a:lnTo>
                  <a:pt x="1750978" y="125926"/>
                </a:lnTo>
                <a:cubicBezTo>
                  <a:pt x="1756297" y="118052"/>
                  <a:pt x="1759403" y="108561"/>
                  <a:pt x="1759403" y="98344"/>
                </a:cubicBezTo>
                <a:cubicBezTo>
                  <a:pt x="1759403" y="71099"/>
                  <a:pt x="1737316" y="49012"/>
                  <a:pt x="1710071" y="49012"/>
                </a:cubicBezTo>
                <a:cubicBezTo>
                  <a:pt x="1704963" y="49012"/>
                  <a:pt x="1700036" y="49789"/>
                  <a:pt x="1695401" y="51230"/>
                </a:cubicBezTo>
                <a:lnTo>
                  <a:pt x="1691142" y="53278"/>
                </a:lnTo>
                <a:lnTo>
                  <a:pt x="1691539" y="49331"/>
                </a:lnTo>
                <a:cubicBezTo>
                  <a:pt x="1691539" y="22086"/>
                  <a:pt x="1669452" y="0"/>
                  <a:pt x="1642207" y="0"/>
                </a:cubicBezTo>
                <a:cubicBezTo>
                  <a:pt x="1628585" y="0"/>
                  <a:pt x="1616252" y="5521"/>
                  <a:pt x="1607324" y="14449"/>
                </a:cubicBezTo>
                <a:lnTo>
                  <a:pt x="1601678" y="21293"/>
                </a:lnTo>
                <a:lnTo>
                  <a:pt x="1596031" y="14449"/>
                </a:lnTo>
                <a:cubicBezTo>
                  <a:pt x="1587104" y="5521"/>
                  <a:pt x="1574771" y="0"/>
                  <a:pt x="1561149" y="0"/>
                </a:cubicBezTo>
                <a:cubicBezTo>
                  <a:pt x="1533903" y="0"/>
                  <a:pt x="1511816" y="22086"/>
                  <a:pt x="1511816" y="49331"/>
                </a:cubicBezTo>
                <a:lnTo>
                  <a:pt x="1512165" y="52789"/>
                </a:lnTo>
                <a:lnTo>
                  <a:pt x="1503226" y="50014"/>
                </a:lnTo>
                <a:cubicBezTo>
                  <a:pt x="1500015" y="49357"/>
                  <a:pt x="1496690" y="49012"/>
                  <a:pt x="1493284" y="49012"/>
                </a:cubicBezTo>
                <a:cubicBezTo>
                  <a:pt x="1466039" y="49012"/>
                  <a:pt x="1443953" y="71099"/>
                  <a:pt x="1443953" y="98344"/>
                </a:cubicBezTo>
                <a:cubicBezTo>
                  <a:pt x="1443953" y="108561"/>
                  <a:pt x="1447058" y="118052"/>
                  <a:pt x="1452378" y="125926"/>
                </a:cubicBezTo>
                <a:lnTo>
                  <a:pt x="1455013" y="129120"/>
                </a:lnTo>
                <a:lnTo>
                  <a:pt x="1448633" y="131100"/>
                </a:lnTo>
                <a:cubicBezTo>
                  <a:pt x="1430928" y="138589"/>
                  <a:pt x="1418504" y="156121"/>
                  <a:pt x="1418504" y="176555"/>
                </a:cubicBezTo>
                <a:cubicBezTo>
                  <a:pt x="1418504" y="196989"/>
                  <a:pt x="1430928" y="214521"/>
                  <a:pt x="1448633" y="222010"/>
                </a:cubicBezTo>
                <a:lnTo>
                  <a:pt x="1455645" y="224187"/>
                </a:lnTo>
                <a:lnTo>
                  <a:pt x="1452378" y="228147"/>
                </a:lnTo>
                <a:cubicBezTo>
                  <a:pt x="1447058" y="236020"/>
                  <a:pt x="1443953" y="245512"/>
                  <a:pt x="1443953" y="255729"/>
                </a:cubicBezTo>
                <a:cubicBezTo>
                  <a:pt x="1443953" y="282974"/>
                  <a:pt x="1466039" y="305060"/>
                  <a:pt x="1493284" y="305060"/>
                </a:cubicBezTo>
                <a:cubicBezTo>
                  <a:pt x="1496690" y="305060"/>
                  <a:pt x="1500015" y="304715"/>
                  <a:pt x="1503227" y="304058"/>
                </a:cubicBezTo>
                <a:lnTo>
                  <a:pt x="1512165" y="301284"/>
                </a:lnTo>
                <a:lnTo>
                  <a:pt x="1511816" y="304741"/>
                </a:lnTo>
                <a:cubicBezTo>
                  <a:pt x="1511816" y="331986"/>
                  <a:pt x="1533903" y="354073"/>
                  <a:pt x="1561148" y="354073"/>
                </a:cubicBezTo>
                <a:close/>
                <a:moveTo>
                  <a:pt x="851896" y="354073"/>
                </a:moveTo>
                <a:cubicBezTo>
                  <a:pt x="865518" y="354073"/>
                  <a:pt x="877851" y="348551"/>
                  <a:pt x="886778" y="339624"/>
                </a:cubicBezTo>
                <a:lnTo>
                  <a:pt x="892425" y="332780"/>
                </a:lnTo>
                <a:lnTo>
                  <a:pt x="898072" y="339624"/>
                </a:lnTo>
                <a:cubicBezTo>
                  <a:pt x="906999" y="348551"/>
                  <a:pt x="919334" y="354073"/>
                  <a:pt x="932957" y="354073"/>
                </a:cubicBezTo>
                <a:cubicBezTo>
                  <a:pt x="960202" y="354073"/>
                  <a:pt x="982288" y="331986"/>
                  <a:pt x="982288" y="304741"/>
                </a:cubicBezTo>
                <a:lnTo>
                  <a:pt x="981940" y="301284"/>
                </a:lnTo>
                <a:lnTo>
                  <a:pt x="990878" y="304058"/>
                </a:lnTo>
                <a:cubicBezTo>
                  <a:pt x="994089" y="304715"/>
                  <a:pt x="997414" y="305060"/>
                  <a:pt x="1000820" y="305060"/>
                </a:cubicBezTo>
                <a:cubicBezTo>
                  <a:pt x="1028065" y="305060"/>
                  <a:pt x="1050152" y="282974"/>
                  <a:pt x="1050152" y="255729"/>
                </a:cubicBezTo>
                <a:cubicBezTo>
                  <a:pt x="1050152" y="245512"/>
                  <a:pt x="1047046" y="236020"/>
                  <a:pt x="1041726" y="228147"/>
                </a:cubicBezTo>
                <a:lnTo>
                  <a:pt x="1038458" y="224187"/>
                </a:lnTo>
                <a:lnTo>
                  <a:pt x="1045471" y="222010"/>
                </a:lnTo>
                <a:cubicBezTo>
                  <a:pt x="1063177" y="214521"/>
                  <a:pt x="1075601" y="196989"/>
                  <a:pt x="1075601" y="176555"/>
                </a:cubicBezTo>
                <a:cubicBezTo>
                  <a:pt x="1075601" y="156121"/>
                  <a:pt x="1063177" y="138589"/>
                  <a:pt x="1045471" y="131100"/>
                </a:cubicBezTo>
                <a:lnTo>
                  <a:pt x="1039091" y="129120"/>
                </a:lnTo>
                <a:lnTo>
                  <a:pt x="1041726" y="125926"/>
                </a:lnTo>
                <a:cubicBezTo>
                  <a:pt x="1047046" y="118052"/>
                  <a:pt x="1050152" y="108561"/>
                  <a:pt x="1050152" y="98344"/>
                </a:cubicBezTo>
                <a:cubicBezTo>
                  <a:pt x="1050152" y="71099"/>
                  <a:pt x="1028065" y="49012"/>
                  <a:pt x="1000820" y="49012"/>
                </a:cubicBezTo>
                <a:cubicBezTo>
                  <a:pt x="995712" y="49012"/>
                  <a:pt x="990784" y="49789"/>
                  <a:pt x="986150" y="51230"/>
                </a:cubicBezTo>
                <a:lnTo>
                  <a:pt x="981890" y="53278"/>
                </a:lnTo>
                <a:lnTo>
                  <a:pt x="982288" y="49331"/>
                </a:lnTo>
                <a:cubicBezTo>
                  <a:pt x="982288" y="22086"/>
                  <a:pt x="960202" y="0"/>
                  <a:pt x="932957" y="0"/>
                </a:cubicBezTo>
                <a:cubicBezTo>
                  <a:pt x="919334" y="0"/>
                  <a:pt x="906999" y="5521"/>
                  <a:pt x="898072" y="14449"/>
                </a:cubicBezTo>
                <a:lnTo>
                  <a:pt x="892425" y="21293"/>
                </a:lnTo>
                <a:lnTo>
                  <a:pt x="886779" y="14449"/>
                </a:lnTo>
                <a:cubicBezTo>
                  <a:pt x="877851" y="5521"/>
                  <a:pt x="865518" y="0"/>
                  <a:pt x="851896" y="0"/>
                </a:cubicBezTo>
                <a:cubicBezTo>
                  <a:pt x="824651" y="0"/>
                  <a:pt x="802564" y="22086"/>
                  <a:pt x="802564" y="49331"/>
                </a:cubicBezTo>
                <a:lnTo>
                  <a:pt x="802912" y="52789"/>
                </a:lnTo>
                <a:lnTo>
                  <a:pt x="793974" y="50014"/>
                </a:lnTo>
                <a:cubicBezTo>
                  <a:pt x="790763" y="49357"/>
                  <a:pt x="787438" y="49012"/>
                  <a:pt x="784032" y="49012"/>
                </a:cubicBezTo>
                <a:cubicBezTo>
                  <a:pt x="756787" y="49012"/>
                  <a:pt x="734700" y="71099"/>
                  <a:pt x="734700" y="98344"/>
                </a:cubicBezTo>
                <a:cubicBezTo>
                  <a:pt x="734700" y="108561"/>
                  <a:pt x="737806" y="118052"/>
                  <a:pt x="743125" y="125926"/>
                </a:cubicBezTo>
                <a:lnTo>
                  <a:pt x="745761" y="129120"/>
                </a:lnTo>
                <a:lnTo>
                  <a:pt x="739381" y="131100"/>
                </a:lnTo>
                <a:cubicBezTo>
                  <a:pt x="721675" y="138589"/>
                  <a:pt x="709251" y="156121"/>
                  <a:pt x="709251" y="176555"/>
                </a:cubicBezTo>
                <a:cubicBezTo>
                  <a:pt x="709251" y="196989"/>
                  <a:pt x="721675" y="214521"/>
                  <a:pt x="739381" y="222010"/>
                </a:cubicBezTo>
                <a:lnTo>
                  <a:pt x="746393" y="224187"/>
                </a:lnTo>
                <a:lnTo>
                  <a:pt x="743125" y="228147"/>
                </a:lnTo>
                <a:cubicBezTo>
                  <a:pt x="737806" y="236020"/>
                  <a:pt x="734700" y="245512"/>
                  <a:pt x="734700" y="255729"/>
                </a:cubicBezTo>
                <a:cubicBezTo>
                  <a:pt x="734700" y="282974"/>
                  <a:pt x="756787" y="305060"/>
                  <a:pt x="784032" y="305060"/>
                </a:cubicBezTo>
                <a:cubicBezTo>
                  <a:pt x="787438" y="305060"/>
                  <a:pt x="790763" y="304715"/>
                  <a:pt x="793974" y="304058"/>
                </a:cubicBezTo>
                <a:lnTo>
                  <a:pt x="802912" y="301284"/>
                </a:lnTo>
                <a:lnTo>
                  <a:pt x="802564" y="304741"/>
                </a:lnTo>
                <a:cubicBezTo>
                  <a:pt x="802564" y="331986"/>
                  <a:pt x="824650" y="354073"/>
                  <a:pt x="851896" y="354073"/>
                </a:cubicBezTo>
                <a:close/>
                <a:moveTo>
                  <a:pt x="142644" y="354073"/>
                </a:moveTo>
                <a:cubicBezTo>
                  <a:pt x="156267" y="354073"/>
                  <a:pt x="168600" y="348551"/>
                  <a:pt x="177527" y="339624"/>
                </a:cubicBezTo>
                <a:lnTo>
                  <a:pt x="183174" y="332780"/>
                </a:lnTo>
                <a:lnTo>
                  <a:pt x="188821" y="339624"/>
                </a:lnTo>
                <a:cubicBezTo>
                  <a:pt x="197748" y="348551"/>
                  <a:pt x="210081" y="354073"/>
                  <a:pt x="223703" y="354073"/>
                </a:cubicBezTo>
                <a:cubicBezTo>
                  <a:pt x="250949" y="354073"/>
                  <a:pt x="273035" y="331986"/>
                  <a:pt x="273035" y="304741"/>
                </a:cubicBezTo>
                <a:lnTo>
                  <a:pt x="272687" y="301284"/>
                </a:lnTo>
                <a:lnTo>
                  <a:pt x="281625" y="304058"/>
                </a:lnTo>
                <a:cubicBezTo>
                  <a:pt x="284836" y="304715"/>
                  <a:pt x="288161" y="305060"/>
                  <a:pt x="291567" y="305060"/>
                </a:cubicBezTo>
                <a:cubicBezTo>
                  <a:pt x="318812" y="305060"/>
                  <a:pt x="340899" y="282974"/>
                  <a:pt x="340899" y="255729"/>
                </a:cubicBezTo>
                <a:cubicBezTo>
                  <a:pt x="340899" y="245512"/>
                  <a:pt x="337793" y="236020"/>
                  <a:pt x="332474" y="228147"/>
                </a:cubicBezTo>
                <a:lnTo>
                  <a:pt x="329206" y="224187"/>
                </a:lnTo>
                <a:lnTo>
                  <a:pt x="336218" y="222010"/>
                </a:lnTo>
                <a:cubicBezTo>
                  <a:pt x="353924" y="214521"/>
                  <a:pt x="366348" y="196989"/>
                  <a:pt x="366348" y="176555"/>
                </a:cubicBezTo>
                <a:cubicBezTo>
                  <a:pt x="366348" y="156121"/>
                  <a:pt x="353924" y="138589"/>
                  <a:pt x="336218" y="131100"/>
                </a:cubicBezTo>
                <a:lnTo>
                  <a:pt x="329838" y="129120"/>
                </a:lnTo>
                <a:lnTo>
                  <a:pt x="332474" y="125926"/>
                </a:lnTo>
                <a:cubicBezTo>
                  <a:pt x="337793" y="118052"/>
                  <a:pt x="340899" y="108561"/>
                  <a:pt x="340899" y="98344"/>
                </a:cubicBezTo>
                <a:cubicBezTo>
                  <a:pt x="340899" y="71099"/>
                  <a:pt x="318812" y="49012"/>
                  <a:pt x="291567" y="49012"/>
                </a:cubicBezTo>
                <a:cubicBezTo>
                  <a:pt x="286459" y="49012"/>
                  <a:pt x="281531" y="49789"/>
                  <a:pt x="276897" y="51230"/>
                </a:cubicBezTo>
                <a:lnTo>
                  <a:pt x="272638" y="53278"/>
                </a:lnTo>
                <a:lnTo>
                  <a:pt x="273035" y="49331"/>
                </a:lnTo>
                <a:cubicBezTo>
                  <a:pt x="273035" y="22086"/>
                  <a:pt x="250949" y="0"/>
                  <a:pt x="223704" y="0"/>
                </a:cubicBezTo>
                <a:cubicBezTo>
                  <a:pt x="210081" y="0"/>
                  <a:pt x="197748" y="5521"/>
                  <a:pt x="188821" y="14449"/>
                </a:cubicBezTo>
                <a:lnTo>
                  <a:pt x="183174" y="21293"/>
                </a:lnTo>
                <a:lnTo>
                  <a:pt x="177527" y="14449"/>
                </a:lnTo>
                <a:cubicBezTo>
                  <a:pt x="168600" y="5521"/>
                  <a:pt x="156267" y="0"/>
                  <a:pt x="142644" y="0"/>
                </a:cubicBezTo>
                <a:cubicBezTo>
                  <a:pt x="115399" y="0"/>
                  <a:pt x="93313" y="22086"/>
                  <a:pt x="93313" y="49331"/>
                </a:cubicBezTo>
                <a:lnTo>
                  <a:pt x="93661" y="52789"/>
                </a:lnTo>
                <a:lnTo>
                  <a:pt x="84723" y="50014"/>
                </a:lnTo>
                <a:cubicBezTo>
                  <a:pt x="81512" y="49357"/>
                  <a:pt x="78186" y="49012"/>
                  <a:pt x="74781" y="49012"/>
                </a:cubicBezTo>
                <a:cubicBezTo>
                  <a:pt x="47536" y="49012"/>
                  <a:pt x="25449" y="71099"/>
                  <a:pt x="25449" y="98344"/>
                </a:cubicBezTo>
                <a:cubicBezTo>
                  <a:pt x="25449" y="108561"/>
                  <a:pt x="28555" y="118052"/>
                  <a:pt x="33874" y="125926"/>
                </a:cubicBezTo>
                <a:lnTo>
                  <a:pt x="36509" y="129120"/>
                </a:lnTo>
                <a:lnTo>
                  <a:pt x="30130" y="131100"/>
                </a:lnTo>
                <a:cubicBezTo>
                  <a:pt x="12424" y="138589"/>
                  <a:pt x="0" y="156121"/>
                  <a:pt x="0" y="176555"/>
                </a:cubicBezTo>
                <a:cubicBezTo>
                  <a:pt x="0" y="196989"/>
                  <a:pt x="12424" y="214521"/>
                  <a:pt x="30130" y="222010"/>
                </a:cubicBezTo>
                <a:lnTo>
                  <a:pt x="37142" y="224187"/>
                </a:lnTo>
                <a:lnTo>
                  <a:pt x="33874" y="228147"/>
                </a:lnTo>
                <a:cubicBezTo>
                  <a:pt x="28555" y="236020"/>
                  <a:pt x="25449" y="245512"/>
                  <a:pt x="25449" y="255729"/>
                </a:cubicBezTo>
                <a:cubicBezTo>
                  <a:pt x="25449" y="282974"/>
                  <a:pt x="47536" y="305060"/>
                  <a:pt x="74781" y="305060"/>
                </a:cubicBezTo>
                <a:cubicBezTo>
                  <a:pt x="78186" y="305060"/>
                  <a:pt x="81512" y="304715"/>
                  <a:pt x="84723" y="304058"/>
                </a:cubicBezTo>
                <a:lnTo>
                  <a:pt x="93661" y="301284"/>
                </a:lnTo>
                <a:lnTo>
                  <a:pt x="93312" y="304741"/>
                </a:lnTo>
                <a:cubicBezTo>
                  <a:pt x="93312" y="331986"/>
                  <a:pt x="115399" y="354073"/>
                  <a:pt x="142644" y="354073"/>
                </a:cubicBezTo>
                <a:close/>
                <a:moveTo>
                  <a:pt x="8701715" y="619763"/>
                </a:moveTo>
                <a:cubicBezTo>
                  <a:pt x="8723296" y="619763"/>
                  <a:pt x="8740791" y="602268"/>
                  <a:pt x="8740791" y="580687"/>
                </a:cubicBezTo>
                <a:cubicBezTo>
                  <a:pt x="8740791" y="559106"/>
                  <a:pt x="8723296" y="541611"/>
                  <a:pt x="8701715" y="541611"/>
                </a:cubicBezTo>
                <a:cubicBezTo>
                  <a:pt x="8680134" y="541611"/>
                  <a:pt x="8662639" y="559106"/>
                  <a:pt x="8662639" y="580687"/>
                </a:cubicBezTo>
                <a:cubicBezTo>
                  <a:pt x="8662639" y="602268"/>
                  <a:pt x="8680134" y="619763"/>
                  <a:pt x="8701715" y="619763"/>
                </a:cubicBezTo>
                <a:close/>
                <a:moveTo>
                  <a:pt x="193983" y="619763"/>
                </a:moveTo>
                <a:cubicBezTo>
                  <a:pt x="215564" y="619763"/>
                  <a:pt x="233059" y="602268"/>
                  <a:pt x="233059" y="580687"/>
                </a:cubicBezTo>
                <a:cubicBezTo>
                  <a:pt x="233059" y="559106"/>
                  <a:pt x="215564" y="541611"/>
                  <a:pt x="193983" y="541611"/>
                </a:cubicBezTo>
                <a:cubicBezTo>
                  <a:pt x="172402" y="541611"/>
                  <a:pt x="154907" y="559106"/>
                  <a:pt x="154907" y="580687"/>
                </a:cubicBezTo>
                <a:cubicBezTo>
                  <a:pt x="154907" y="602268"/>
                  <a:pt x="172402" y="619763"/>
                  <a:pt x="193983" y="619763"/>
                </a:cubicBezTo>
                <a:close/>
                <a:moveTo>
                  <a:pt x="8697248" y="1138499"/>
                </a:moveTo>
                <a:cubicBezTo>
                  <a:pt x="8717682" y="1138499"/>
                  <a:pt x="8735214" y="1126076"/>
                  <a:pt x="8742703" y="1108370"/>
                </a:cubicBezTo>
                <a:lnTo>
                  <a:pt x="8744879" y="1101358"/>
                </a:lnTo>
                <a:lnTo>
                  <a:pt x="8748840" y="1104625"/>
                </a:lnTo>
                <a:cubicBezTo>
                  <a:pt x="8756713" y="1109945"/>
                  <a:pt x="8766204" y="1113050"/>
                  <a:pt x="8776421" y="1113050"/>
                </a:cubicBezTo>
                <a:cubicBezTo>
                  <a:pt x="8803667" y="1113050"/>
                  <a:pt x="8825753" y="1090964"/>
                  <a:pt x="8825753" y="1063719"/>
                </a:cubicBezTo>
                <a:cubicBezTo>
                  <a:pt x="8825753" y="1060313"/>
                  <a:pt x="8825408" y="1056988"/>
                  <a:pt x="8824751" y="1053776"/>
                </a:cubicBezTo>
                <a:lnTo>
                  <a:pt x="8821976" y="1044838"/>
                </a:lnTo>
                <a:lnTo>
                  <a:pt x="8825434" y="1045187"/>
                </a:lnTo>
                <a:cubicBezTo>
                  <a:pt x="8852679" y="1045187"/>
                  <a:pt x="8874765" y="1023100"/>
                  <a:pt x="8874765" y="995855"/>
                </a:cubicBezTo>
                <a:cubicBezTo>
                  <a:pt x="8874765" y="982233"/>
                  <a:pt x="8869244" y="969899"/>
                  <a:pt x="8860317" y="960972"/>
                </a:cubicBezTo>
                <a:lnTo>
                  <a:pt x="8853473" y="955325"/>
                </a:lnTo>
                <a:lnTo>
                  <a:pt x="8860317" y="949679"/>
                </a:lnTo>
                <a:cubicBezTo>
                  <a:pt x="8869244" y="940751"/>
                  <a:pt x="8874765" y="928418"/>
                  <a:pt x="8874765" y="914796"/>
                </a:cubicBezTo>
                <a:cubicBezTo>
                  <a:pt x="8874765" y="887551"/>
                  <a:pt x="8852679" y="865464"/>
                  <a:pt x="8825434" y="865464"/>
                </a:cubicBezTo>
                <a:lnTo>
                  <a:pt x="8821976" y="865812"/>
                </a:lnTo>
                <a:lnTo>
                  <a:pt x="8824751" y="856874"/>
                </a:lnTo>
                <a:cubicBezTo>
                  <a:pt x="8825408" y="853663"/>
                  <a:pt x="8825753" y="850338"/>
                  <a:pt x="8825753" y="846932"/>
                </a:cubicBezTo>
                <a:cubicBezTo>
                  <a:pt x="8825753" y="819687"/>
                  <a:pt x="8803667" y="797600"/>
                  <a:pt x="8776421" y="797600"/>
                </a:cubicBezTo>
                <a:cubicBezTo>
                  <a:pt x="8766204" y="797600"/>
                  <a:pt x="8756713" y="800706"/>
                  <a:pt x="8748840" y="806025"/>
                </a:cubicBezTo>
                <a:lnTo>
                  <a:pt x="8744879" y="809293"/>
                </a:lnTo>
                <a:lnTo>
                  <a:pt x="8742703" y="802281"/>
                </a:lnTo>
                <a:cubicBezTo>
                  <a:pt x="8735214" y="784575"/>
                  <a:pt x="8717682" y="772151"/>
                  <a:pt x="8697248" y="772151"/>
                </a:cubicBezTo>
                <a:cubicBezTo>
                  <a:pt x="8676814" y="772151"/>
                  <a:pt x="8659282" y="784575"/>
                  <a:pt x="8651793" y="802281"/>
                </a:cubicBezTo>
                <a:lnTo>
                  <a:pt x="8649812" y="808661"/>
                </a:lnTo>
                <a:lnTo>
                  <a:pt x="8646618" y="806025"/>
                </a:lnTo>
                <a:cubicBezTo>
                  <a:pt x="8638745" y="800706"/>
                  <a:pt x="8629253" y="797600"/>
                  <a:pt x="8619037" y="797600"/>
                </a:cubicBezTo>
                <a:cubicBezTo>
                  <a:pt x="8591791" y="797600"/>
                  <a:pt x="8569705" y="819687"/>
                  <a:pt x="8569705" y="846932"/>
                </a:cubicBezTo>
                <a:cubicBezTo>
                  <a:pt x="8569705" y="852041"/>
                  <a:pt x="8570481" y="856968"/>
                  <a:pt x="8571923" y="861602"/>
                </a:cubicBezTo>
                <a:lnTo>
                  <a:pt x="8573970" y="865861"/>
                </a:lnTo>
                <a:lnTo>
                  <a:pt x="8570024" y="865464"/>
                </a:lnTo>
                <a:cubicBezTo>
                  <a:pt x="8542779" y="865464"/>
                  <a:pt x="8520693" y="887550"/>
                  <a:pt x="8520693" y="914796"/>
                </a:cubicBezTo>
                <a:cubicBezTo>
                  <a:pt x="8520693" y="928418"/>
                  <a:pt x="8526214" y="940751"/>
                  <a:pt x="8535141" y="949679"/>
                </a:cubicBezTo>
                <a:lnTo>
                  <a:pt x="8541985" y="955325"/>
                </a:lnTo>
                <a:lnTo>
                  <a:pt x="8535141" y="960972"/>
                </a:lnTo>
                <a:cubicBezTo>
                  <a:pt x="8526214" y="969899"/>
                  <a:pt x="8520693" y="982232"/>
                  <a:pt x="8520693" y="995855"/>
                </a:cubicBezTo>
                <a:cubicBezTo>
                  <a:pt x="8520693" y="1023100"/>
                  <a:pt x="8542779" y="1045187"/>
                  <a:pt x="8570024" y="1045187"/>
                </a:cubicBezTo>
                <a:lnTo>
                  <a:pt x="8573482" y="1044838"/>
                </a:lnTo>
                <a:lnTo>
                  <a:pt x="8570707" y="1053777"/>
                </a:lnTo>
                <a:cubicBezTo>
                  <a:pt x="8570050" y="1056988"/>
                  <a:pt x="8569705" y="1060313"/>
                  <a:pt x="8569705" y="1063719"/>
                </a:cubicBezTo>
                <a:cubicBezTo>
                  <a:pt x="8569705" y="1090964"/>
                  <a:pt x="8591791" y="1113050"/>
                  <a:pt x="8619037" y="1113050"/>
                </a:cubicBezTo>
                <a:cubicBezTo>
                  <a:pt x="8629253" y="1113050"/>
                  <a:pt x="8638745" y="1109945"/>
                  <a:pt x="8646618" y="1104625"/>
                </a:cubicBezTo>
                <a:lnTo>
                  <a:pt x="8649812" y="1101990"/>
                </a:lnTo>
                <a:lnTo>
                  <a:pt x="8651793" y="1108370"/>
                </a:lnTo>
                <a:cubicBezTo>
                  <a:pt x="8659282" y="1126076"/>
                  <a:pt x="8676814" y="1138499"/>
                  <a:pt x="8697248" y="1138499"/>
                </a:cubicBezTo>
                <a:close/>
                <a:moveTo>
                  <a:pt x="189515" y="1138499"/>
                </a:moveTo>
                <a:cubicBezTo>
                  <a:pt x="209949" y="1138499"/>
                  <a:pt x="227481" y="1126076"/>
                  <a:pt x="234970" y="1108370"/>
                </a:cubicBezTo>
                <a:lnTo>
                  <a:pt x="237147" y="1101358"/>
                </a:lnTo>
                <a:lnTo>
                  <a:pt x="241107" y="1104625"/>
                </a:lnTo>
                <a:cubicBezTo>
                  <a:pt x="248981" y="1109945"/>
                  <a:pt x="258472" y="1113050"/>
                  <a:pt x="268689" y="1113050"/>
                </a:cubicBezTo>
                <a:cubicBezTo>
                  <a:pt x="295934" y="1113050"/>
                  <a:pt x="318021" y="1090964"/>
                  <a:pt x="318021" y="1063719"/>
                </a:cubicBezTo>
                <a:cubicBezTo>
                  <a:pt x="318021" y="1060313"/>
                  <a:pt x="317675" y="1056988"/>
                  <a:pt x="317018" y="1053776"/>
                </a:cubicBezTo>
                <a:lnTo>
                  <a:pt x="314244" y="1044838"/>
                </a:lnTo>
                <a:lnTo>
                  <a:pt x="317701" y="1045187"/>
                </a:lnTo>
                <a:cubicBezTo>
                  <a:pt x="344946" y="1045187"/>
                  <a:pt x="367033" y="1023100"/>
                  <a:pt x="367033" y="995855"/>
                </a:cubicBezTo>
                <a:cubicBezTo>
                  <a:pt x="367033" y="982233"/>
                  <a:pt x="361511" y="969899"/>
                  <a:pt x="352584" y="960972"/>
                </a:cubicBezTo>
                <a:lnTo>
                  <a:pt x="345740" y="955325"/>
                </a:lnTo>
                <a:lnTo>
                  <a:pt x="352584" y="949679"/>
                </a:lnTo>
                <a:cubicBezTo>
                  <a:pt x="361511" y="940751"/>
                  <a:pt x="367033" y="928418"/>
                  <a:pt x="367033" y="914796"/>
                </a:cubicBezTo>
                <a:cubicBezTo>
                  <a:pt x="367033" y="887551"/>
                  <a:pt x="344946" y="865464"/>
                  <a:pt x="317701" y="865464"/>
                </a:cubicBezTo>
                <a:lnTo>
                  <a:pt x="314244" y="865812"/>
                </a:lnTo>
                <a:lnTo>
                  <a:pt x="317018" y="856874"/>
                </a:lnTo>
                <a:cubicBezTo>
                  <a:pt x="317675" y="853663"/>
                  <a:pt x="318021" y="850338"/>
                  <a:pt x="318021" y="846932"/>
                </a:cubicBezTo>
                <a:cubicBezTo>
                  <a:pt x="318021" y="819687"/>
                  <a:pt x="295934" y="797600"/>
                  <a:pt x="268689" y="797600"/>
                </a:cubicBezTo>
                <a:cubicBezTo>
                  <a:pt x="258472" y="797600"/>
                  <a:pt x="248981" y="800706"/>
                  <a:pt x="241107" y="806025"/>
                </a:cubicBezTo>
                <a:lnTo>
                  <a:pt x="237147" y="809293"/>
                </a:lnTo>
                <a:lnTo>
                  <a:pt x="234970" y="802281"/>
                </a:lnTo>
                <a:cubicBezTo>
                  <a:pt x="227481" y="784575"/>
                  <a:pt x="209949" y="772151"/>
                  <a:pt x="189515" y="772151"/>
                </a:cubicBezTo>
                <a:cubicBezTo>
                  <a:pt x="169081" y="772151"/>
                  <a:pt x="151549" y="784575"/>
                  <a:pt x="144060" y="802281"/>
                </a:cubicBezTo>
                <a:lnTo>
                  <a:pt x="142080" y="808661"/>
                </a:lnTo>
                <a:lnTo>
                  <a:pt x="138886" y="806025"/>
                </a:lnTo>
                <a:cubicBezTo>
                  <a:pt x="131012" y="800706"/>
                  <a:pt x="121521" y="797600"/>
                  <a:pt x="111304" y="797600"/>
                </a:cubicBezTo>
                <a:cubicBezTo>
                  <a:pt x="84059" y="797600"/>
                  <a:pt x="61972" y="819687"/>
                  <a:pt x="61972" y="846932"/>
                </a:cubicBezTo>
                <a:cubicBezTo>
                  <a:pt x="61972" y="852041"/>
                  <a:pt x="62749" y="856968"/>
                  <a:pt x="64190" y="861602"/>
                </a:cubicBezTo>
                <a:lnTo>
                  <a:pt x="66238" y="865861"/>
                </a:lnTo>
                <a:lnTo>
                  <a:pt x="62292" y="865464"/>
                </a:lnTo>
                <a:cubicBezTo>
                  <a:pt x="35047" y="865464"/>
                  <a:pt x="12960" y="887550"/>
                  <a:pt x="12960" y="914796"/>
                </a:cubicBezTo>
                <a:cubicBezTo>
                  <a:pt x="12960" y="928418"/>
                  <a:pt x="18482" y="940751"/>
                  <a:pt x="27409" y="949679"/>
                </a:cubicBezTo>
                <a:lnTo>
                  <a:pt x="34253" y="955325"/>
                </a:lnTo>
                <a:lnTo>
                  <a:pt x="27409" y="960972"/>
                </a:lnTo>
                <a:cubicBezTo>
                  <a:pt x="18482" y="969899"/>
                  <a:pt x="12960" y="982232"/>
                  <a:pt x="12960" y="995855"/>
                </a:cubicBezTo>
                <a:cubicBezTo>
                  <a:pt x="12960" y="1023100"/>
                  <a:pt x="35047" y="1045187"/>
                  <a:pt x="62292" y="1045187"/>
                </a:cubicBezTo>
                <a:lnTo>
                  <a:pt x="65749" y="1044838"/>
                </a:lnTo>
                <a:lnTo>
                  <a:pt x="62975" y="1053777"/>
                </a:lnTo>
                <a:cubicBezTo>
                  <a:pt x="62317" y="1056988"/>
                  <a:pt x="61972" y="1060313"/>
                  <a:pt x="61972" y="1063719"/>
                </a:cubicBezTo>
                <a:cubicBezTo>
                  <a:pt x="61972" y="1090964"/>
                  <a:pt x="84059" y="1113050"/>
                  <a:pt x="111304" y="1113050"/>
                </a:cubicBezTo>
                <a:cubicBezTo>
                  <a:pt x="121521" y="1113050"/>
                  <a:pt x="131012" y="1109945"/>
                  <a:pt x="138886" y="1104625"/>
                </a:cubicBezTo>
                <a:lnTo>
                  <a:pt x="142080" y="1101990"/>
                </a:lnTo>
                <a:lnTo>
                  <a:pt x="144060" y="1108370"/>
                </a:lnTo>
                <a:cubicBezTo>
                  <a:pt x="151549" y="1126076"/>
                  <a:pt x="169081" y="1138499"/>
                  <a:pt x="189515" y="1138499"/>
                </a:cubicBezTo>
                <a:close/>
                <a:moveTo>
                  <a:pt x="8701715" y="1369042"/>
                </a:moveTo>
                <a:cubicBezTo>
                  <a:pt x="8723296" y="1369042"/>
                  <a:pt x="8740791" y="1351547"/>
                  <a:pt x="8740791" y="1329966"/>
                </a:cubicBezTo>
                <a:cubicBezTo>
                  <a:pt x="8740791" y="1308385"/>
                  <a:pt x="8723296" y="1290890"/>
                  <a:pt x="8701715" y="1290890"/>
                </a:cubicBezTo>
                <a:cubicBezTo>
                  <a:pt x="8680134" y="1290890"/>
                  <a:pt x="8662639" y="1308385"/>
                  <a:pt x="8662639" y="1329966"/>
                </a:cubicBezTo>
                <a:cubicBezTo>
                  <a:pt x="8662639" y="1351547"/>
                  <a:pt x="8680134" y="1369042"/>
                  <a:pt x="8701715" y="1369042"/>
                </a:cubicBezTo>
                <a:close/>
                <a:moveTo>
                  <a:pt x="193983" y="1369042"/>
                </a:moveTo>
                <a:cubicBezTo>
                  <a:pt x="215564" y="1369042"/>
                  <a:pt x="233059" y="1351547"/>
                  <a:pt x="233059" y="1329966"/>
                </a:cubicBezTo>
                <a:cubicBezTo>
                  <a:pt x="233059" y="1308385"/>
                  <a:pt x="215564" y="1290890"/>
                  <a:pt x="193983" y="1290890"/>
                </a:cubicBezTo>
                <a:cubicBezTo>
                  <a:pt x="172402" y="1290890"/>
                  <a:pt x="154907" y="1308385"/>
                  <a:pt x="154907" y="1329966"/>
                </a:cubicBezTo>
                <a:cubicBezTo>
                  <a:pt x="154907" y="1351547"/>
                  <a:pt x="172402" y="1369042"/>
                  <a:pt x="193983" y="1369042"/>
                </a:cubicBezTo>
                <a:close/>
                <a:moveTo>
                  <a:pt x="8697248" y="1887779"/>
                </a:moveTo>
                <a:cubicBezTo>
                  <a:pt x="8717682" y="1887779"/>
                  <a:pt x="8735214" y="1875356"/>
                  <a:pt x="8742703" y="1857650"/>
                </a:cubicBezTo>
                <a:lnTo>
                  <a:pt x="8744879" y="1850638"/>
                </a:lnTo>
                <a:lnTo>
                  <a:pt x="8748840" y="1853905"/>
                </a:lnTo>
                <a:cubicBezTo>
                  <a:pt x="8756713" y="1859225"/>
                  <a:pt x="8766204" y="1862330"/>
                  <a:pt x="8776421" y="1862330"/>
                </a:cubicBezTo>
                <a:cubicBezTo>
                  <a:pt x="8803667" y="1862330"/>
                  <a:pt x="8825753" y="1840244"/>
                  <a:pt x="8825753" y="1812999"/>
                </a:cubicBezTo>
                <a:cubicBezTo>
                  <a:pt x="8825753" y="1809593"/>
                  <a:pt x="8825408" y="1806268"/>
                  <a:pt x="8824751" y="1803056"/>
                </a:cubicBezTo>
                <a:lnTo>
                  <a:pt x="8821976" y="1794118"/>
                </a:lnTo>
                <a:lnTo>
                  <a:pt x="8825434" y="1794467"/>
                </a:lnTo>
                <a:cubicBezTo>
                  <a:pt x="8852679" y="1794467"/>
                  <a:pt x="8874765" y="1772380"/>
                  <a:pt x="8874765" y="1745135"/>
                </a:cubicBezTo>
                <a:cubicBezTo>
                  <a:pt x="8874765" y="1731513"/>
                  <a:pt x="8869244" y="1719179"/>
                  <a:pt x="8860317" y="1710252"/>
                </a:cubicBezTo>
                <a:lnTo>
                  <a:pt x="8853473" y="1704605"/>
                </a:lnTo>
                <a:lnTo>
                  <a:pt x="8860317" y="1698959"/>
                </a:lnTo>
                <a:cubicBezTo>
                  <a:pt x="8869244" y="1690031"/>
                  <a:pt x="8874765" y="1677698"/>
                  <a:pt x="8874765" y="1664076"/>
                </a:cubicBezTo>
                <a:cubicBezTo>
                  <a:pt x="8874765" y="1636831"/>
                  <a:pt x="8852679" y="1614744"/>
                  <a:pt x="8825434" y="1614744"/>
                </a:cubicBezTo>
                <a:lnTo>
                  <a:pt x="8821976" y="1615092"/>
                </a:lnTo>
                <a:lnTo>
                  <a:pt x="8824751" y="1606154"/>
                </a:lnTo>
                <a:cubicBezTo>
                  <a:pt x="8825408" y="1602943"/>
                  <a:pt x="8825753" y="1599618"/>
                  <a:pt x="8825753" y="1596212"/>
                </a:cubicBezTo>
                <a:cubicBezTo>
                  <a:pt x="8825753" y="1568967"/>
                  <a:pt x="8803667" y="1546880"/>
                  <a:pt x="8776421" y="1546880"/>
                </a:cubicBezTo>
                <a:cubicBezTo>
                  <a:pt x="8766204" y="1546880"/>
                  <a:pt x="8756713" y="1549986"/>
                  <a:pt x="8748840" y="1555305"/>
                </a:cubicBezTo>
                <a:lnTo>
                  <a:pt x="8744879" y="1558573"/>
                </a:lnTo>
                <a:lnTo>
                  <a:pt x="8742703" y="1551561"/>
                </a:lnTo>
                <a:cubicBezTo>
                  <a:pt x="8735214" y="1533855"/>
                  <a:pt x="8717682" y="1521431"/>
                  <a:pt x="8697248" y="1521431"/>
                </a:cubicBezTo>
                <a:cubicBezTo>
                  <a:pt x="8676814" y="1521431"/>
                  <a:pt x="8659282" y="1533855"/>
                  <a:pt x="8651793" y="1551561"/>
                </a:cubicBezTo>
                <a:lnTo>
                  <a:pt x="8649812" y="1557941"/>
                </a:lnTo>
                <a:lnTo>
                  <a:pt x="8646618" y="1555305"/>
                </a:lnTo>
                <a:cubicBezTo>
                  <a:pt x="8638745" y="1549986"/>
                  <a:pt x="8629253" y="1546880"/>
                  <a:pt x="8619037" y="1546880"/>
                </a:cubicBezTo>
                <a:cubicBezTo>
                  <a:pt x="8591791" y="1546880"/>
                  <a:pt x="8569705" y="1568967"/>
                  <a:pt x="8569705" y="1596212"/>
                </a:cubicBezTo>
                <a:cubicBezTo>
                  <a:pt x="8569705" y="1601321"/>
                  <a:pt x="8570481" y="1606248"/>
                  <a:pt x="8571923" y="1610882"/>
                </a:cubicBezTo>
                <a:lnTo>
                  <a:pt x="8573970" y="1615141"/>
                </a:lnTo>
                <a:lnTo>
                  <a:pt x="8570024" y="1614744"/>
                </a:lnTo>
                <a:cubicBezTo>
                  <a:pt x="8542779" y="1614744"/>
                  <a:pt x="8520693" y="1636830"/>
                  <a:pt x="8520693" y="1664076"/>
                </a:cubicBezTo>
                <a:cubicBezTo>
                  <a:pt x="8520693" y="1677698"/>
                  <a:pt x="8526214" y="1690031"/>
                  <a:pt x="8535141" y="1698959"/>
                </a:cubicBezTo>
                <a:lnTo>
                  <a:pt x="8541985" y="1704605"/>
                </a:lnTo>
                <a:lnTo>
                  <a:pt x="8535141" y="1710252"/>
                </a:lnTo>
                <a:cubicBezTo>
                  <a:pt x="8526214" y="1719179"/>
                  <a:pt x="8520693" y="1731512"/>
                  <a:pt x="8520693" y="1745135"/>
                </a:cubicBezTo>
                <a:cubicBezTo>
                  <a:pt x="8520693" y="1772380"/>
                  <a:pt x="8542779" y="1794467"/>
                  <a:pt x="8570024" y="1794467"/>
                </a:cubicBezTo>
                <a:lnTo>
                  <a:pt x="8573482" y="1794118"/>
                </a:lnTo>
                <a:lnTo>
                  <a:pt x="8570707" y="1803057"/>
                </a:lnTo>
                <a:cubicBezTo>
                  <a:pt x="8570050" y="1806268"/>
                  <a:pt x="8569705" y="1809593"/>
                  <a:pt x="8569705" y="1812999"/>
                </a:cubicBezTo>
                <a:cubicBezTo>
                  <a:pt x="8569705" y="1840244"/>
                  <a:pt x="8591791" y="1862330"/>
                  <a:pt x="8619037" y="1862330"/>
                </a:cubicBezTo>
                <a:cubicBezTo>
                  <a:pt x="8629253" y="1862330"/>
                  <a:pt x="8638745" y="1859225"/>
                  <a:pt x="8646618" y="1853905"/>
                </a:cubicBezTo>
                <a:lnTo>
                  <a:pt x="8649812" y="1851270"/>
                </a:lnTo>
                <a:lnTo>
                  <a:pt x="8651793" y="1857650"/>
                </a:lnTo>
                <a:cubicBezTo>
                  <a:pt x="8659282" y="1875356"/>
                  <a:pt x="8676814" y="1887779"/>
                  <a:pt x="8697248" y="1887779"/>
                </a:cubicBezTo>
                <a:close/>
                <a:moveTo>
                  <a:pt x="189515" y="1887779"/>
                </a:moveTo>
                <a:cubicBezTo>
                  <a:pt x="209949" y="1887779"/>
                  <a:pt x="227481" y="1875356"/>
                  <a:pt x="234970" y="1857650"/>
                </a:cubicBezTo>
                <a:lnTo>
                  <a:pt x="237147" y="1850638"/>
                </a:lnTo>
                <a:lnTo>
                  <a:pt x="241107" y="1853905"/>
                </a:lnTo>
                <a:cubicBezTo>
                  <a:pt x="248981" y="1859225"/>
                  <a:pt x="258472" y="1862330"/>
                  <a:pt x="268689" y="1862330"/>
                </a:cubicBezTo>
                <a:cubicBezTo>
                  <a:pt x="295934" y="1862330"/>
                  <a:pt x="318021" y="1840244"/>
                  <a:pt x="318021" y="1812999"/>
                </a:cubicBezTo>
                <a:cubicBezTo>
                  <a:pt x="318021" y="1809593"/>
                  <a:pt x="317676" y="1806268"/>
                  <a:pt x="317019" y="1803056"/>
                </a:cubicBezTo>
                <a:lnTo>
                  <a:pt x="314244" y="1794118"/>
                </a:lnTo>
                <a:lnTo>
                  <a:pt x="317702" y="1794467"/>
                </a:lnTo>
                <a:cubicBezTo>
                  <a:pt x="344947" y="1794467"/>
                  <a:pt x="367033" y="1772380"/>
                  <a:pt x="367033" y="1745135"/>
                </a:cubicBezTo>
                <a:cubicBezTo>
                  <a:pt x="367033" y="1731513"/>
                  <a:pt x="361512" y="1719179"/>
                  <a:pt x="352584" y="1710252"/>
                </a:cubicBezTo>
                <a:lnTo>
                  <a:pt x="345740" y="1704605"/>
                </a:lnTo>
                <a:lnTo>
                  <a:pt x="352584" y="1698959"/>
                </a:lnTo>
                <a:cubicBezTo>
                  <a:pt x="361512" y="1690031"/>
                  <a:pt x="367033" y="1677698"/>
                  <a:pt x="367033" y="1664076"/>
                </a:cubicBezTo>
                <a:cubicBezTo>
                  <a:pt x="367033" y="1636831"/>
                  <a:pt x="344947" y="1614744"/>
                  <a:pt x="317702" y="1614744"/>
                </a:cubicBezTo>
                <a:lnTo>
                  <a:pt x="314244" y="1615092"/>
                </a:lnTo>
                <a:lnTo>
                  <a:pt x="317019" y="1606154"/>
                </a:lnTo>
                <a:cubicBezTo>
                  <a:pt x="317676" y="1602943"/>
                  <a:pt x="318021" y="1599618"/>
                  <a:pt x="318021" y="1596212"/>
                </a:cubicBezTo>
                <a:cubicBezTo>
                  <a:pt x="318021" y="1568967"/>
                  <a:pt x="295934" y="1546880"/>
                  <a:pt x="268689" y="1546880"/>
                </a:cubicBezTo>
                <a:cubicBezTo>
                  <a:pt x="258472" y="1546880"/>
                  <a:pt x="248981" y="1549986"/>
                  <a:pt x="241107" y="1555305"/>
                </a:cubicBezTo>
                <a:lnTo>
                  <a:pt x="237147" y="1558573"/>
                </a:lnTo>
                <a:lnTo>
                  <a:pt x="234970" y="1551561"/>
                </a:lnTo>
                <a:cubicBezTo>
                  <a:pt x="227481" y="1533855"/>
                  <a:pt x="209949" y="1521431"/>
                  <a:pt x="189515" y="1521431"/>
                </a:cubicBezTo>
                <a:cubicBezTo>
                  <a:pt x="169082" y="1521431"/>
                  <a:pt x="151550" y="1533855"/>
                  <a:pt x="144061" y="1551561"/>
                </a:cubicBezTo>
                <a:lnTo>
                  <a:pt x="142080" y="1557941"/>
                </a:lnTo>
                <a:lnTo>
                  <a:pt x="138886" y="1555305"/>
                </a:lnTo>
                <a:cubicBezTo>
                  <a:pt x="131013" y="1549986"/>
                  <a:pt x="121521" y="1546880"/>
                  <a:pt x="111304" y="1546880"/>
                </a:cubicBezTo>
                <a:cubicBezTo>
                  <a:pt x="84059" y="1546880"/>
                  <a:pt x="61973" y="1568967"/>
                  <a:pt x="61973" y="1596212"/>
                </a:cubicBezTo>
                <a:cubicBezTo>
                  <a:pt x="61973" y="1601321"/>
                  <a:pt x="62749" y="1606248"/>
                  <a:pt x="64191" y="1610882"/>
                </a:cubicBezTo>
                <a:lnTo>
                  <a:pt x="66238" y="1615141"/>
                </a:lnTo>
                <a:lnTo>
                  <a:pt x="62292" y="1614744"/>
                </a:lnTo>
                <a:cubicBezTo>
                  <a:pt x="35047" y="1614744"/>
                  <a:pt x="12960" y="1636830"/>
                  <a:pt x="12960" y="1664076"/>
                </a:cubicBezTo>
                <a:cubicBezTo>
                  <a:pt x="12960" y="1677698"/>
                  <a:pt x="18482" y="1690031"/>
                  <a:pt x="27409" y="1698959"/>
                </a:cubicBezTo>
                <a:lnTo>
                  <a:pt x="34253" y="1704605"/>
                </a:lnTo>
                <a:lnTo>
                  <a:pt x="27409" y="1710252"/>
                </a:lnTo>
                <a:cubicBezTo>
                  <a:pt x="18482" y="1719179"/>
                  <a:pt x="12960" y="1731512"/>
                  <a:pt x="12960" y="1745135"/>
                </a:cubicBezTo>
                <a:cubicBezTo>
                  <a:pt x="12960" y="1772380"/>
                  <a:pt x="35047" y="1794467"/>
                  <a:pt x="62292" y="1794467"/>
                </a:cubicBezTo>
                <a:lnTo>
                  <a:pt x="65749" y="1794118"/>
                </a:lnTo>
                <a:lnTo>
                  <a:pt x="62975" y="1803057"/>
                </a:lnTo>
                <a:cubicBezTo>
                  <a:pt x="62318" y="1806268"/>
                  <a:pt x="61973" y="1809593"/>
                  <a:pt x="61973" y="1812999"/>
                </a:cubicBezTo>
                <a:cubicBezTo>
                  <a:pt x="61973" y="1840244"/>
                  <a:pt x="84059" y="1862330"/>
                  <a:pt x="111304" y="1862330"/>
                </a:cubicBezTo>
                <a:cubicBezTo>
                  <a:pt x="121521" y="1862330"/>
                  <a:pt x="131013" y="1859225"/>
                  <a:pt x="138886" y="1853905"/>
                </a:cubicBezTo>
                <a:lnTo>
                  <a:pt x="142080" y="1851270"/>
                </a:lnTo>
                <a:lnTo>
                  <a:pt x="144061" y="1857650"/>
                </a:lnTo>
                <a:cubicBezTo>
                  <a:pt x="151550" y="1875356"/>
                  <a:pt x="169082" y="1887779"/>
                  <a:pt x="189515" y="1887779"/>
                </a:cubicBezTo>
                <a:close/>
                <a:moveTo>
                  <a:pt x="8701715" y="2118321"/>
                </a:moveTo>
                <a:cubicBezTo>
                  <a:pt x="8723296" y="2118321"/>
                  <a:pt x="8740791" y="2100826"/>
                  <a:pt x="8740791" y="2079245"/>
                </a:cubicBezTo>
                <a:cubicBezTo>
                  <a:pt x="8740791" y="2057664"/>
                  <a:pt x="8723296" y="2040169"/>
                  <a:pt x="8701715" y="2040169"/>
                </a:cubicBezTo>
                <a:cubicBezTo>
                  <a:pt x="8680134" y="2040169"/>
                  <a:pt x="8662639" y="2057664"/>
                  <a:pt x="8662639" y="2079245"/>
                </a:cubicBezTo>
                <a:cubicBezTo>
                  <a:pt x="8662639" y="2100826"/>
                  <a:pt x="8680134" y="2118321"/>
                  <a:pt x="8701715" y="2118321"/>
                </a:cubicBezTo>
                <a:close/>
                <a:moveTo>
                  <a:pt x="193983" y="2118321"/>
                </a:moveTo>
                <a:cubicBezTo>
                  <a:pt x="215564" y="2118321"/>
                  <a:pt x="233059" y="2100826"/>
                  <a:pt x="233059" y="2079245"/>
                </a:cubicBezTo>
                <a:cubicBezTo>
                  <a:pt x="233059" y="2057664"/>
                  <a:pt x="215564" y="2040169"/>
                  <a:pt x="193983" y="2040169"/>
                </a:cubicBezTo>
                <a:cubicBezTo>
                  <a:pt x="172402" y="2040169"/>
                  <a:pt x="154907" y="2057664"/>
                  <a:pt x="154907" y="2079245"/>
                </a:cubicBezTo>
                <a:cubicBezTo>
                  <a:pt x="154907" y="2100826"/>
                  <a:pt x="172402" y="2118321"/>
                  <a:pt x="193983" y="2118321"/>
                </a:cubicBezTo>
                <a:close/>
                <a:moveTo>
                  <a:pt x="8697248" y="2637058"/>
                </a:moveTo>
                <a:cubicBezTo>
                  <a:pt x="8717682" y="2637058"/>
                  <a:pt x="8735214" y="2624635"/>
                  <a:pt x="8742703" y="2606929"/>
                </a:cubicBezTo>
                <a:lnTo>
                  <a:pt x="8744879" y="2599917"/>
                </a:lnTo>
                <a:lnTo>
                  <a:pt x="8748840" y="2603184"/>
                </a:lnTo>
                <a:cubicBezTo>
                  <a:pt x="8756713" y="2608504"/>
                  <a:pt x="8766204" y="2611609"/>
                  <a:pt x="8776421" y="2611609"/>
                </a:cubicBezTo>
                <a:cubicBezTo>
                  <a:pt x="8803667" y="2611609"/>
                  <a:pt x="8825753" y="2589523"/>
                  <a:pt x="8825753" y="2562278"/>
                </a:cubicBezTo>
                <a:cubicBezTo>
                  <a:pt x="8825753" y="2558872"/>
                  <a:pt x="8825408" y="2555547"/>
                  <a:pt x="8824751" y="2552335"/>
                </a:cubicBezTo>
                <a:lnTo>
                  <a:pt x="8821976" y="2543397"/>
                </a:lnTo>
                <a:lnTo>
                  <a:pt x="8825434" y="2543746"/>
                </a:lnTo>
                <a:cubicBezTo>
                  <a:pt x="8852679" y="2543746"/>
                  <a:pt x="8874765" y="2521659"/>
                  <a:pt x="8874765" y="2494414"/>
                </a:cubicBezTo>
                <a:cubicBezTo>
                  <a:pt x="8874765" y="2480792"/>
                  <a:pt x="8869244" y="2468458"/>
                  <a:pt x="8860317" y="2459531"/>
                </a:cubicBezTo>
                <a:lnTo>
                  <a:pt x="8853473" y="2453884"/>
                </a:lnTo>
                <a:lnTo>
                  <a:pt x="8860317" y="2448238"/>
                </a:lnTo>
                <a:cubicBezTo>
                  <a:pt x="8869244" y="2439310"/>
                  <a:pt x="8874765" y="2426977"/>
                  <a:pt x="8874765" y="2413355"/>
                </a:cubicBezTo>
                <a:cubicBezTo>
                  <a:pt x="8874765" y="2386110"/>
                  <a:pt x="8852679" y="2364023"/>
                  <a:pt x="8825434" y="2364023"/>
                </a:cubicBezTo>
                <a:lnTo>
                  <a:pt x="8821976" y="2364371"/>
                </a:lnTo>
                <a:lnTo>
                  <a:pt x="8824751" y="2355433"/>
                </a:lnTo>
                <a:cubicBezTo>
                  <a:pt x="8825408" y="2352222"/>
                  <a:pt x="8825753" y="2348897"/>
                  <a:pt x="8825753" y="2345491"/>
                </a:cubicBezTo>
                <a:cubicBezTo>
                  <a:pt x="8825753" y="2318246"/>
                  <a:pt x="8803667" y="2296159"/>
                  <a:pt x="8776421" y="2296159"/>
                </a:cubicBezTo>
                <a:cubicBezTo>
                  <a:pt x="8766204" y="2296159"/>
                  <a:pt x="8756713" y="2299265"/>
                  <a:pt x="8748840" y="2304584"/>
                </a:cubicBezTo>
                <a:lnTo>
                  <a:pt x="8744879" y="2307852"/>
                </a:lnTo>
                <a:lnTo>
                  <a:pt x="8742703" y="2300840"/>
                </a:lnTo>
                <a:cubicBezTo>
                  <a:pt x="8735214" y="2283134"/>
                  <a:pt x="8717682" y="2270710"/>
                  <a:pt x="8697248" y="2270710"/>
                </a:cubicBezTo>
                <a:cubicBezTo>
                  <a:pt x="8676814" y="2270710"/>
                  <a:pt x="8659282" y="2283134"/>
                  <a:pt x="8651793" y="2300840"/>
                </a:cubicBezTo>
                <a:lnTo>
                  <a:pt x="8649812" y="2307220"/>
                </a:lnTo>
                <a:lnTo>
                  <a:pt x="8646618" y="2304584"/>
                </a:lnTo>
                <a:cubicBezTo>
                  <a:pt x="8638745" y="2299265"/>
                  <a:pt x="8629253" y="2296159"/>
                  <a:pt x="8619037" y="2296159"/>
                </a:cubicBezTo>
                <a:cubicBezTo>
                  <a:pt x="8591791" y="2296159"/>
                  <a:pt x="8569705" y="2318246"/>
                  <a:pt x="8569705" y="2345491"/>
                </a:cubicBezTo>
                <a:cubicBezTo>
                  <a:pt x="8569705" y="2350600"/>
                  <a:pt x="8570481" y="2355527"/>
                  <a:pt x="8571923" y="2360161"/>
                </a:cubicBezTo>
                <a:lnTo>
                  <a:pt x="8573970" y="2364420"/>
                </a:lnTo>
                <a:lnTo>
                  <a:pt x="8570024" y="2364023"/>
                </a:lnTo>
                <a:cubicBezTo>
                  <a:pt x="8542779" y="2364023"/>
                  <a:pt x="8520693" y="2386109"/>
                  <a:pt x="8520693" y="2413355"/>
                </a:cubicBezTo>
                <a:cubicBezTo>
                  <a:pt x="8520693" y="2426977"/>
                  <a:pt x="8526214" y="2439310"/>
                  <a:pt x="8535141" y="2448238"/>
                </a:cubicBezTo>
                <a:lnTo>
                  <a:pt x="8541985" y="2453884"/>
                </a:lnTo>
                <a:lnTo>
                  <a:pt x="8535141" y="2459531"/>
                </a:lnTo>
                <a:cubicBezTo>
                  <a:pt x="8526214" y="2468458"/>
                  <a:pt x="8520693" y="2480791"/>
                  <a:pt x="8520693" y="2494414"/>
                </a:cubicBezTo>
                <a:cubicBezTo>
                  <a:pt x="8520693" y="2521659"/>
                  <a:pt x="8542779" y="2543746"/>
                  <a:pt x="8570024" y="2543746"/>
                </a:cubicBezTo>
                <a:lnTo>
                  <a:pt x="8573482" y="2543397"/>
                </a:lnTo>
                <a:lnTo>
                  <a:pt x="8570707" y="2552336"/>
                </a:lnTo>
                <a:cubicBezTo>
                  <a:pt x="8570050" y="2555547"/>
                  <a:pt x="8569705" y="2558872"/>
                  <a:pt x="8569705" y="2562278"/>
                </a:cubicBezTo>
                <a:cubicBezTo>
                  <a:pt x="8569705" y="2589523"/>
                  <a:pt x="8591791" y="2611609"/>
                  <a:pt x="8619037" y="2611609"/>
                </a:cubicBezTo>
                <a:cubicBezTo>
                  <a:pt x="8629253" y="2611609"/>
                  <a:pt x="8638745" y="2608504"/>
                  <a:pt x="8646618" y="2603184"/>
                </a:cubicBezTo>
                <a:lnTo>
                  <a:pt x="8649812" y="2600549"/>
                </a:lnTo>
                <a:lnTo>
                  <a:pt x="8651793" y="2606929"/>
                </a:lnTo>
                <a:cubicBezTo>
                  <a:pt x="8659282" y="2624635"/>
                  <a:pt x="8676814" y="2637058"/>
                  <a:pt x="8697248" y="2637058"/>
                </a:cubicBezTo>
                <a:close/>
                <a:moveTo>
                  <a:pt x="189516" y="2637058"/>
                </a:moveTo>
                <a:cubicBezTo>
                  <a:pt x="209950" y="2637058"/>
                  <a:pt x="227482" y="2624635"/>
                  <a:pt x="234971" y="2606929"/>
                </a:cubicBezTo>
                <a:lnTo>
                  <a:pt x="237147" y="2599917"/>
                </a:lnTo>
                <a:lnTo>
                  <a:pt x="241108" y="2603184"/>
                </a:lnTo>
                <a:cubicBezTo>
                  <a:pt x="248981" y="2608504"/>
                  <a:pt x="258472" y="2611609"/>
                  <a:pt x="268689" y="2611609"/>
                </a:cubicBezTo>
                <a:cubicBezTo>
                  <a:pt x="295935" y="2611609"/>
                  <a:pt x="318021" y="2589523"/>
                  <a:pt x="318021" y="2562278"/>
                </a:cubicBezTo>
                <a:cubicBezTo>
                  <a:pt x="318021" y="2558872"/>
                  <a:pt x="317676" y="2555547"/>
                  <a:pt x="317019" y="2552335"/>
                </a:cubicBezTo>
                <a:lnTo>
                  <a:pt x="314244" y="2543397"/>
                </a:lnTo>
                <a:lnTo>
                  <a:pt x="317702" y="2543746"/>
                </a:lnTo>
                <a:cubicBezTo>
                  <a:pt x="344947" y="2543746"/>
                  <a:pt x="367033" y="2521659"/>
                  <a:pt x="367033" y="2494414"/>
                </a:cubicBezTo>
                <a:cubicBezTo>
                  <a:pt x="367033" y="2480792"/>
                  <a:pt x="361512" y="2468458"/>
                  <a:pt x="352585" y="2459531"/>
                </a:cubicBezTo>
                <a:lnTo>
                  <a:pt x="345741" y="2453884"/>
                </a:lnTo>
                <a:lnTo>
                  <a:pt x="352585" y="2448238"/>
                </a:lnTo>
                <a:cubicBezTo>
                  <a:pt x="361512" y="2439310"/>
                  <a:pt x="367033" y="2426977"/>
                  <a:pt x="367033" y="2413355"/>
                </a:cubicBezTo>
                <a:cubicBezTo>
                  <a:pt x="367033" y="2386110"/>
                  <a:pt x="344947" y="2364023"/>
                  <a:pt x="317702" y="2364023"/>
                </a:cubicBezTo>
                <a:lnTo>
                  <a:pt x="314244" y="2364371"/>
                </a:lnTo>
                <a:lnTo>
                  <a:pt x="317019" y="2355433"/>
                </a:lnTo>
                <a:cubicBezTo>
                  <a:pt x="317676" y="2352222"/>
                  <a:pt x="318021" y="2348897"/>
                  <a:pt x="318021" y="2345491"/>
                </a:cubicBezTo>
                <a:cubicBezTo>
                  <a:pt x="318021" y="2318246"/>
                  <a:pt x="295935" y="2296159"/>
                  <a:pt x="268689" y="2296159"/>
                </a:cubicBezTo>
                <a:cubicBezTo>
                  <a:pt x="258472" y="2296159"/>
                  <a:pt x="248981" y="2299265"/>
                  <a:pt x="241108" y="2304584"/>
                </a:cubicBezTo>
                <a:lnTo>
                  <a:pt x="237147" y="2307852"/>
                </a:lnTo>
                <a:lnTo>
                  <a:pt x="234971" y="2300840"/>
                </a:lnTo>
                <a:cubicBezTo>
                  <a:pt x="227482" y="2283134"/>
                  <a:pt x="209950" y="2270710"/>
                  <a:pt x="189516" y="2270710"/>
                </a:cubicBezTo>
                <a:cubicBezTo>
                  <a:pt x="169082" y="2270710"/>
                  <a:pt x="151550" y="2283134"/>
                  <a:pt x="144061" y="2300840"/>
                </a:cubicBezTo>
                <a:lnTo>
                  <a:pt x="142080" y="2307220"/>
                </a:lnTo>
                <a:lnTo>
                  <a:pt x="138886" y="2304584"/>
                </a:lnTo>
                <a:cubicBezTo>
                  <a:pt x="131013" y="2299265"/>
                  <a:pt x="121521" y="2296159"/>
                  <a:pt x="111305" y="2296159"/>
                </a:cubicBezTo>
                <a:cubicBezTo>
                  <a:pt x="84060" y="2296159"/>
                  <a:pt x="61973" y="2318246"/>
                  <a:pt x="61973" y="2345491"/>
                </a:cubicBezTo>
                <a:cubicBezTo>
                  <a:pt x="61973" y="2350600"/>
                  <a:pt x="62749" y="2355527"/>
                  <a:pt x="64191" y="2360161"/>
                </a:cubicBezTo>
                <a:lnTo>
                  <a:pt x="66238" y="2364420"/>
                </a:lnTo>
                <a:lnTo>
                  <a:pt x="62292" y="2364023"/>
                </a:lnTo>
                <a:cubicBezTo>
                  <a:pt x="35047" y="2364023"/>
                  <a:pt x="12961" y="2386109"/>
                  <a:pt x="12961" y="2413355"/>
                </a:cubicBezTo>
                <a:cubicBezTo>
                  <a:pt x="12961" y="2426977"/>
                  <a:pt x="18482" y="2439310"/>
                  <a:pt x="27410" y="2448238"/>
                </a:cubicBezTo>
                <a:lnTo>
                  <a:pt x="34253" y="2453884"/>
                </a:lnTo>
                <a:lnTo>
                  <a:pt x="27410" y="2459531"/>
                </a:lnTo>
                <a:cubicBezTo>
                  <a:pt x="18482" y="2468458"/>
                  <a:pt x="12961" y="2480791"/>
                  <a:pt x="12961" y="2494414"/>
                </a:cubicBezTo>
                <a:cubicBezTo>
                  <a:pt x="12961" y="2521659"/>
                  <a:pt x="35047" y="2543746"/>
                  <a:pt x="62292" y="2543746"/>
                </a:cubicBezTo>
                <a:lnTo>
                  <a:pt x="65750" y="2543397"/>
                </a:lnTo>
                <a:lnTo>
                  <a:pt x="62975" y="2552336"/>
                </a:lnTo>
                <a:cubicBezTo>
                  <a:pt x="62318" y="2555547"/>
                  <a:pt x="61973" y="2558872"/>
                  <a:pt x="61973" y="2562278"/>
                </a:cubicBezTo>
                <a:cubicBezTo>
                  <a:pt x="61973" y="2589523"/>
                  <a:pt x="84060" y="2611609"/>
                  <a:pt x="111305" y="2611609"/>
                </a:cubicBezTo>
                <a:cubicBezTo>
                  <a:pt x="121521" y="2611609"/>
                  <a:pt x="131013" y="2608504"/>
                  <a:pt x="138886" y="2603184"/>
                </a:cubicBezTo>
                <a:lnTo>
                  <a:pt x="142080" y="2600549"/>
                </a:lnTo>
                <a:lnTo>
                  <a:pt x="144061" y="2606929"/>
                </a:lnTo>
                <a:cubicBezTo>
                  <a:pt x="151550" y="2624635"/>
                  <a:pt x="169082" y="2637058"/>
                  <a:pt x="189516" y="2637058"/>
                </a:cubicBezTo>
                <a:close/>
                <a:moveTo>
                  <a:pt x="8701715" y="2867601"/>
                </a:moveTo>
                <a:cubicBezTo>
                  <a:pt x="8723296" y="2867601"/>
                  <a:pt x="8740791" y="2850106"/>
                  <a:pt x="8740791" y="2828525"/>
                </a:cubicBezTo>
                <a:cubicBezTo>
                  <a:pt x="8740791" y="2806944"/>
                  <a:pt x="8723296" y="2789449"/>
                  <a:pt x="8701715" y="2789449"/>
                </a:cubicBezTo>
                <a:cubicBezTo>
                  <a:pt x="8680134" y="2789449"/>
                  <a:pt x="8662639" y="2806944"/>
                  <a:pt x="8662639" y="2828525"/>
                </a:cubicBezTo>
                <a:cubicBezTo>
                  <a:pt x="8662639" y="2850106"/>
                  <a:pt x="8680134" y="2867601"/>
                  <a:pt x="8701715" y="2867601"/>
                </a:cubicBezTo>
                <a:close/>
                <a:moveTo>
                  <a:pt x="193983" y="2867601"/>
                </a:moveTo>
                <a:cubicBezTo>
                  <a:pt x="215564" y="2867601"/>
                  <a:pt x="233059" y="2850106"/>
                  <a:pt x="233059" y="2828525"/>
                </a:cubicBezTo>
                <a:cubicBezTo>
                  <a:pt x="233059" y="2806944"/>
                  <a:pt x="215564" y="2789449"/>
                  <a:pt x="193983" y="2789449"/>
                </a:cubicBezTo>
                <a:cubicBezTo>
                  <a:pt x="172402" y="2789449"/>
                  <a:pt x="154907" y="2806944"/>
                  <a:pt x="154907" y="2828525"/>
                </a:cubicBezTo>
                <a:cubicBezTo>
                  <a:pt x="154907" y="2850106"/>
                  <a:pt x="172402" y="2867601"/>
                  <a:pt x="193983" y="2867601"/>
                </a:cubicBezTo>
                <a:close/>
                <a:moveTo>
                  <a:pt x="189516" y="3386337"/>
                </a:moveTo>
                <a:cubicBezTo>
                  <a:pt x="209950" y="3386337"/>
                  <a:pt x="227482" y="3373913"/>
                  <a:pt x="234971" y="3356207"/>
                </a:cubicBezTo>
                <a:lnTo>
                  <a:pt x="237148" y="3349195"/>
                </a:lnTo>
                <a:lnTo>
                  <a:pt x="241108" y="3352463"/>
                </a:lnTo>
                <a:cubicBezTo>
                  <a:pt x="248981" y="3357781"/>
                  <a:pt x="258473" y="3360888"/>
                  <a:pt x="268690" y="3360888"/>
                </a:cubicBezTo>
                <a:cubicBezTo>
                  <a:pt x="295935" y="3360888"/>
                  <a:pt x="318021" y="3338801"/>
                  <a:pt x="318021" y="3311556"/>
                </a:cubicBezTo>
                <a:cubicBezTo>
                  <a:pt x="318021" y="3308150"/>
                  <a:pt x="317676" y="3304825"/>
                  <a:pt x="317019" y="3301613"/>
                </a:cubicBezTo>
                <a:lnTo>
                  <a:pt x="314245" y="3292676"/>
                </a:lnTo>
                <a:lnTo>
                  <a:pt x="317702" y="3293024"/>
                </a:lnTo>
                <a:cubicBezTo>
                  <a:pt x="344947" y="3293024"/>
                  <a:pt x="367034" y="3270938"/>
                  <a:pt x="367034" y="3243692"/>
                </a:cubicBezTo>
                <a:cubicBezTo>
                  <a:pt x="367034" y="3230070"/>
                  <a:pt x="361512" y="3217737"/>
                  <a:pt x="352585" y="3208809"/>
                </a:cubicBezTo>
                <a:lnTo>
                  <a:pt x="345741" y="3203163"/>
                </a:lnTo>
                <a:lnTo>
                  <a:pt x="352585" y="3197516"/>
                </a:lnTo>
                <a:cubicBezTo>
                  <a:pt x="361512" y="3188588"/>
                  <a:pt x="367034" y="3176256"/>
                  <a:pt x="367034" y="3162633"/>
                </a:cubicBezTo>
                <a:cubicBezTo>
                  <a:pt x="367034" y="3135388"/>
                  <a:pt x="344947" y="3113301"/>
                  <a:pt x="317702" y="3113301"/>
                </a:cubicBezTo>
                <a:lnTo>
                  <a:pt x="314245" y="3113650"/>
                </a:lnTo>
                <a:lnTo>
                  <a:pt x="317019" y="3104711"/>
                </a:lnTo>
                <a:cubicBezTo>
                  <a:pt x="317676" y="3101500"/>
                  <a:pt x="318021" y="3098175"/>
                  <a:pt x="318021" y="3094769"/>
                </a:cubicBezTo>
                <a:cubicBezTo>
                  <a:pt x="318021" y="3067524"/>
                  <a:pt x="295935" y="3045437"/>
                  <a:pt x="268690" y="3045437"/>
                </a:cubicBezTo>
                <a:cubicBezTo>
                  <a:pt x="258473" y="3045437"/>
                  <a:pt x="248981" y="3048543"/>
                  <a:pt x="241108" y="3053863"/>
                </a:cubicBezTo>
                <a:lnTo>
                  <a:pt x="237148" y="3057130"/>
                </a:lnTo>
                <a:lnTo>
                  <a:pt x="234971" y="3050118"/>
                </a:lnTo>
                <a:cubicBezTo>
                  <a:pt x="227482" y="3032412"/>
                  <a:pt x="209950" y="3019989"/>
                  <a:pt x="189516" y="3019989"/>
                </a:cubicBezTo>
                <a:cubicBezTo>
                  <a:pt x="169082" y="3019989"/>
                  <a:pt x="151550" y="3032412"/>
                  <a:pt x="144061" y="3050118"/>
                </a:cubicBezTo>
                <a:lnTo>
                  <a:pt x="142081" y="3056498"/>
                </a:lnTo>
                <a:lnTo>
                  <a:pt x="138887" y="3053863"/>
                </a:lnTo>
                <a:cubicBezTo>
                  <a:pt x="131013" y="3048543"/>
                  <a:pt x="121522" y="3045437"/>
                  <a:pt x="111305" y="3045437"/>
                </a:cubicBezTo>
                <a:cubicBezTo>
                  <a:pt x="84060" y="3045437"/>
                  <a:pt x="61973" y="3067524"/>
                  <a:pt x="61973" y="3094769"/>
                </a:cubicBezTo>
                <a:cubicBezTo>
                  <a:pt x="61973" y="3099878"/>
                  <a:pt x="62750" y="3104805"/>
                  <a:pt x="64191" y="3109439"/>
                </a:cubicBezTo>
                <a:lnTo>
                  <a:pt x="66239" y="3113699"/>
                </a:lnTo>
                <a:lnTo>
                  <a:pt x="62293" y="3113301"/>
                </a:lnTo>
                <a:cubicBezTo>
                  <a:pt x="35047" y="3113301"/>
                  <a:pt x="12961" y="3135388"/>
                  <a:pt x="12961" y="3162633"/>
                </a:cubicBezTo>
                <a:cubicBezTo>
                  <a:pt x="12961" y="3176255"/>
                  <a:pt x="18483" y="3188588"/>
                  <a:pt x="27410" y="3197516"/>
                </a:cubicBezTo>
                <a:lnTo>
                  <a:pt x="34254" y="3203163"/>
                </a:lnTo>
                <a:lnTo>
                  <a:pt x="27410" y="3208809"/>
                </a:lnTo>
                <a:cubicBezTo>
                  <a:pt x="18483" y="3217736"/>
                  <a:pt x="12961" y="3230070"/>
                  <a:pt x="12961" y="3243692"/>
                </a:cubicBezTo>
                <a:cubicBezTo>
                  <a:pt x="12961" y="3270937"/>
                  <a:pt x="35047" y="3293024"/>
                  <a:pt x="62293" y="3293024"/>
                </a:cubicBezTo>
                <a:lnTo>
                  <a:pt x="65750" y="3292675"/>
                </a:lnTo>
                <a:lnTo>
                  <a:pt x="62975" y="3301614"/>
                </a:lnTo>
                <a:cubicBezTo>
                  <a:pt x="62318" y="3304825"/>
                  <a:pt x="61973" y="3308150"/>
                  <a:pt x="61973" y="3311556"/>
                </a:cubicBezTo>
                <a:cubicBezTo>
                  <a:pt x="61973" y="3338801"/>
                  <a:pt x="84060" y="3360888"/>
                  <a:pt x="111305" y="3360888"/>
                </a:cubicBezTo>
                <a:cubicBezTo>
                  <a:pt x="121522" y="3360888"/>
                  <a:pt x="131013" y="3357781"/>
                  <a:pt x="138887" y="3352463"/>
                </a:cubicBezTo>
                <a:lnTo>
                  <a:pt x="142081" y="3349827"/>
                </a:lnTo>
                <a:lnTo>
                  <a:pt x="144061" y="3356207"/>
                </a:lnTo>
                <a:cubicBezTo>
                  <a:pt x="151550" y="3373913"/>
                  <a:pt x="169082" y="3386337"/>
                  <a:pt x="189516" y="3386337"/>
                </a:cubicBezTo>
                <a:close/>
                <a:moveTo>
                  <a:pt x="8697248" y="3386338"/>
                </a:moveTo>
                <a:cubicBezTo>
                  <a:pt x="8717682" y="3386338"/>
                  <a:pt x="8735214" y="3373914"/>
                  <a:pt x="8742703" y="3356208"/>
                </a:cubicBezTo>
                <a:lnTo>
                  <a:pt x="8744879" y="3349196"/>
                </a:lnTo>
                <a:lnTo>
                  <a:pt x="8748840" y="3352464"/>
                </a:lnTo>
                <a:cubicBezTo>
                  <a:pt x="8756713" y="3357783"/>
                  <a:pt x="8766204" y="3360889"/>
                  <a:pt x="8776421" y="3360889"/>
                </a:cubicBezTo>
                <a:cubicBezTo>
                  <a:pt x="8803667" y="3360889"/>
                  <a:pt x="8825753" y="3338802"/>
                  <a:pt x="8825753" y="3311557"/>
                </a:cubicBezTo>
                <a:cubicBezTo>
                  <a:pt x="8825753" y="3308151"/>
                  <a:pt x="8825408" y="3304826"/>
                  <a:pt x="8824751" y="3301615"/>
                </a:cubicBezTo>
                <a:lnTo>
                  <a:pt x="8821976" y="3292677"/>
                </a:lnTo>
                <a:lnTo>
                  <a:pt x="8825434" y="3293025"/>
                </a:lnTo>
                <a:cubicBezTo>
                  <a:pt x="8852679" y="3293025"/>
                  <a:pt x="8874765" y="3270939"/>
                  <a:pt x="8874765" y="3243693"/>
                </a:cubicBezTo>
                <a:cubicBezTo>
                  <a:pt x="8874765" y="3230071"/>
                  <a:pt x="8869244" y="3217738"/>
                  <a:pt x="8860317" y="3208810"/>
                </a:cubicBezTo>
                <a:lnTo>
                  <a:pt x="8853473" y="3203164"/>
                </a:lnTo>
                <a:lnTo>
                  <a:pt x="8860317" y="3197517"/>
                </a:lnTo>
                <a:cubicBezTo>
                  <a:pt x="8869244" y="3188590"/>
                  <a:pt x="8874765" y="3176257"/>
                  <a:pt x="8874765" y="3162634"/>
                </a:cubicBezTo>
                <a:cubicBezTo>
                  <a:pt x="8874765" y="3135389"/>
                  <a:pt x="8852679" y="3113302"/>
                  <a:pt x="8825434" y="3113302"/>
                </a:cubicBezTo>
                <a:lnTo>
                  <a:pt x="8821976" y="3113651"/>
                </a:lnTo>
                <a:lnTo>
                  <a:pt x="8824751" y="3104713"/>
                </a:lnTo>
                <a:cubicBezTo>
                  <a:pt x="8825408" y="3101501"/>
                  <a:pt x="8825753" y="3098176"/>
                  <a:pt x="8825753" y="3094771"/>
                </a:cubicBezTo>
                <a:cubicBezTo>
                  <a:pt x="8825753" y="3067526"/>
                  <a:pt x="8803667" y="3045439"/>
                  <a:pt x="8776421" y="3045439"/>
                </a:cubicBezTo>
                <a:cubicBezTo>
                  <a:pt x="8766204" y="3045439"/>
                  <a:pt x="8756713" y="3048545"/>
                  <a:pt x="8748840" y="3053864"/>
                </a:cubicBezTo>
                <a:lnTo>
                  <a:pt x="8744879" y="3057131"/>
                </a:lnTo>
                <a:lnTo>
                  <a:pt x="8742703" y="3050119"/>
                </a:lnTo>
                <a:cubicBezTo>
                  <a:pt x="8735214" y="3032413"/>
                  <a:pt x="8717682" y="3019990"/>
                  <a:pt x="8697248" y="3019990"/>
                </a:cubicBezTo>
                <a:cubicBezTo>
                  <a:pt x="8676814" y="3019990"/>
                  <a:pt x="8659282" y="3032413"/>
                  <a:pt x="8651793" y="3050119"/>
                </a:cubicBezTo>
                <a:lnTo>
                  <a:pt x="8649812" y="3056499"/>
                </a:lnTo>
                <a:lnTo>
                  <a:pt x="8646618" y="3053864"/>
                </a:lnTo>
                <a:cubicBezTo>
                  <a:pt x="8638745" y="3048545"/>
                  <a:pt x="8629253" y="3045439"/>
                  <a:pt x="8619037" y="3045439"/>
                </a:cubicBezTo>
                <a:cubicBezTo>
                  <a:pt x="8591791" y="3045439"/>
                  <a:pt x="8569705" y="3067526"/>
                  <a:pt x="8569705" y="3094771"/>
                </a:cubicBezTo>
                <a:cubicBezTo>
                  <a:pt x="8569705" y="3099879"/>
                  <a:pt x="8570481" y="3104806"/>
                  <a:pt x="8571923" y="3109440"/>
                </a:cubicBezTo>
                <a:lnTo>
                  <a:pt x="8573970" y="3113700"/>
                </a:lnTo>
                <a:lnTo>
                  <a:pt x="8570024" y="3113302"/>
                </a:lnTo>
                <a:cubicBezTo>
                  <a:pt x="8542779" y="3113302"/>
                  <a:pt x="8520693" y="3135389"/>
                  <a:pt x="8520693" y="3162634"/>
                </a:cubicBezTo>
                <a:cubicBezTo>
                  <a:pt x="8520693" y="3176257"/>
                  <a:pt x="8526214" y="3188589"/>
                  <a:pt x="8535141" y="3197517"/>
                </a:cubicBezTo>
                <a:lnTo>
                  <a:pt x="8541985" y="3203164"/>
                </a:lnTo>
                <a:lnTo>
                  <a:pt x="8535141" y="3208810"/>
                </a:lnTo>
                <a:cubicBezTo>
                  <a:pt x="8526214" y="3217738"/>
                  <a:pt x="8520693" y="3230071"/>
                  <a:pt x="8520693" y="3243693"/>
                </a:cubicBezTo>
                <a:cubicBezTo>
                  <a:pt x="8520693" y="3270938"/>
                  <a:pt x="8542779" y="3293025"/>
                  <a:pt x="8570024" y="3293025"/>
                </a:cubicBezTo>
                <a:lnTo>
                  <a:pt x="8573482" y="3292677"/>
                </a:lnTo>
                <a:lnTo>
                  <a:pt x="8570707" y="3301615"/>
                </a:lnTo>
                <a:cubicBezTo>
                  <a:pt x="8570050" y="3304826"/>
                  <a:pt x="8569705" y="3308151"/>
                  <a:pt x="8569705" y="3311557"/>
                </a:cubicBezTo>
                <a:cubicBezTo>
                  <a:pt x="8569705" y="3338802"/>
                  <a:pt x="8591791" y="3360889"/>
                  <a:pt x="8619037" y="3360889"/>
                </a:cubicBezTo>
                <a:cubicBezTo>
                  <a:pt x="8629253" y="3360889"/>
                  <a:pt x="8638745" y="3357783"/>
                  <a:pt x="8646618" y="3352464"/>
                </a:cubicBezTo>
                <a:lnTo>
                  <a:pt x="8649812" y="3349828"/>
                </a:lnTo>
                <a:lnTo>
                  <a:pt x="8651793" y="3356208"/>
                </a:lnTo>
                <a:cubicBezTo>
                  <a:pt x="8659282" y="3373914"/>
                  <a:pt x="8676814" y="3386338"/>
                  <a:pt x="8697248" y="3386338"/>
                </a:cubicBezTo>
                <a:close/>
                <a:moveTo>
                  <a:pt x="193984" y="3616878"/>
                </a:moveTo>
                <a:cubicBezTo>
                  <a:pt x="215565" y="3616878"/>
                  <a:pt x="233060" y="3599383"/>
                  <a:pt x="233060" y="3577801"/>
                </a:cubicBezTo>
                <a:cubicBezTo>
                  <a:pt x="233060" y="3556220"/>
                  <a:pt x="215565" y="3538725"/>
                  <a:pt x="193984" y="3538725"/>
                </a:cubicBezTo>
                <a:cubicBezTo>
                  <a:pt x="172403" y="3538725"/>
                  <a:pt x="154908" y="3556220"/>
                  <a:pt x="154908" y="3577801"/>
                </a:cubicBezTo>
                <a:cubicBezTo>
                  <a:pt x="154908" y="3599383"/>
                  <a:pt x="172403" y="3616878"/>
                  <a:pt x="193984" y="3616878"/>
                </a:cubicBezTo>
                <a:close/>
                <a:moveTo>
                  <a:pt x="8701715" y="3616879"/>
                </a:moveTo>
                <a:cubicBezTo>
                  <a:pt x="8723296" y="3616879"/>
                  <a:pt x="8740791" y="3599384"/>
                  <a:pt x="8740791" y="3577803"/>
                </a:cubicBezTo>
                <a:cubicBezTo>
                  <a:pt x="8740791" y="3556222"/>
                  <a:pt x="8723296" y="3538727"/>
                  <a:pt x="8701715" y="3538727"/>
                </a:cubicBezTo>
                <a:cubicBezTo>
                  <a:pt x="8680134" y="3538727"/>
                  <a:pt x="8662639" y="3556222"/>
                  <a:pt x="8662639" y="3577803"/>
                </a:cubicBezTo>
                <a:cubicBezTo>
                  <a:pt x="8662639" y="3599384"/>
                  <a:pt x="8680134" y="3616879"/>
                  <a:pt x="8701715" y="3616879"/>
                </a:cubicBezTo>
                <a:close/>
                <a:moveTo>
                  <a:pt x="189516" y="4135616"/>
                </a:moveTo>
                <a:cubicBezTo>
                  <a:pt x="209950" y="4135616"/>
                  <a:pt x="227482" y="4123192"/>
                  <a:pt x="234971" y="4105486"/>
                </a:cubicBezTo>
                <a:lnTo>
                  <a:pt x="237148" y="4098474"/>
                </a:lnTo>
                <a:lnTo>
                  <a:pt x="241108" y="4101742"/>
                </a:lnTo>
                <a:cubicBezTo>
                  <a:pt x="248982" y="4107061"/>
                  <a:pt x="258473" y="4110167"/>
                  <a:pt x="268690" y="4110167"/>
                </a:cubicBezTo>
                <a:cubicBezTo>
                  <a:pt x="295935" y="4110167"/>
                  <a:pt x="318022" y="4088080"/>
                  <a:pt x="318022" y="4060835"/>
                </a:cubicBezTo>
                <a:cubicBezTo>
                  <a:pt x="318022" y="4057430"/>
                  <a:pt x="317676" y="4054104"/>
                  <a:pt x="317019" y="4050893"/>
                </a:cubicBezTo>
                <a:lnTo>
                  <a:pt x="314245" y="4041955"/>
                </a:lnTo>
                <a:lnTo>
                  <a:pt x="317702" y="4042303"/>
                </a:lnTo>
                <a:cubicBezTo>
                  <a:pt x="344947" y="4042303"/>
                  <a:pt x="367034" y="4020217"/>
                  <a:pt x="367034" y="3992972"/>
                </a:cubicBezTo>
                <a:cubicBezTo>
                  <a:pt x="367034" y="3979349"/>
                  <a:pt x="361512" y="3967016"/>
                  <a:pt x="352585" y="3958088"/>
                </a:cubicBezTo>
                <a:lnTo>
                  <a:pt x="345741" y="3952441"/>
                </a:lnTo>
                <a:lnTo>
                  <a:pt x="352585" y="3946795"/>
                </a:lnTo>
                <a:cubicBezTo>
                  <a:pt x="361512" y="3937867"/>
                  <a:pt x="367034" y="3925534"/>
                  <a:pt x="367034" y="3911912"/>
                </a:cubicBezTo>
                <a:cubicBezTo>
                  <a:pt x="367034" y="3884667"/>
                  <a:pt x="344947" y="3862580"/>
                  <a:pt x="317702" y="3862580"/>
                </a:cubicBezTo>
                <a:lnTo>
                  <a:pt x="314245" y="3862929"/>
                </a:lnTo>
                <a:lnTo>
                  <a:pt x="317019" y="3853990"/>
                </a:lnTo>
                <a:cubicBezTo>
                  <a:pt x="317676" y="3850779"/>
                  <a:pt x="318022" y="3847454"/>
                  <a:pt x="318022" y="3844048"/>
                </a:cubicBezTo>
                <a:cubicBezTo>
                  <a:pt x="318022" y="3816803"/>
                  <a:pt x="295935" y="3794716"/>
                  <a:pt x="268690" y="3794716"/>
                </a:cubicBezTo>
                <a:cubicBezTo>
                  <a:pt x="258473" y="3794716"/>
                  <a:pt x="248982" y="3797822"/>
                  <a:pt x="241108" y="3803142"/>
                </a:cubicBezTo>
                <a:lnTo>
                  <a:pt x="237148" y="3806409"/>
                </a:lnTo>
                <a:lnTo>
                  <a:pt x="234971" y="3799397"/>
                </a:lnTo>
                <a:cubicBezTo>
                  <a:pt x="227482" y="3781691"/>
                  <a:pt x="209950" y="3769267"/>
                  <a:pt x="189516" y="3769267"/>
                </a:cubicBezTo>
                <a:cubicBezTo>
                  <a:pt x="169082" y="3769267"/>
                  <a:pt x="151550" y="3781691"/>
                  <a:pt x="144061" y="3799397"/>
                </a:cubicBezTo>
                <a:lnTo>
                  <a:pt x="142081" y="3805777"/>
                </a:lnTo>
                <a:lnTo>
                  <a:pt x="138887" y="3803142"/>
                </a:lnTo>
                <a:cubicBezTo>
                  <a:pt x="131013" y="3797822"/>
                  <a:pt x="121522" y="3794716"/>
                  <a:pt x="111305" y="3794716"/>
                </a:cubicBezTo>
                <a:cubicBezTo>
                  <a:pt x="84060" y="3794716"/>
                  <a:pt x="61973" y="3816803"/>
                  <a:pt x="61973" y="3844048"/>
                </a:cubicBezTo>
                <a:cubicBezTo>
                  <a:pt x="61973" y="3849157"/>
                  <a:pt x="62750" y="3854084"/>
                  <a:pt x="64191" y="3858718"/>
                </a:cubicBezTo>
                <a:lnTo>
                  <a:pt x="66239" y="3862978"/>
                </a:lnTo>
                <a:lnTo>
                  <a:pt x="62293" y="3862580"/>
                </a:lnTo>
                <a:cubicBezTo>
                  <a:pt x="35048" y="3862580"/>
                  <a:pt x="12961" y="3884666"/>
                  <a:pt x="12961" y="3911912"/>
                </a:cubicBezTo>
                <a:cubicBezTo>
                  <a:pt x="12961" y="3925534"/>
                  <a:pt x="18483" y="3937867"/>
                  <a:pt x="27410" y="3946795"/>
                </a:cubicBezTo>
                <a:lnTo>
                  <a:pt x="34254" y="3952441"/>
                </a:lnTo>
                <a:lnTo>
                  <a:pt x="27410" y="3958088"/>
                </a:lnTo>
                <a:cubicBezTo>
                  <a:pt x="18483" y="3967016"/>
                  <a:pt x="12961" y="3979348"/>
                  <a:pt x="12961" y="3992971"/>
                </a:cubicBezTo>
                <a:cubicBezTo>
                  <a:pt x="12961" y="4020217"/>
                  <a:pt x="35048" y="4042303"/>
                  <a:pt x="62293" y="4042303"/>
                </a:cubicBezTo>
                <a:lnTo>
                  <a:pt x="65750" y="4041955"/>
                </a:lnTo>
                <a:lnTo>
                  <a:pt x="62976" y="4050893"/>
                </a:lnTo>
                <a:cubicBezTo>
                  <a:pt x="62318" y="4054104"/>
                  <a:pt x="61973" y="4057430"/>
                  <a:pt x="61973" y="4060835"/>
                </a:cubicBezTo>
                <a:cubicBezTo>
                  <a:pt x="61973" y="4088080"/>
                  <a:pt x="84060" y="4110167"/>
                  <a:pt x="111305" y="4110167"/>
                </a:cubicBezTo>
                <a:cubicBezTo>
                  <a:pt x="121522" y="4110167"/>
                  <a:pt x="131013" y="4107061"/>
                  <a:pt x="138887" y="4101742"/>
                </a:cubicBezTo>
                <a:lnTo>
                  <a:pt x="142081" y="4099107"/>
                </a:lnTo>
                <a:lnTo>
                  <a:pt x="144061" y="4105486"/>
                </a:lnTo>
                <a:cubicBezTo>
                  <a:pt x="151550" y="4123192"/>
                  <a:pt x="169082" y="4135616"/>
                  <a:pt x="189516" y="4135616"/>
                </a:cubicBezTo>
                <a:close/>
                <a:moveTo>
                  <a:pt x="8697248" y="4135617"/>
                </a:moveTo>
                <a:cubicBezTo>
                  <a:pt x="8717682" y="4135617"/>
                  <a:pt x="8735214" y="4123193"/>
                  <a:pt x="8742703" y="4105487"/>
                </a:cubicBezTo>
                <a:lnTo>
                  <a:pt x="8744879" y="4098475"/>
                </a:lnTo>
                <a:lnTo>
                  <a:pt x="8748840" y="4101743"/>
                </a:lnTo>
                <a:cubicBezTo>
                  <a:pt x="8756713" y="4107062"/>
                  <a:pt x="8766204" y="4110168"/>
                  <a:pt x="8776421" y="4110168"/>
                </a:cubicBezTo>
                <a:cubicBezTo>
                  <a:pt x="8803667" y="4110168"/>
                  <a:pt x="8825753" y="4088081"/>
                  <a:pt x="8825753" y="4060836"/>
                </a:cubicBezTo>
                <a:cubicBezTo>
                  <a:pt x="8825753" y="4057430"/>
                  <a:pt x="8825408" y="4054105"/>
                  <a:pt x="8824751" y="4050894"/>
                </a:cubicBezTo>
                <a:lnTo>
                  <a:pt x="8821976" y="4041956"/>
                </a:lnTo>
                <a:lnTo>
                  <a:pt x="8825434" y="4042305"/>
                </a:lnTo>
                <a:cubicBezTo>
                  <a:pt x="8852679" y="4042305"/>
                  <a:pt x="8874765" y="4020218"/>
                  <a:pt x="8874765" y="3992973"/>
                </a:cubicBezTo>
                <a:cubicBezTo>
                  <a:pt x="8874765" y="3979350"/>
                  <a:pt x="8869244" y="3967017"/>
                  <a:pt x="8860317" y="3958090"/>
                </a:cubicBezTo>
                <a:lnTo>
                  <a:pt x="8853473" y="3952443"/>
                </a:lnTo>
                <a:lnTo>
                  <a:pt x="8860317" y="3946796"/>
                </a:lnTo>
                <a:cubicBezTo>
                  <a:pt x="8869244" y="3937868"/>
                  <a:pt x="8874765" y="3925535"/>
                  <a:pt x="8874765" y="3911913"/>
                </a:cubicBezTo>
                <a:cubicBezTo>
                  <a:pt x="8874765" y="3884668"/>
                  <a:pt x="8852679" y="3862581"/>
                  <a:pt x="8825434" y="3862581"/>
                </a:cubicBezTo>
                <a:lnTo>
                  <a:pt x="8821976" y="3862929"/>
                </a:lnTo>
                <a:lnTo>
                  <a:pt x="8824751" y="3853991"/>
                </a:lnTo>
                <a:cubicBezTo>
                  <a:pt x="8825408" y="3850780"/>
                  <a:pt x="8825753" y="3847455"/>
                  <a:pt x="8825753" y="3844049"/>
                </a:cubicBezTo>
                <a:cubicBezTo>
                  <a:pt x="8825753" y="3816804"/>
                  <a:pt x="8803667" y="3794717"/>
                  <a:pt x="8776421" y="3794717"/>
                </a:cubicBezTo>
                <a:cubicBezTo>
                  <a:pt x="8766204" y="3794717"/>
                  <a:pt x="8756713" y="3797824"/>
                  <a:pt x="8748840" y="3803142"/>
                </a:cubicBezTo>
                <a:lnTo>
                  <a:pt x="8744879" y="3806410"/>
                </a:lnTo>
                <a:lnTo>
                  <a:pt x="8742703" y="3799398"/>
                </a:lnTo>
                <a:cubicBezTo>
                  <a:pt x="8735214" y="3781692"/>
                  <a:pt x="8717682" y="3769268"/>
                  <a:pt x="8697248" y="3769268"/>
                </a:cubicBezTo>
                <a:cubicBezTo>
                  <a:pt x="8676814" y="3769268"/>
                  <a:pt x="8659282" y="3781692"/>
                  <a:pt x="8651793" y="3799398"/>
                </a:cubicBezTo>
                <a:lnTo>
                  <a:pt x="8649812" y="3805778"/>
                </a:lnTo>
                <a:lnTo>
                  <a:pt x="8646618" y="3803142"/>
                </a:lnTo>
                <a:cubicBezTo>
                  <a:pt x="8638745" y="3797824"/>
                  <a:pt x="8629253" y="3794717"/>
                  <a:pt x="8619037" y="3794717"/>
                </a:cubicBezTo>
                <a:cubicBezTo>
                  <a:pt x="8591791" y="3794717"/>
                  <a:pt x="8569705" y="3816804"/>
                  <a:pt x="8569705" y="3844049"/>
                </a:cubicBezTo>
                <a:cubicBezTo>
                  <a:pt x="8569705" y="3849158"/>
                  <a:pt x="8570481" y="3854085"/>
                  <a:pt x="8571923" y="3858719"/>
                </a:cubicBezTo>
                <a:lnTo>
                  <a:pt x="8573970" y="3862978"/>
                </a:lnTo>
                <a:lnTo>
                  <a:pt x="8570024" y="3862581"/>
                </a:lnTo>
                <a:cubicBezTo>
                  <a:pt x="8542779" y="3862581"/>
                  <a:pt x="8520693" y="3884668"/>
                  <a:pt x="8520693" y="3911913"/>
                </a:cubicBezTo>
                <a:cubicBezTo>
                  <a:pt x="8520693" y="3925535"/>
                  <a:pt x="8526214" y="3937868"/>
                  <a:pt x="8535141" y="3946796"/>
                </a:cubicBezTo>
                <a:lnTo>
                  <a:pt x="8541985" y="3952442"/>
                </a:lnTo>
                <a:lnTo>
                  <a:pt x="8535141" y="3958089"/>
                </a:lnTo>
                <a:cubicBezTo>
                  <a:pt x="8526214" y="3967017"/>
                  <a:pt x="8520693" y="3979350"/>
                  <a:pt x="8520693" y="3992972"/>
                </a:cubicBezTo>
                <a:cubicBezTo>
                  <a:pt x="8520693" y="4020218"/>
                  <a:pt x="8542779" y="4042304"/>
                  <a:pt x="8570024" y="4042304"/>
                </a:cubicBezTo>
                <a:lnTo>
                  <a:pt x="8573482" y="4041956"/>
                </a:lnTo>
                <a:lnTo>
                  <a:pt x="8570707" y="4050894"/>
                </a:lnTo>
                <a:cubicBezTo>
                  <a:pt x="8570050" y="4054105"/>
                  <a:pt x="8569705" y="4057430"/>
                  <a:pt x="8569705" y="4060836"/>
                </a:cubicBezTo>
                <a:cubicBezTo>
                  <a:pt x="8569705" y="4088081"/>
                  <a:pt x="8591791" y="4110168"/>
                  <a:pt x="8619037" y="4110168"/>
                </a:cubicBezTo>
                <a:cubicBezTo>
                  <a:pt x="8629253" y="4110168"/>
                  <a:pt x="8638745" y="4107062"/>
                  <a:pt x="8646618" y="4101743"/>
                </a:cubicBezTo>
                <a:lnTo>
                  <a:pt x="8649812" y="4099108"/>
                </a:lnTo>
                <a:lnTo>
                  <a:pt x="8651793" y="4105487"/>
                </a:lnTo>
                <a:cubicBezTo>
                  <a:pt x="8659282" y="4123193"/>
                  <a:pt x="8676814" y="4135617"/>
                  <a:pt x="8697248" y="4135617"/>
                </a:cubicBezTo>
                <a:close/>
                <a:moveTo>
                  <a:pt x="193984" y="4366159"/>
                </a:moveTo>
                <a:cubicBezTo>
                  <a:pt x="215565" y="4366159"/>
                  <a:pt x="233060" y="4348664"/>
                  <a:pt x="233060" y="4327083"/>
                </a:cubicBezTo>
                <a:cubicBezTo>
                  <a:pt x="233060" y="4305502"/>
                  <a:pt x="215565" y="4288007"/>
                  <a:pt x="193984" y="4288007"/>
                </a:cubicBezTo>
                <a:cubicBezTo>
                  <a:pt x="172403" y="4288007"/>
                  <a:pt x="154908" y="4305502"/>
                  <a:pt x="154908" y="4327083"/>
                </a:cubicBezTo>
                <a:cubicBezTo>
                  <a:pt x="154908" y="4348664"/>
                  <a:pt x="172403" y="4366159"/>
                  <a:pt x="193984" y="4366159"/>
                </a:cubicBezTo>
                <a:close/>
                <a:moveTo>
                  <a:pt x="8701715" y="4366159"/>
                </a:moveTo>
                <a:cubicBezTo>
                  <a:pt x="8723296" y="4366159"/>
                  <a:pt x="8740791" y="4348664"/>
                  <a:pt x="8740791" y="4327083"/>
                </a:cubicBezTo>
                <a:cubicBezTo>
                  <a:pt x="8740791" y="4305502"/>
                  <a:pt x="8723296" y="4288007"/>
                  <a:pt x="8701715" y="4288007"/>
                </a:cubicBezTo>
                <a:cubicBezTo>
                  <a:pt x="8680134" y="4288007"/>
                  <a:pt x="8662639" y="4305502"/>
                  <a:pt x="8662639" y="4327083"/>
                </a:cubicBezTo>
                <a:cubicBezTo>
                  <a:pt x="8662639" y="4348664"/>
                  <a:pt x="8680134" y="4366159"/>
                  <a:pt x="8701715" y="4366159"/>
                </a:cubicBezTo>
                <a:close/>
                <a:moveTo>
                  <a:pt x="8339566" y="4759756"/>
                </a:moveTo>
                <a:cubicBezTo>
                  <a:pt x="8361147" y="4759756"/>
                  <a:pt x="8378642" y="4742261"/>
                  <a:pt x="8378642" y="4720680"/>
                </a:cubicBezTo>
                <a:cubicBezTo>
                  <a:pt x="8378642" y="4699099"/>
                  <a:pt x="8361147" y="4681604"/>
                  <a:pt x="8339566" y="4681604"/>
                </a:cubicBezTo>
                <a:cubicBezTo>
                  <a:pt x="8317985" y="4681604"/>
                  <a:pt x="8300490" y="4699099"/>
                  <a:pt x="8300490" y="4720680"/>
                </a:cubicBezTo>
                <a:cubicBezTo>
                  <a:pt x="8300490" y="4742261"/>
                  <a:pt x="8317985" y="4759756"/>
                  <a:pt x="8339566" y="4759756"/>
                </a:cubicBezTo>
                <a:close/>
                <a:moveTo>
                  <a:pt x="7630314" y="4759756"/>
                </a:moveTo>
                <a:cubicBezTo>
                  <a:pt x="7651895" y="4759756"/>
                  <a:pt x="7669390" y="4742261"/>
                  <a:pt x="7669390" y="4720680"/>
                </a:cubicBezTo>
                <a:cubicBezTo>
                  <a:pt x="7669390" y="4699099"/>
                  <a:pt x="7651895" y="4681604"/>
                  <a:pt x="7630314" y="4681604"/>
                </a:cubicBezTo>
                <a:cubicBezTo>
                  <a:pt x="7608733" y="4681604"/>
                  <a:pt x="7591238" y="4699099"/>
                  <a:pt x="7591238" y="4720680"/>
                </a:cubicBezTo>
                <a:cubicBezTo>
                  <a:pt x="7591238" y="4742261"/>
                  <a:pt x="7608733" y="4759756"/>
                  <a:pt x="7630314" y="4759756"/>
                </a:cubicBezTo>
                <a:close/>
                <a:moveTo>
                  <a:pt x="6921062" y="4759756"/>
                </a:moveTo>
                <a:cubicBezTo>
                  <a:pt x="6942643" y="4759756"/>
                  <a:pt x="6960138" y="4742261"/>
                  <a:pt x="6960138" y="4720680"/>
                </a:cubicBezTo>
                <a:cubicBezTo>
                  <a:pt x="6960138" y="4699099"/>
                  <a:pt x="6942643" y="4681604"/>
                  <a:pt x="6921062" y="4681604"/>
                </a:cubicBezTo>
                <a:cubicBezTo>
                  <a:pt x="6899481" y="4681604"/>
                  <a:pt x="6881986" y="4699099"/>
                  <a:pt x="6881986" y="4720680"/>
                </a:cubicBezTo>
                <a:cubicBezTo>
                  <a:pt x="6881986" y="4742261"/>
                  <a:pt x="6899481" y="4759756"/>
                  <a:pt x="6921062" y="4759756"/>
                </a:cubicBezTo>
                <a:close/>
                <a:moveTo>
                  <a:pt x="6211810" y="4759756"/>
                </a:moveTo>
                <a:cubicBezTo>
                  <a:pt x="6233391" y="4759756"/>
                  <a:pt x="6250886" y="4742261"/>
                  <a:pt x="6250886" y="4720680"/>
                </a:cubicBezTo>
                <a:cubicBezTo>
                  <a:pt x="6250886" y="4699099"/>
                  <a:pt x="6233391" y="4681604"/>
                  <a:pt x="6211810" y="4681604"/>
                </a:cubicBezTo>
                <a:cubicBezTo>
                  <a:pt x="6190229" y="4681604"/>
                  <a:pt x="6172734" y="4699099"/>
                  <a:pt x="6172734" y="4720680"/>
                </a:cubicBezTo>
                <a:cubicBezTo>
                  <a:pt x="6172734" y="4742261"/>
                  <a:pt x="6190229" y="4759756"/>
                  <a:pt x="6211810" y="4759756"/>
                </a:cubicBezTo>
                <a:close/>
                <a:moveTo>
                  <a:pt x="5502558" y="4759756"/>
                </a:moveTo>
                <a:cubicBezTo>
                  <a:pt x="5524139" y="4759756"/>
                  <a:pt x="5541634" y="4742261"/>
                  <a:pt x="5541634" y="4720680"/>
                </a:cubicBezTo>
                <a:cubicBezTo>
                  <a:pt x="5541634" y="4699099"/>
                  <a:pt x="5524139" y="4681604"/>
                  <a:pt x="5502558" y="4681604"/>
                </a:cubicBezTo>
                <a:cubicBezTo>
                  <a:pt x="5480977" y="4681604"/>
                  <a:pt x="5463482" y="4699099"/>
                  <a:pt x="5463482" y="4720680"/>
                </a:cubicBezTo>
                <a:cubicBezTo>
                  <a:pt x="5463482" y="4742261"/>
                  <a:pt x="5480977" y="4759756"/>
                  <a:pt x="5502558" y="4759756"/>
                </a:cubicBezTo>
                <a:close/>
                <a:moveTo>
                  <a:pt x="4793306" y="4759756"/>
                </a:moveTo>
                <a:cubicBezTo>
                  <a:pt x="4814887" y="4759756"/>
                  <a:pt x="4832382" y="4742261"/>
                  <a:pt x="4832382" y="4720680"/>
                </a:cubicBezTo>
                <a:cubicBezTo>
                  <a:pt x="4832382" y="4699099"/>
                  <a:pt x="4814887" y="4681604"/>
                  <a:pt x="4793306" y="4681604"/>
                </a:cubicBezTo>
                <a:cubicBezTo>
                  <a:pt x="4771725" y="4681604"/>
                  <a:pt x="4754230" y="4699099"/>
                  <a:pt x="4754230" y="4720680"/>
                </a:cubicBezTo>
                <a:cubicBezTo>
                  <a:pt x="4754230" y="4742261"/>
                  <a:pt x="4771725" y="4759756"/>
                  <a:pt x="4793306" y="4759756"/>
                </a:cubicBezTo>
                <a:close/>
                <a:moveTo>
                  <a:pt x="4084054" y="4759756"/>
                </a:moveTo>
                <a:cubicBezTo>
                  <a:pt x="4105635" y="4759756"/>
                  <a:pt x="4123130" y="4742261"/>
                  <a:pt x="4123130" y="4720680"/>
                </a:cubicBezTo>
                <a:cubicBezTo>
                  <a:pt x="4123130" y="4699099"/>
                  <a:pt x="4105635" y="4681604"/>
                  <a:pt x="4084054" y="4681604"/>
                </a:cubicBezTo>
                <a:cubicBezTo>
                  <a:pt x="4062473" y="4681604"/>
                  <a:pt x="4044986" y="4699099"/>
                  <a:pt x="4044986" y="4720680"/>
                </a:cubicBezTo>
                <a:cubicBezTo>
                  <a:pt x="4044986" y="4742261"/>
                  <a:pt x="4062473" y="4759756"/>
                  <a:pt x="4084054" y="4759756"/>
                </a:cubicBezTo>
                <a:close/>
                <a:moveTo>
                  <a:pt x="3374809" y="4759756"/>
                </a:moveTo>
                <a:cubicBezTo>
                  <a:pt x="3396390" y="4759756"/>
                  <a:pt x="3413885" y="4742261"/>
                  <a:pt x="3413885" y="4720680"/>
                </a:cubicBezTo>
                <a:cubicBezTo>
                  <a:pt x="3413885" y="4699099"/>
                  <a:pt x="3396390" y="4681604"/>
                  <a:pt x="3374809" y="4681604"/>
                </a:cubicBezTo>
                <a:cubicBezTo>
                  <a:pt x="3353228" y="4681604"/>
                  <a:pt x="3335733" y="4699099"/>
                  <a:pt x="3335733" y="4720680"/>
                </a:cubicBezTo>
                <a:cubicBezTo>
                  <a:pt x="3335733" y="4742261"/>
                  <a:pt x="3353228" y="4759756"/>
                  <a:pt x="3374809" y="4759756"/>
                </a:cubicBezTo>
                <a:close/>
                <a:moveTo>
                  <a:pt x="2665558" y="4759756"/>
                </a:moveTo>
                <a:cubicBezTo>
                  <a:pt x="2687139" y="4759756"/>
                  <a:pt x="2704634" y="4742261"/>
                  <a:pt x="2704634" y="4720680"/>
                </a:cubicBezTo>
                <a:cubicBezTo>
                  <a:pt x="2704634" y="4699099"/>
                  <a:pt x="2687139" y="4681604"/>
                  <a:pt x="2665558" y="4681604"/>
                </a:cubicBezTo>
                <a:cubicBezTo>
                  <a:pt x="2643976" y="4681604"/>
                  <a:pt x="2626481" y="4699099"/>
                  <a:pt x="2626481" y="4720680"/>
                </a:cubicBezTo>
                <a:cubicBezTo>
                  <a:pt x="2626481" y="4742261"/>
                  <a:pt x="2643976" y="4759756"/>
                  <a:pt x="2665558" y="4759756"/>
                </a:cubicBezTo>
                <a:close/>
                <a:moveTo>
                  <a:pt x="1956307" y="4759756"/>
                </a:moveTo>
                <a:cubicBezTo>
                  <a:pt x="1977888" y="4759756"/>
                  <a:pt x="1995382" y="4742261"/>
                  <a:pt x="1995382" y="4720680"/>
                </a:cubicBezTo>
                <a:cubicBezTo>
                  <a:pt x="1995382" y="4699099"/>
                  <a:pt x="1977888" y="4681604"/>
                  <a:pt x="1956307" y="4681604"/>
                </a:cubicBezTo>
                <a:cubicBezTo>
                  <a:pt x="1934725" y="4681604"/>
                  <a:pt x="1917231" y="4699099"/>
                  <a:pt x="1917231" y="4720680"/>
                </a:cubicBezTo>
                <a:cubicBezTo>
                  <a:pt x="1917231" y="4742261"/>
                  <a:pt x="1934725" y="4759756"/>
                  <a:pt x="1956307" y="4759756"/>
                </a:cubicBezTo>
                <a:close/>
                <a:moveTo>
                  <a:pt x="1247054" y="4759756"/>
                </a:moveTo>
                <a:cubicBezTo>
                  <a:pt x="1268635" y="4759756"/>
                  <a:pt x="1286131" y="4742261"/>
                  <a:pt x="1286131" y="4720680"/>
                </a:cubicBezTo>
                <a:cubicBezTo>
                  <a:pt x="1286131" y="4699099"/>
                  <a:pt x="1268635" y="4681604"/>
                  <a:pt x="1247054" y="4681604"/>
                </a:cubicBezTo>
                <a:cubicBezTo>
                  <a:pt x="1225473" y="4681604"/>
                  <a:pt x="1207978" y="4699099"/>
                  <a:pt x="1207978" y="4720680"/>
                </a:cubicBezTo>
                <a:cubicBezTo>
                  <a:pt x="1207978" y="4742261"/>
                  <a:pt x="1225473" y="4759756"/>
                  <a:pt x="1247054" y="4759756"/>
                </a:cubicBezTo>
                <a:close/>
                <a:moveTo>
                  <a:pt x="537801" y="4759756"/>
                </a:moveTo>
                <a:cubicBezTo>
                  <a:pt x="559382" y="4759756"/>
                  <a:pt x="576878" y="4742261"/>
                  <a:pt x="576878" y="4720680"/>
                </a:cubicBezTo>
                <a:cubicBezTo>
                  <a:pt x="576878" y="4699099"/>
                  <a:pt x="559382" y="4681604"/>
                  <a:pt x="537801" y="4681604"/>
                </a:cubicBezTo>
                <a:cubicBezTo>
                  <a:pt x="516221" y="4681604"/>
                  <a:pt x="498725" y="4699099"/>
                  <a:pt x="498725" y="4720680"/>
                </a:cubicBezTo>
                <a:cubicBezTo>
                  <a:pt x="498725" y="4742261"/>
                  <a:pt x="516221" y="4759756"/>
                  <a:pt x="537801" y="4759756"/>
                </a:cubicBezTo>
                <a:close/>
                <a:moveTo>
                  <a:pt x="8653655" y="4893730"/>
                </a:moveTo>
                <a:cubicBezTo>
                  <a:pt x="8667278" y="4893730"/>
                  <a:pt x="8679611" y="4888208"/>
                  <a:pt x="8688538" y="4879281"/>
                </a:cubicBezTo>
                <a:lnTo>
                  <a:pt x="8694185" y="4872437"/>
                </a:lnTo>
                <a:lnTo>
                  <a:pt x="8699832" y="4879281"/>
                </a:lnTo>
                <a:cubicBezTo>
                  <a:pt x="8708759" y="4888208"/>
                  <a:pt x="8721092" y="4893730"/>
                  <a:pt x="8734715" y="4893730"/>
                </a:cubicBezTo>
                <a:cubicBezTo>
                  <a:pt x="8761960" y="4893730"/>
                  <a:pt x="8784046" y="4871643"/>
                  <a:pt x="8784046" y="4844398"/>
                </a:cubicBezTo>
                <a:lnTo>
                  <a:pt x="8783698" y="4840941"/>
                </a:lnTo>
                <a:lnTo>
                  <a:pt x="8792636" y="4843715"/>
                </a:lnTo>
                <a:cubicBezTo>
                  <a:pt x="8795848" y="4844372"/>
                  <a:pt x="8799173" y="4844717"/>
                  <a:pt x="8802578" y="4844717"/>
                </a:cubicBezTo>
                <a:cubicBezTo>
                  <a:pt x="8829823" y="4844717"/>
                  <a:pt x="8851910" y="4822631"/>
                  <a:pt x="8851910" y="4795386"/>
                </a:cubicBezTo>
                <a:cubicBezTo>
                  <a:pt x="8851910" y="4785169"/>
                  <a:pt x="8848804" y="4775677"/>
                  <a:pt x="8843485" y="4767804"/>
                </a:cubicBezTo>
                <a:lnTo>
                  <a:pt x="8840217" y="4763844"/>
                </a:lnTo>
                <a:lnTo>
                  <a:pt x="8847229" y="4761667"/>
                </a:lnTo>
                <a:cubicBezTo>
                  <a:pt x="8864935" y="4754178"/>
                  <a:pt x="8877359" y="4736646"/>
                  <a:pt x="8877359" y="4716212"/>
                </a:cubicBezTo>
                <a:cubicBezTo>
                  <a:pt x="8877359" y="4695778"/>
                  <a:pt x="8864935" y="4678246"/>
                  <a:pt x="8847229" y="4670757"/>
                </a:cubicBezTo>
                <a:lnTo>
                  <a:pt x="8840850" y="4668777"/>
                </a:lnTo>
                <a:lnTo>
                  <a:pt x="8843485" y="4665583"/>
                </a:lnTo>
                <a:cubicBezTo>
                  <a:pt x="8848804" y="4657709"/>
                  <a:pt x="8851910" y="4648218"/>
                  <a:pt x="8851910" y="4638001"/>
                </a:cubicBezTo>
                <a:cubicBezTo>
                  <a:pt x="8851910" y="4610756"/>
                  <a:pt x="8829823" y="4588669"/>
                  <a:pt x="8802578" y="4588669"/>
                </a:cubicBezTo>
                <a:cubicBezTo>
                  <a:pt x="8797470" y="4588669"/>
                  <a:pt x="8792543" y="4589446"/>
                  <a:pt x="8787908" y="4590887"/>
                </a:cubicBezTo>
                <a:lnTo>
                  <a:pt x="8783649" y="4592935"/>
                </a:lnTo>
                <a:lnTo>
                  <a:pt x="8784047" y="4588989"/>
                </a:lnTo>
                <a:cubicBezTo>
                  <a:pt x="8784047" y="4561743"/>
                  <a:pt x="8761960" y="4539657"/>
                  <a:pt x="8734715" y="4539657"/>
                </a:cubicBezTo>
                <a:cubicBezTo>
                  <a:pt x="8721092" y="4539657"/>
                  <a:pt x="8708759" y="4545179"/>
                  <a:pt x="8699832" y="4554106"/>
                </a:cubicBezTo>
                <a:lnTo>
                  <a:pt x="8694185" y="4560950"/>
                </a:lnTo>
                <a:lnTo>
                  <a:pt x="8688538" y="4554106"/>
                </a:lnTo>
                <a:cubicBezTo>
                  <a:pt x="8679611" y="4545179"/>
                  <a:pt x="8667278" y="4539657"/>
                  <a:pt x="8653655" y="4539657"/>
                </a:cubicBezTo>
                <a:cubicBezTo>
                  <a:pt x="8626410" y="4539657"/>
                  <a:pt x="8604324" y="4561743"/>
                  <a:pt x="8604324" y="4588989"/>
                </a:cubicBezTo>
                <a:lnTo>
                  <a:pt x="8604672" y="4592446"/>
                </a:lnTo>
                <a:lnTo>
                  <a:pt x="8595734" y="4589671"/>
                </a:lnTo>
                <a:cubicBezTo>
                  <a:pt x="8592523" y="4589014"/>
                  <a:pt x="8589198" y="4588669"/>
                  <a:pt x="8585792" y="4588669"/>
                </a:cubicBezTo>
                <a:cubicBezTo>
                  <a:pt x="8558547" y="4588669"/>
                  <a:pt x="8536460" y="4610756"/>
                  <a:pt x="8536460" y="4638001"/>
                </a:cubicBezTo>
                <a:cubicBezTo>
                  <a:pt x="8536460" y="4648218"/>
                  <a:pt x="8539566" y="4657709"/>
                  <a:pt x="8544885" y="4665583"/>
                </a:cubicBezTo>
                <a:lnTo>
                  <a:pt x="8547520" y="4668777"/>
                </a:lnTo>
                <a:lnTo>
                  <a:pt x="8541141" y="4670757"/>
                </a:lnTo>
                <a:cubicBezTo>
                  <a:pt x="8523435" y="4678246"/>
                  <a:pt x="8511011" y="4695778"/>
                  <a:pt x="8511011" y="4716212"/>
                </a:cubicBezTo>
                <a:cubicBezTo>
                  <a:pt x="8511011" y="4736646"/>
                  <a:pt x="8523435" y="4754178"/>
                  <a:pt x="8541141" y="4761667"/>
                </a:cubicBezTo>
                <a:lnTo>
                  <a:pt x="8548153" y="4763844"/>
                </a:lnTo>
                <a:lnTo>
                  <a:pt x="8544885" y="4767804"/>
                </a:lnTo>
                <a:cubicBezTo>
                  <a:pt x="8539566" y="4775677"/>
                  <a:pt x="8536460" y="4785169"/>
                  <a:pt x="8536460" y="4795386"/>
                </a:cubicBezTo>
                <a:cubicBezTo>
                  <a:pt x="8536460" y="4822631"/>
                  <a:pt x="8558547" y="4844717"/>
                  <a:pt x="8585792" y="4844717"/>
                </a:cubicBezTo>
                <a:cubicBezTo>
                  <a:pt x="8589198" y="4844717"/>
                  <a:pt x="8592523" y="4844372"/>
                  <a:pt x="8595734" y="4843715"/>
                </a:cubicBezTo>
                <a:lnTo>
                  <a:pt x="8604672" y="4840941"/>
                </a:lnTo>
                <a:lnTo>
                  <a:pt x="8604323" y="4844398"/>
                </a:lnTo>
                <a:cubicBezTo>
                  <a:pt x="8604323" y="4871643"/>
                  <a:pt x="8626410" y="4893730"/>
                  <a:pt x="8653655" y="4893730"/>
                </a:cubicBezTo>
                <a:close/>
                <a:moveTo>
                  <a:pt x="7944411" y="4893730"/>
                </a:moveTo>
                <a:cubicBezTo>
                  <a:pt x="7958033" y="4893730"/>
                  <a:pt x="7970366" y="4888208"/>
                  <a:pt x="7979293" y="4879281"/>
                </a:cubicBezTo>
                <a:lnTo>
                  <a:pt x="7984940" y="4872437"/>
                </a:lnTo>
                <a:lnTo>
                  <a:pt x="7990587" y="4879281"/>
                </a:lnTo>
                <a:cubicBezTo>
                  <a:pt x="7999514" y="4888208"/>
                  <a:pt x="8011847" y="4893730"/>
                  <a:pt x="8025470" y="4893730"/>
                </a:cubicBezTo>
                <a:cubicBezTo>
                  <a:pt x="8052715" y="4893730"/>
                  <a:pt x="8074802" y="4871643"/>
                  <a:pt x="8074802" y="4844398"/>
                </a:cubicBezTo>
                <a:lnTo>
                  <a:pt x="8074453" y="4840941"/>
                </a:lnTo>
                <a:lnTo>
                  <a:pt x="8083391" y="4843715"/>
                </a:lnTo>
                <a:cubicBezTo>
                  <a:pt x="8086603" y="4844372"/>
                  <a:pt x="8089928" y="4844717"/>
                  <a:pt x="8093333" y="4844717"/>
                </a:cubicBezTo>
                <a:cubicBezTo>
                  <a:pt x="8120579" y="4844717"/>
                  <a:pt x="8142665" y="4822631"/>
                  <a:pt x="8142665" y="4795386"/>
                </a:cubicBezTo>
                <a:cubicBezTo>
                  <a:pt x="8142665" y="4785169"/>
                  <a:pt x="8139559" y="4775677"/>
                  <a:pt x="8134240" y="4767804"/>
                </a:cubicBezTo>
                <a:lnTo>
                  <a:pt x="8130973" y="4763844"/>
                </a:lnTo>
                <a:lnTo>
                  <a:pt x="8137985" y="4761667"/>
                </a:lnTo>
                <a:cubicBezTo>
                  <a:pt x="8155691" y="4754178"/>
                  <a:pt x="8168114" y="4736646"/>
                  <a:pt x="8168114" y="4716212"/>
                </a:cubicBezTo>
                <a:cubicBezTo>
                  <a:pt x="8168114" y="4695778"/>
                  <a:pt x="8155691" y="4678246"/>
                  <a:pt x="8137985" y="4670757"/>
                </a:cubicBezTo>
                <a:lnTo>
                  <a:pt x="8131605" y="4668777"/>
                </a:lnTo>
                <a:lnTo>
                  <a:pt x="8134240" y="4665583"/>
                </a:lnTo>
                <a:cubicBezTo>
                  <a:pt x="8139559" y="4657709"/>
                  <a:pt x="8142665" y="4648218"/>
                  <a:pt x="8142665" y="4638001"/>
                </a:cubicBezTo>
                <a:cubicBezTo>
                  <a:pt x="8142665" y="4610756"/>
                  <a:pt x="8120579" y="4588669"/>
                  <a:pt x="8093333" y="4588669"/>
                </a:cubicBezTo>
                <a:cubicBezTo>
                  <a:pt x="8088225" y="4588669"/>
                  <a:pt x="8083298" y="4589446"/>
                  <a:pt x="8078664" y="4590887"/>
                </a:cubicBezTo>
                <a:lnTo>
                  <a:pt x="8074404" y="4592935"/>
                </a:lnTo>
                <a:lnTo>
                  <a:pt x="8074802" y="4588989"/>
                </a:lnTo>
                <a:cubicBezTo>
                  <a:pt x="8074802" y="4561743"/>
                  <a:pt x="8052715" y="4539657"/>
                  <a:pt x="8025470" y="4539657"/>
                </a:cubicBezTo>
                <a:cubicBezTo>
                  <a:pt x="8011847" y="4539657"/>
                  <a:pt x="7999515" y="4545179"/>
                  <a:pt x="7990587" y="4554106"/>
                </a:cubicBezTo>
                <a:lnTo>
                  <a:pt x="7984940" y="4560950"/>
                </a:lnTo>
                <a:lnTo>
                  <a:pt x="7979294" y="4554106"/>
                </a:lnTo>
                <a:cubicBezTo>
                  <a:pt x="7970366" y="4545179"/>
                  <a:pt x="7958033" y="4539657"/>
                  <a:pt x="7944411" y="4539657"/>
                </a:cubicBezTo>
                <a:cubicBezTo>
                  <a:pt x="7917165" y="4539657"/>
                  <a:pt x="7895079" y="4561743"/>
                  <a:pt x="7895079" y="4588989"/>
                </a:cubicBezTo>
                <a:lnTo>
                  <a:pt x="7895427" y="4592446"/>
                </a:lnTo>
                <a:lnTo>
                  <a:pt x="7886489" y="4589671"/>
                </a:lnTo>
                <a:cubicBezTo>
                  <a:pt x="7883278" y="4589014"/>
                  <a:pt x="7879953" y="4588669"/>
                  <a:pt x="7876547" y="4588669"/>
                </a:cubicBezTo>
                <a:cubicBezTo>
                  <a:pt x="7849302" y="4588669"/>
                  <a:pt x="7827215" y="4610756"/>
                  <a:pt x="7827215" y="4638001"/>
                </a:cubicBezTo>
                <a:cubicBezTo>
                  <a:pt x="7827215" y="4648218"/>
                  <a:pt x="7830321" y="4657709"/>
                  <a:pt x="7835640" y="4665583"/>
                </a:cubicBezTo>
                <a:lnTo>
                  <a:pt x="7838276" y="4668777"/>
                </a:lnTo>
                <a:lnTo>
                  <a:pt x="7831896" y="4670757"/>
                </a:lnTo>
                <a:cubicBezTo>
                  <a:pt x="7814190" y="4678246"/>
                  <a:pt x="7801766" y="4695778"/>
                  <a:pt x="7801766" y="4716212"/>
                </a:cubicBezTo>
                <a:cubicBezTo>
                  <a:pt x="7801766" y="4736646"/>
                  <a:pt x="7814190" y="4754178"/>
                  <a:pt x="7831896" y="4761667"/>
                </a:cubicBezTo>
                <a:lnTo>
                  <a:pt x="7838908" y="4763844"/>
                </a:lnTo>
                <a:lnTo>
                  <a:pt x="7835640" y="4767804"/>
                </a:lnTo>
                <a:cubicBezTo>
                  <a:pt x="7830321" y="4775677"/>
                  <a:pt x="7827215" y="4785169"/>
                  <a:pt x="7827215" y="4795386"/>
                </a:cubicBezTo>
                <a:cubicBezTo>
                  <a:pt x="7827215" y="4822631"/>
                  <a:pt x="7849302" y="4844717"/>
                  <a:pt x="7876547" y="4844717"/>
                </a:cubicBezTo>
                <a:cubicBezTo>
                  <a:pt x="7879953" y="4844717"/>
                  <a:pt x="7883278" y="4844372"/>
                  <a:pt x="7886489" y="4843715"/>
                </a:cubicBezTo>
                <a:lnTo>
                  <a:pt x="7895427" y="4840941"/>
                </a:lnTo>
                <a:lnTo>
                  <a:pt x="7895079" y="4844398"/>
                </a:lnTo>
                <a:cubicBezTo>
                  <a:pt x="7895079" y="4871643"/>
                  <a:pt x="7917165" y="4893730"/>
                  <a:pt x="7944411" y="4893730"/>
                </a:cubicBezTo>
                <a:close/>
                <a:moveTo>
                  <a:pt x="7235159" y="4893730"/>
                </a:moveTo>
                <a:cubicBezTo>
                  <a:pt x="7248781" y="4893730"/>
                  <a:pt x="7261114" y="4888208"/>
                  <a:pt x="7270041" y="4879281"/>
                </a:cubicBezTo>
                <a:lnTo>
                  <a:pt x="7275688" y="4872437"/>
                </a:lnTo>
                <a:lnTo>
                  <a:pt x="7281335" y="4879281"/>
                </a:lnTo>
                <a:cubicBezTo>
                  <a:pt x="7290262" y="4888208"/>
                  <a:pt x="7302595" y="4893730"/>
                  <a:pt x="7316218" y="4893730"/>
                </a:cubicBezTo>
                <a:cubicBezTo>
                  <a:pt x="7343463" y="4893730"/>
                  <a:pt x="7365550" y="4871643"/>
                  <a:pt x="7365550" y="4844398"/>
                </a:cubicBezTo>
                <a:lnTo>
                  <a:pt x="7365201" y="4840941"/>
                </a:lnTo>
                <a:lnTo>
                  <a:pt x="7374139" y="4843715"/>
                </a:lnTo>
                <a:cubicBezTo>
                  <a:pt x="7377351" y="4844372"/>
                  <a:pt x="7380676" y="4844717"/>
                  <a:pt x="7384081" y="4844717"/>
                </a:cubicBezTo>
                <a:cubicBezTo>
                  <a:pt x="7411327" y="4844717"/>
                  <a:pt x="7433413" y="4822631"/>
                  <a:pt x="7433413" y="4795386"/>
                </a:cubicBezTo>
                <a:cubicBezTo>
                  <a:pt x="7433413" y="4785169"/>
                  <a:pt x="7430307" y="4775677"/>
                  <a:pt x="7424988" y="4767804"/>
                </a:cubicBezTo>
                <a:lnTo>
                  <a:pt x="7421721" y="4763844"/>
                </a:lnTo>
                <a:lnTo>
                  <a:pt x="7428733" y="4761667"/>
                </a:lnTo>
                <a:cubicBezTo>
                  <a:pt x="7446439" y="4754178"/>
                  <a:pt x="7458862" y="4736646"/>
                  <a:pt x="7458862" y="4716212"/>
                </a:cubicBezTo>
                <a:cubicBezTo>
                  <a:pt x="7458862" y="4695778"/>
                  <a:pt x="7446439" y="4678246"/>
                  <a:pt x="7428733" y="4670757"/>
                </a:cubicBezTo>
                <a:lnTo>
                  <a:pt x="7422353" y="4668777"/>
                </a:lnTo>
                <a:lnTo>
                  <a:pt x="7424988" y="4665583"/>
                </a:lnTo>
                <a:cubicBezTo>
                  <a:pt x="7430307" y="4657709"/>
                  <a:pt x="7433413" y="4648218"/>
                  <a:pt x="7433413" y="4638001"/>
                </a:cubicBezTo>
                <a:cubicBezTo>
                  <a:pt x="7433413" y="4610756"/>
                  <a:pt x="7411327" y="4588669"/>
                  <a:pt x="7384081" y="4588669"/>
                </a:cubicBezTo>
                <a:cubicBezTo>
                  <a:pt x="7378973" y="4588669"/>
                  <a:pt x="7374046" y="4589446"/>
                  <a:pt x="7369412" y="4590887"/>
                </a:cubicBezTo>
                <a:lnTo>
                  <a:pt x="7365152" y="4592935"/>
                </a:lnTo>
                <a:lnTo>
                  <a:pt x="7365550" y="4588989"/>
                </a:lnTo>
                <a:cubicBezTo>
                  <a:pt x="7365550" y="4561743"/>
                  <a:pt x="7343463" y="4539657"/>
                  <a:pt x="7316218" y="4539657"/>
                </a:cubicBezTo>
                <a:cubicBezTo>
                  <a:pt x="7302595" y="4539657"/>
                  <a:pt x="7290263" y="4545179"/>
                  <a:pt x="7281335" y="4554106"/>
                </a:cubicBezTo>
                <a:lnTo>
                  <a:pt x="7275688" y="4560950"/>
                </a:lnTo>
                <a:lnTo>
                  <a:pt x="7270042" y="4554106"/>
                </a:lnTo>
                <a:cubicBezTo>
                  <a:pt x="7261114" y="4545179"/>
                  <a:pt x="7248781" y="4539657"/>
                  <a:pt x="7235159" y="4539657"/>
                </a:cubicBezTo>
                <a:cubicBezTo>
                  <a:pt x="7207913" y="4539657"/>
                  <a:pt x="7185827" y="4561743"/>
                  <a:pt x="7185827" y="4588989"/>
                </a:cubicBezTo>
                <a:lnTo>
                  <a:pt x="7186175" y="4592446"/>
                </a:lnTo>
                <a:lnTo>
                  <a:pt x="7177237" y="4589671"/>
                </a:lnTo>
                <a:cubicBezTo>
                  <a:pt x="7174026" y="4589014"/>
                  <a:pt x="7170701" y="4588669"/>
                  <a:pt x="7167295" y="4588669"/>
                </a:cubicBezTo>
                <a:cubicBezTo>
                  <a:pt x="7140050" y="4588669"/>
                  <a:pt x="7117963" y="4610756"/>
                  <a:pt x="7117963" y="4638001"/>
                </a:cubicBezTo>
                <a:cubicBezTo>
                  <a:pt x="7117963" y="4648218"/>
                  <a:pt x="7121069" y="4657709"/>
                  <a:pt x="7126388" y="4665583"/>
                </a:cubicBezTo>
                <a:lnTo>
                  <a:pt x="7129024" y="4668777"/>
                </a:lnTo>
                <a:lnTo>
                  <a:pt x="7122644" y="4670757"/>
                </a:lnTo>
                <a:cubicBezTo>
                  <a:pt x="7104938" y="4678246"/>
                  <a:pt x="7092514" y="4695778"/>
                  <a:pt x="7092514" y="4716212"/>
                </a:cubicBezTo>
                <a:cubicBezTo>
                  <a:pt x="7092514" y="4736646"/>
                  <a:pt x="7104938" y="4754178"/>
                  <a:pt x="7122644" y="4761667"/>
                </a:cubicBezTo>
                <a:lnTo>
                  <a:pt x="7129656" y="4763844"/>
                </a:lnTo>
                <a:lnTo>
                  <a:pt x="7126388" y="4767804"/>
                </a:lnTo>
                <a:cubicBezTo>
                  <a:pt x="7121069" y="4775677"/>
                  <a:pt x="7117963" y="4785169"/>
                  <a:pt x="7117963" y="4795386"/>
                </a:cubicBezTo>
                <a:cubicBezTo>
                  <a:pt x="7117963" y="4822631"/>
                  <a:pt x="7140050" y="4844717"/>
                  <a:pt x="7167295" y="4844717"/>
                </a:cubicBezTo>
                <a:cubicBezTo>
                  <a:pt x="7170701" y="4844717"/>
                  <a:pt x="7174026" y="4844372"/>
                  <a:pt x="7177237" y="4843715"/>
                </a:cubicBezTo>
                <a:lnTo>
                  <a:pt x="7186175" y="4840941"/>
                </a:lnTo>
                <a:lnTo>
                  <a:pt x="7185827" y="4844398"/>
                </a:lnTo>
                <a:cubicBezTo>
                  <a:pt x="7185827" y="4871643"/>
                  <a:pt x="7207913" y="4893730"/>
                  <a:pt x="7235159" y="4893730"/>
                </a:cubicBezTo>
                <a:close/>
                <a:moveTo>
                  <a:pt x="6525907" y="4893730"/>
                </a:moveTo>
                <a:cubicBezTo>
                  <a:pt x="6539529" y="4893730"/>
                  <a:pt x="6551862" y="4888208"/>
                  <a:pt x="6560789" y="4879281"/>
                </a:cubicBezTo>
                <a:lnTo>
                  <a:pt x="6566436" y="4872437"/>
                </a:lnTo>
                <a:lnTo>
                  <a:pt x="6572083" y="4879281"/>
                </a:lnTo>
                <a:cubicBezTo>
                  <a:pt x="6581010" y="4888208"/>
                  <a:pt x="6593343" y="4893730"/>
                  <a:pt x="6606966" y="4893730"/>
                </a:cubicBezTo>
                <a:cubicBezTo>
                  <a:pt x="6634211" y="4893730"/>
                  <a:pt x="6656298" y="4871643"/>
                  <a:pt x="6656298" y="4844398"/>
                </a:cubicBezTo>
                <a:lnTo>
                  <a:pt x="6655949" y="4840941"/>
                </a:lnTo>
                <a:lnTo>
                  <a:pt x="6664887" y="4843715"/>
                </a:lnTo>
                <a:cubicBezTo>
                  <a:pt x="6668099" y="4844372"/>
                  <a:pt x="6671424" y="4844717"/>
                  <a:pt x="6674829" y="4844717"/>
                </a:cubicBezTo>
                <a:cubicBezTo>
                  <a:pt x="6702075" y="4844717"/>
                  <a:pt x="6724161" y="4822631"/>
                  <a:pt x="6724161" y="4795386"/>
                </a:cubicBezTo>
                <a:cubicBezTo>
                  <a:pt x="6724161" y="4785169"/>
                  <a:pt x="6721055" y="4775677"/>
                  <a:pt x="6715736" y="4767804"/>
                </a:cubicBezTo>
                <a:lnTo>
                  <a:pt x="6712469" y="4763844"/>
                </a:lnTo>
                <a:lnTo>
                  <a:pt x="6719481" y="4761667"/>
                </a:lnTo>
                <a:cubicBezTo>
                  <a:pt x="6737187" y="4754178"/>
                  <a:pt x="6749610" y="4736646"/>
                  <a:pt x="6749610" y="4716212"/>
                </a:cubicBezTo>
                <a:cubicBezTo>
                  <a:pt x="6749610" y="4695778"/>
                  <a:pt x="6737187" y="4678246"/>
                  <a:pt x="6719481" y="4670757"/>
                </a:cubicBezTo>
                <a:lnTo>
                  <a:pt x="6713101" y="4668777"/>
                </a:lnTo>
                <a:lnTo>
                  <a:pt x="6715736" y="4665583"/>
                </a:lnTo>
                <a:cubicBezTo>
                  <a:pt x="6721055" y="4657709"/>
                  <a:pt x="6724161" y="4648218"/>
                  <a:pt x="6724161" y="4638001"/>
                </a:cubicBezTo>
                <a:cubicBezTo>
                  <a:pt x="6724161" y="4610756"/>
                  <a:pt x="6702075" y="4588669"/>
                  <a:pt x="6674829" y="4588669"/>
                </a:cubicBezTo>
                <a:cubicBezTo>
                  <a:pt x="6669721" y="4588669"/>
                  <a:pt x="6664794" y="4589446"/>
                  <a:pt x="6660160" y="4590887"/>
                </a:cubicBezTo>
                <a:lnTo>
                  <a:pt x="6655900" y="4592935"/>
                </a:lnTo>
                <a:lnTo>
                  <a:pt x="6656298" y="4588989"/>
                </a:lnTo>
                <a:cubicBezTo>
                  <a:pt x="6656298" y="4561743"/>
                  <a:pt x="6634211" y="4539657"/>
                  <a:pt x="6606966" y="4539657"/>
                </a:cubicBezTo>
                <a:cubicBezTo>
                  <a:pt x="6593343" y="4539657"/>
                  <a:pt x="6581011" y="4545179"/>
                  <a:pt x="6572083" y="4554106"/>
                </a:cubicBezTo>
                <a:lnTo>
                  <a:pt x="6566436" y="4560950"/>
                </a:lnTo>
                <a:lnTo>
                  <a:pt x="6560790" y="4554106"/>
                </a:lnTo>
                <a:cubicBezTo>
                  <a:pt x="6551862" y="4545179"/>
                  <a:pt x="6539529" y="4539657"/>
                  <a:pt x="6525907" y="4539657"/>
                </a:cubicBezTo>
                <a:cubicBezTo>
                  <a:pt x="6498661" y="4539657"/>
                  <a:pt x="6476575" y="4561743"/>
                  <a:pt x="6476575" y="4588989"/>
                </a:cubicBezTo>
                <a:lnTo>
                  <a:pt x="6476923" y="4592446"/>
                </a:lnTo>
                <a:lnTo>
                  <a:pt x="6467985" y="4589671"/>
                </a:lnTo>
                <a:cubicBezTo>
                  <a:pt x="6464774" y="4589014"/>
                  <a:pt x="6461449" y="4588669"/>
                  <a:pt x="6458043" y="4588669"/>
                </a:cubicBezTo>
                <a:cubicBezTo>
                  <a:pt x="6430798" y="4588669"/>
                  <a:pt x="6408711" y="4610756"/>
                  <a:pt x="6408711" y="4638001"/>
                </a:cubicBezTo>
                <a:cubicBezTo>
                  <a:pt x="6408711" y="4648218"/>
                  <a:pt x="6411817" y="4657709"/>
                  <a:pt x="6417136" y="4665583"/>
                </a:cubicBezTo>
                <a:lnTo>
                  <a:pt x="6419772" y="4668777"/>
                </a:lnTo>
                <a:lnTo>
                  <a:pt x="6413392" y="4670757"/>
                </a:lnTo>
                <a:cubicBezTo>
                  <a:pt x="6395686" y="4678246"/>
                  <a:pt x="6383262" y="4695778"/>
                  <a:pt x="6383262" y="4716212"/>
                </a:cubicBezTo>
                <a:cubicBezTo>
                  <a:pt x="6383262" y="4736646"/>
                  <a:pt x="6395686" y="4754178"/>
                  <a:pt x="6413392" y="4761667"/>
                </a:cubicBezTo>
                <a:lnTo>
                  <a:pt x="6420404" y="4763844"/>
                </a:lnTo>
                <a:lnTo>
                  <a:pt x="6417136" y="4767804"/>
                </a:lnTo>
                <a:cubicBezTo>
                  <a:pt x="6411817" y="4775677"/>
                  <a:pt x="6408711" y="4785169"/>
                  <a:pt x="6408711" y="4795386"/>
                </a:cubicBezTo>
                <a:cubicBezTo>
                  <a:pt x="6408711" y="4822631"/>
                  <a:pt x="6430798" y="4844717"/>
                  <a:pt x="6458043" y="4844717"/>
                </a:cubicBezTo>
                <a:cubicBezTo>
                  <a:pt x="6461449" y="4844717"/>
                  <a:pt x="6464774" y="4844372"/>
                  <a:pt x="6467985" y="4843715"/>
                </a:cubicBezTo>
                <a:lnTo>
                  <a:pt x="6476923" y="4840941"/>
                </a:lnTo>
                <a:lnTo>
                  <a:pt x="6476575" y="4844398"/>
                </a:lnTo>
                <a:cubicBezTo>
                  <a:pt x="6476575" y="4871643"/>
                  <a:pt x="6498661" y="4893730"/>
                  <a:pt x="6525907" y="4893730"/>
                </a:cubicBezTo>
                <a:close/>
                <a:moveTo>
                  <a:pt x="5816655" y="4893730"/>
                </a:moveTo>
                <a:cubicBezTo>
                  <a:pt x="5830277" y="4893730"/>
                  <a:pt x="5842610" y="4888208"/>
                  <a:pt x="5851537" y="4879281"/>
                </a:cubicBezTo>
                <a:lnTo>
                  <a:pt x="5857184" y="4872437"/>
                </a:lnTo>
                <a:lnTo>
                  <a:pt x="5862831" y="4879281"/>
                </a:lnTo>
                <a:cubicBezTo>
                  <a:pt x="5871758" y="4888208"/>
                  <a:pt x="5884091" y="4893730"/>
                  <a:pt x="5897714" y="4893730"/>
                </a:cubicBezTo>
                <a:cubicBezTo>
                  <a:pt x="5924959" y="4893730"/>
                  <a:pt x="5947046" y="4871643"/>
                  <a:pt x="5947046" y="4844398"/>
                </a:cubicBezTo>
                <a:lnTo>
                  <a:pt x="5946697" y="4840941"/>
                </a:lnTo>
                <a:lnTo>
                  <a:pt x="5955635" y="4843715"/>
                </a:lnTo>
                <a:cubicBezTo>
                  <a:pt x="5958847" y="4844372"/>
                  <a:pt x="5962172" y="4844717"/>
                  <a:pt x="5965577" y="4844717"/>
                </a:cubicBezTo>
                <a:cubicBezTo>
                  <a:pt x="5992823" y="4844717"/>
                  <a:pt x="6014909" y="4822631"/>
                  <a:pt x="6014909" y="4795386"/>
                </a:cubicBezTo>
                <a:cubicBezTo>
                  <a:pt x="6014909" y="4785169"/>
                  <a:pt x="6011803" y="4775677"/>
                  <a:pt x="6006484" y="4767804"/>
                </a:cubicBezTo>
                <a:lnTo>
                  <a:pt x="6003217" y="4763844"/>
                </a:lnTo>
                <a:lnTo>
                  <a:pt x="6010229" y="4761667"/>
                </a:lnTo>
                <a:cubicBezTo>
                  <a:pt x="6027935" y="4754178"/>
                  <a:pt x="6040358" y="4736646"/>
                  <a:pt x="6040358" y="4716212"/>
                </a:cubicBezTo>
                <a:cubicBezTo>
                  <a:pt x="6040358" y="4695778"/>
                  <a:pt x="6027935" y="4678246"/>
                  <a:pt x="6010229" y="4670757"/>
                </a:cubicBezTo>
                <a:lnTo>
                  <a:pt x="6003849" y="4668777"/>
                </a:lnTo>
                <a:lnTo>
                  <a:pt x="6006484" y="4665583"/>
                </a:lnTo>
                <a:cubicBezTo>
                  <a:pt x="6011803" y="4657709"/>
                  <a:pt x="6014909" y="4648218"/>
                  <a:pt x="6014909" y="4638001"/>
                </a:cubicBezTo>
                <a:cubicBezTo>
                  <a:pt x="6014909" y="4610756"/>
                  <a:pt x="5992823" y="4588669"/>
                  <a:pt x="5965577" y="4588669"/>
                </a:cubicBezTo>
                <a:cubicBezTo>
                  <a:pt x="5960469" y="4588669"/>
                  <a:pt x="5955542" y="4589446"/>
                  <a:pt x="5950908" y="4590887"/>
                </a:cubicBezTo>
                <a:lnTo>
                  <a:pt x="5946648" y="4592935"/>
                </a:lnTo>
                <a:lnTo>
                  <a:pt x="5947046" y="4588989"/>
                </a:lnTo>
                <a:cubicBezTo>
                  <a:pt x="5947046" y="4561743"/>
                  <a:pt x="5924959" y="4539657"/>
                  <a:pt x="5897714" y="4539657"/>
                </a:cubicBezTo>
                <a:cubicBezTo>
                  <a:pt x="5884091" y="4539657"/>
                  <a:pt x="5871759" y="4545179"/>
                  <a:pt x="5862831" y="4554106"/>
                </a:cubicBezTo>
                <a:lnTo>
                  <a:pt x="5857184" y="4560950"/>
                </a:lnTo>
                <a:lnTo>
                  <a:pt x="5851538" y="4554106"/>
                </a:lnTo>
                <a:cubicBezTo>
                  <a:pt x="5842610" y="4545179"/>
                  <a:pt x="5830277" y="4539657"/>
                  <a:pt x="5816655" y="4539657"/>
                </a:cubicBezTo>
                <a:cubicBezTo>
                  <a:pt x="5789409" y="4539657"/>
                  <a:pt x="5767323" y="4561743"/>
                  <a:pt x="5767323" y="4588989"/>
                </a:cubicBezTo>
                <a:lnTo>
                  <a:pt x="5767671" y="4592446"/>
                </a:lnTo>
                <a:lnTo>
                  <a:pt x="5758733" y="4589671"/>
                </a:lnTo>
                <a:cubicBezTo>
                  <a:pt x="5755522" y="4589014"/>
                  <a:pt x="5752197" y="4588669"/>
                  <a:pt x="5748791" y="4588669"/>
                </a:cubicBezTo>
                <a:cubicBezTo>
                  <a:pt x="5721546" y="4588669"/>
                  <a:pt x="5699459" y="4610756"/>
                  <a:pt x="5699459" y="4638001"/>
                </a:cubicBezTo>
                <a:cubicBezTo>
                  <a:pt x="5699459" y="4648218"/>
                  <a:pt x="5702565" y="4657709"/>
                  <a:pt x="5707884" y="4665583"/>
                </a:cubicBezTo>
                <a:lnTo>
                  <a:pt x="5710520" y="4668777"/>
                </a:lnTo>
                <a:lnTo>
                  <a:pt x="5704140" y="4670757"/>
                </a:lnTo>
                <a:cubicBezTo>
                  <a:pt x="5686434" y="4678246"/>
                  <a:pt x="5674010" y="4695778"/>
                  <a:pt x="5674010" y="4716212"/>
                </a:cubicBezTo>
                <a:cubicBezTo>
                  <a:pt x="5674010" y="4736646"/>
                  <a:pt x="5686434" y="4754178"/>
                  <a:pt x="5704140" y="4761667"/>
                </a:cubicBezTo>
                <a:lnTo>
                  <a:pt x="5711152" y="4763844"/>
                </a:lnTo>
                <a:lnTo>
                  <a:pt x="5707884" y="4767804"/>
                </a:lnTo>
                <a:cubicBezTo>
                  <a:pt x="5702565" y="4775677"/>
                  <a:pt x="5699459" y="4785169"/>
                  <a:pt x="5699459" y="4795386"/>
                </a:cubicBezTo>
                <a:cubicBezTo>
                  <a:pt x="5699459" y="4822631"/>
                  <a:pt x="5721546" y="4844717"/>
                  <a:pt x="5748791" y="4844717"/>
                </a:cubicBezTo>
                <a:cubicBezTo>
                  <a:pt x="5752197" y="4844717"/>
                  <a:pt x="5755522" y="4844372"/>
                  <a:pt x="5758733" y="4843715"/>
                </a:cubicBezTo>
                <a:lnTo>
                  <a:pt x="5767671" y="4840941"/>
                </a:lnTo>
                <a:lnTo>
                  <a:pt x="5767323" y="4844398"/>
                </a:lnTo>
                <a:cubicBezTo>
                  <a:pt x="5767323" y="4871643"/>
                  <a:pt x="5789409" y="4893730"/>
                  <a:pt x="5816655" y="4893730"/>
                </a:cubicBezTo>
                <a:close/>
                <a:moveTo>
                  <a:pt x="5107403" y="4893730"/>
                </a:moveTo>
                <a:cubicBezTo>
                  <a:pt x="5121025" y="4893730"/>
                  <a:pt x="5133358" y="4888208"/>
                  <a:pt x="5142285" y="4879281"/>
                </a:cubicBezTo>
                <a:lnTo>
                  <a:pt x="5147932" y="4872437"/>
                </a:lnTo>
                <a:lnTo>
                  <a:pt x="5153579" y="4879281"/>
                </a:lnTo>
                <a:cubicBezTo>
                  <a:pt x="5162506" y="4888208"/>
                  <a:pt x="5174839" y="4893730"/>
                  <a:pt x="5188462" y="4893730"/>
                </a:cubicBezTo>
                <a:cubicBezTo>
                  <a:pt x="5215707" y="4893730"/>
                  <a:pt x="5237794" y="4871643"/>
                  <a:pt x="5237794" y="4844398"/>
                </a:cubicBezTo>
                <a:lnTo>
                  <a:pt x="5237445" y="4840941"/>
                </a:lnTo>
                <a:lnTo>
                  <a:pt x="5246383" y="4843715"/>
                </a:lnTo>
                <a:cubicBezTo>
                  <a:pt x="5249595" y="4844372"/>
                  <a:pt x="5252920" y="4844717"/>
                  <a:pt x="5256325" y="4844717"/>
                </a:cubicBezTo>
                <a:cubicBezTo>
                  <a:pt x="5283571" y="4844717"/>
                  <a:pt x="5305657" y="4822631"/>
                  <a:pt x="5305657" y="4795386"/>
                </a:cubicBezTo>
                <a:cubicBezTo>
                  <a:pt x="5305657" y="4785169"/>
                  <a:pt x="5302551" y="4775677"/>
                  <a:pt x="5297232" y="4767804"/>
                </a:cubicBezTo>
                <a:lnTo>
                  <a:pt x="5293965" y="4763844"/>
                </a:lnTo>
                <a:lnTo>
                  <a:pt x="5300977" y="4761667"/>
                </a:lnTo>
                <a:cubicBezTo>
                  <a:pt x="5318683" y="4754178"/>
                  <a:pt x="5331106" y="4736646"/>
                  <a:pt x="5331106" y="4716212"/>
                </a:cubicBezTo>
                <a:cubicBezTo>
                  <a:pt x="5331106" y="4695778"/>
                  <a:pt x="5318683" y="4678246"/>
                  <a:pt x="5300977" y="4670757"/>
                </a:cubicBezTo>
                <a:lnTo>
                  <a:pt x="5294597" y="4668777"/>
                </a:lnTo>
                <a:lnTo>
                  <a:pt x="5297232" y="4665583"/>
                </a:lnTo>
                <a:cubicBezTo>
                  <a:pt x="5302551" y="4657709"/>
                  <a:pt x="5305657" y="4648218"/>
                  <a:pt x="5305657" y="4638001"/>
                </a:cubicBezTo>
                <a:cubicBezTo>
                  <a:pt x="5305657" y="4610756"/>
                  <a:pt x="5283571" y="4588669"/>
                  <a:pt x="5256325" y="4588669"/>
                </a:cubicBezTo>
                <a:cubicBezTo>
                  <a:pt x="5251217" y="4588669"/>
                  <a:pt x="5246290" y="4589446"/>
                  <a:pt x="5241656" y="4590887"/>
                </a:cubicBezTo>
                <a:lnTo>
                  <a:pt x="5237396" y="4592935"/>
                </a:lnTo>
                <a:lnTo>
                  <a:pt x="5237794" y="4588989"/>
                </a:lnTo>
                <a:cubicBezTo>
                  <a:pt x="5237794" y="4561743"/>
                  <a:pt x="5215707" y="4539657"/>
                  <a:pt x="5188462" y="4539657"/>
                </a:cubicBezTo>
                <a:cubicBezTo>
                  <a:pt x="5174839" y="4539657"/>
                  <a:pt x="5162507" y="4545179"/>
                  <a:pt x="5153579" y="4554106"/>
                </a:cubicBezTo>
                <a:lnTo>
                  <a:pt x="5147932" y="4560950"/>
                </a:lnTo>
                <a:lnTo>
                  <a:pt x="5142286" y="4554106"/>
                </a:lnTo>
                <a:cubicBezTo>
                  <a:pt x="5133358" y="4545179"/>
                  <a:pt x="5121025" y="4539657"/>
                  <a:pt x="5107403" y="4539657"/>
                </a:cubicBezTo>
                <a:cubicBezTo>
                  <a:pt x="5080157" y="4539657"/>
                  <a:pt x="5058071" y="4561743"/>
                  <a:pt x="5058071" y="4588989"/>
                </a:cubicBezTo>
                <a:lnTo>
                  <a:pt x="5058419" y="4592446"/>
                </a:lnTo>
                <a:lnTo>
                  <a:pt x="5049481" y="4589671"/>
                </a:lnTo>
                <a:cubicBezTo>
                  <a:pt x="5046270" y="4589014"/>
                  <a:pt x="5042945" y="4588669"/>
                  <a:pt x="5039539" y="4588669"/>
                </a:cubicBezTo>
                <a:cubicBezTo>
                  <a:pt x="5012294" y="4588669"/>
                  <a:pt x="4990207" y="4610756"/>
                  <a:pt x="4990207" y="4638001"/>
                </a:cubicBezTo>
                <a:cubicBezTo>
                  <a:pt x="4990207" y="4648218"/>
                  <a:pt x="4993313" y="4657709"/>
                  <a:pt x="4998632" y="4665583"/>
                </a:cubicBezTo>
                <a:lnTo>
                  <a:pt x="5001268" y="4668777"/>
                </a:lnTo>
                <a:lnTo>
                  <a:pt x="4994888" y="4670757"/>
                </a:lnTo>
                <a:cubicBezTo>
                  <a:pt x="4977182" y="4678246"/>
                  <a:pt x="4964758" y="4695778"/>
                  <a:pt x="4964758" y="4716212"/>
                </a:cubicBezTo>
                <a:cubicBezTo>
                  <a:pt x="4964758" y="4736646"/>
                  <a:pt x="4977182" y="4754178"/>
                  <a:pt x="4994888" y="4761667"/>
                </a:cubicBezTo>
                <a:lnTo>
                  <a:pt x="5001900" y="4763844"/>
                </a:lnTo>
                <a:lnTo>
                  <a:pt x="4998632" y="4767804"/>
                </a:lnTo>
                <a:cubicBezTo>
                  <a:pt x="4993313" y="4775677"/>
                  <a:pt x="4990207" y="4785169"/>
                  <a:pt x="4990207" y="4795386"/>
                </a:cubicBezTo>
                <a:cubicBezTo>
                  <a:pt x="4990207" y="4822631"/>
                  <a:pt x="5012294" y="4844717"/>
                  <a:pt x="5039539" y="4844717"/>
                </a:cubicBezTo>
                <a:cubicBezTo>
                  <a:pt x="5042945" y="4844717"/>
                  <a:pt x="5046270" y="4844372"/>
                  <a:pt x="5049481" y="4843715"/>
                </a:cubicBezTo>
                <a:lnTo>
                  <a:pt x="5058419" y="4840941"/>
                </a:lnTo>
                <a:lnTo>
                  <a:pt x="5058071" y="4844398"/>
                </a:lnTo>
                <a:cubicBezTo>
                  <a:pt x="5058071" y="4871643"/>
                  <a:pt x="5080157" y="4893730"/>
                  <a:pt x="5107403" y="4893730"/>
                </a:cubicBezTo>
                <a:close/>
                <a:moveTo>
                  <a:pt x="4398151" y="4893730"/>
                </a:moveTo>
                <a:cubicBezTo>
                  <a:pt x="4411773" y="4893730"/>
                  <a:pt x="4424106" y="4888208"/>
                  <a:pt x="4433033" y="4879281"/>
                </a:cubicBezTo>
                <a:lnTo>
                  <a:pt x="4438680" y="4872437"/>
                </a:lnTo>
                <a:lnTo>
                  <a:pt x="4444327" y="4879281"/>
                </a:lnTo>
                <a:cubicBezTo>
                  <a:pt x="4453254" y="4888208"/>
                  <a:pt x="4465587" y="4893730"/>
                  <a:pt x="4479210" y="4893730"/>
                </a:cubicBezTo>
                <a:cubicBezTo>
                  <a:pt x="4506455" y="4893730"/>
                  <a:pt x="4528542" y="4871643"/>
                  <a:pt x="4528542" y="4844398"/>
                </a:cubicBezTo>
                <a:lnTo>
                  <a:pt x="4528193" y="4840941"/>
                </a:lnTo>
                <a:lnTo>
                  <a:pt x="4537131" y="4843715"/>
                </a:lnTo>
                <a:cubicBezTo>
                  <a:pt x="4540343" y="4844372"/>
                  <a:pt x="4543668" y="4844717"/>
                  <a:pt x="4547073" y="4844717"/>
                </a:cubicBezTo>
                <a:cubicBezTo>
                  <a:pt x="4574319" y="4844717"/>
                  <a:pt x="4596405" y="4822631"/>
                  <a:pt x="4596405" y="4795386"/>
                </a:cubicBezTo>
                <a:cubicBezTo>
                  <a:pt x="4596405" y="4785169"/>
                  <a:pt x="4593299" y="4775677"/>
                  <a:pt x="4587980" y="4767804"/>
                </a:cubicBezTo>
                <a:lnTo>
                  <a:pt x="4584713" y="4763844"/>
                </a:lnTo>
                <a:lnTo>
                  <a:pt x="4591725" y="4761667"/>
                </a:lnTo>
                <a:cubicBezTo>
                  <a:pt x="4609431" y="4754178"/>
                  <a:pt x="4621854" y="4736646"/>
                  <a:pt x="4621854" y="4716212"/>
                </a:cubicBezTo>
                <a:cubicBezTo>
                  <a:pt x="4621854" y="4695778"/>
                  <a:pt x="4609431" y="4678246"/>
                  <a:pt x="4591725" y="4670757"/>
                </a:cubicBezTo>
                <a:lnTo>
                  <a:pt x="4585345" y="4668777"/>
                </a:lnTo>
                <a:lnTo>
                  <a:pt x="4587980" y="4665583"/>
                </a:lnTo>
                <a:cubicBezTo>
                  <a:pt x="4593299" y="4657709"/>
                  <a:pt x="4596405" y="4648218"/>
                  <a:pt x="4596405" y="4638001"/>
                </a:cubicBezTo>
                <a:cubicBezTo>
                  <a:pt x="4596405" y="4610756"/>
                  <a:pt x="4574319" y="4588669"/>
                  <a:pt x="4547073" y="4588669"/>
                </a:cubicBezTo>
                <a:cubicBezTo>
                  <a:pt x="4541965" y="4588669"/>
                  <a:pt x="4537038" y="4589446"/>
                  <a:pt x="4532404" y="4590887"/>
                </a:cubicBezTo>
                <a:lnTo>
                  <a:pt x="4528144" y="4592935"/>
                </a:lnTo>
                <a:lnTo>
                  <a:pt x="4528542" y="4588989"/>
                </a:lnTo>
                <a:cubicBezTo>
                  <a:pt x="4528542" y="4561743"/>
                  <a:pt x="4506455" y="4539657"/>
                  <a:pt x="4479210" y="4539657"/>
                </a:cubicBezTo>
                <a:cubicBezTo>
                  <a:pt x="4465587" y="4539657"/>
                  <a:pt x="4453255" y="4545179"/>
                  <a:pt x="4444327" y="4554106"/>
                </a:cubicBezTo>
                <a:lnTo>
                  <a:pt x="4438680" y="4560950"/>
                </a:lnTo>
                <a:lnTo>
                  <a:pt x="4433034" y="4554106"/>
                </a:lnTo>
                <a:cubicBezTo>
                  <a:pt x="4424106" y="4545179"/>
                  <a:pt x="4411773" y="4539657"/>
                  <a:pt x="4398151" y="4539657"/>
                </a:cubicBezTo>
                <a:cubicBezTo>
                  <a:pt x="4370905" y="4539657"/>
                  <a:pt x="4348819" y="4561743"/>
                  <a:pt x="4348819" y="4588989"/>
                </a:cubicBezTo>
                <a:lnTo>
                  <a:pt x="4349167" y="4592446"/>
                </a:lnTo>
                <a:lnTo>
                  <a:pt x="4340229" y="4589671"/>
                </a:lnTo>
                <a:cubicBezTo>
                  <a:pt x="4337018" y="4589014"/>
                  <a:pt x="4333693" y="4588669"/>
                  <a:pt x="4330287" y="4588669"/>
                </a:cubicBezTo>
                <a:cubicBezTo>
                  <a:pt x="4303042" y="4588669"/>
                  <a:pt x="4280955" y="4610756"/>
                  <a:pt x="4280955" y="4638001"/>
                </a:cubicBezTo>
                <a:cubicBezTo>
                  <a:pt x="4280955" y="4648218"/>
                  <a:pt x="4284061" y="4657709"/>
                  <a:pt x="4289380" y="4665583"/>
                </a:cubicBezTo>
                <a:lnTo>
                  <a:pt x="4292016" y="4668777"/>
                </a:lnTo>
                <a:lnTo>
                  <a:pt x="4285636" y="4670757"/>
                </a:lnTo>
                <a:cubicBezTo>
                  <a:pt x="4267930" y="4678246"/>
                  <a:pt x="4255506" y="4695778"/>
                  <a:pt x="4255506" y="4716212"/>
                </a:cubicBezTo>
                <a:cubicBezTo>
                  <a:pt x="4255506" y="4736646"/>
                  <a:pt x="4267930" y="4754178"/>
                  <a:pt x="4285636" y="4761667"/>
                </a:cubicBezTo>
                <a:lnTo>
                  <a:pt x="4292648" y="4763844"/>
                </a:lnTo>
                <a:lnTo>
                  <a:pt x="4289380" y="4767804"/>
                </a:lnTo>
                <a:cubicBezTo>
                  <a:pt x="4284061" y="4775677"/>
                  <a:pt x="4280955" y="4785169"/>
                  <a:pt x="4280955" y="4795386"/>
                </a:cubicBezTo>
                <a:cubicBezTo>
                  <a:pt x="4280955" y="4822631"/>
                  <a:pt x="4303042" y="4844717"/>
                  <a:pt x="4330287" y="4844717"/>
                </a:cubicBezTo>
                <a:cubicBezTo>
                  <a:pt x="4333693" y="4844717"/>
                  <a:pt x="4337018" y="4844372"/>
                  <a:pt x="4340229" y="4843715"/>
                </a:cubicBezTo>
                <a:lnTo>
                  <a:pt x="4349167" y="4840941"/>
                </a:lnTo>
                <a:lnTo>
                  <a:pt x="4348819" y="4844398"/>
                </a:lnTo>
                <a:cubicBezTo>
                  <a:pt x="4348819" y="4871643"/>
                  <a:pt x="4370905" y="4893730"/>
                  <a:pt x="4398151" y="4893730"/>
                </a:cubicBezTo>
                <a:close/>
                <a:moveTo>
                  <a:pt x="3688906" y="4893730"/>
                </a:moveTo>
                <a:cubicBezTo>
                  <a:pt x="3702529" y="4893730"/>
                  <a:pt x="3714861" y="4888208"/>
                  <a:pt x="3723789" y="4879281"/>
                </a:cubicBezTo>
                <a:lnTo>
                  <a:pt x="3729435" y="4872437"/>
                </a:lnTo>
                <a:lnTo>
                  <a:pt x="3735082" y="4879281"/>
                </a:lnTo>
                <a:cubicBezTo>
                  <a:pt x="3744010" y="4888208"/>
                  <a:pt x="3756344" y="4893730"/>
                  <a:pt x="3769966" y="4893730"/>
                </a:cubicBezTo>
                <a:cubicBezTo>
                  <a:pt x="3797211" y="4893730"/>
                  <a:pt x="3819297" y="4871643"/>
                  <a:pt x="3819297" y="4844398"/>
                </a:cubicBezTo>
                <a:lnTo>
                  <a:pt x="3818949" y="4840941"/>
                </a:lnTo>
                <a:lnTo>
                  <a:pt x="3827887" y="4843715"/>
                </a:lnTo>
                <a:cubicBezTo>
                  <a:pt x="3831098" y="4844372"/>
                  <a:pt x="3834423" y="4844717"/>
                  <a:pt x="3837829" y="4844717"/>
                </a:cubicBezTo>
                <a:cubicBezTo>
                  <a:pt x="3865074" y="4844717"/>
                  <a:pt x="3887161" y="4822631"/>
                  <a:pt x="3887161" y="4795386"/>
                </a:cubicBezTo>
                <a:cubicBezTo>
                  <a:pt x="3887161" y="4785169"/>
                  <a:pt x="3884055" y="4775677"/>
                  <a:pt x="3878736" y="4767804"/>
                </a:cubicBezTo>
                <a:lnTo>
                  <a:pt x="3875469" y="4763844"/>
                </a:lnTo>
                <a:lnTo>
                  <a:pt x="3882480" y="4761667"/>
                </a:lnTo>
                <a:cubicBezTo>
                  <a:pt x="3900186" y="4754178"/>
                  <a:pt x="3912610" y="4736646"/>
                  <a:pt x="3912610" y="4716212"/>
                </a:cubicBezTo>
                <a:cubicBezTo>
                  <a:pt x="3912610" y="4695778"/>
                  <a:pt x="3900186" y="4678246"/>
                  <a:pt x="3882480" y="4670757"/>
                </a:cubicBezTo>
                <a:lnTo>
                  <a:pt x="3876100" y="4668777"/>
                </a:lnTo>
                <a:lnTo>
                  <a:pt x="3878736" y="4665583"/>
                </a:lnTo>
                <a:cubicBezTo>
                  <a:pt x="3884055" y="4657709"/>
                  <a:pt x="3887161" y="4648218"/>
                  <a:pt x="3887161" y="4638001"/>
                </a:cubicBezTo>
                <a:cubicBezTo>
                  <a:pt x="3887161" y="4610756"/>
                  <a:pt x="3865074" y="4588669"/>
                  <a:pt x="3837829" y="4588669"/>
                </a:cubicBezTo>
                <a:cubicBezTo>
                  <a:pt x="3832720" y="4588669"/>
                  <a:pt x="3827793" y="4589446"/>
                  <a:pt x="3823160" y="4590887"/>
                </a:cubicBezTo>
                <a:lnTo>
                  <a:pt x="3818900" y="4592935"/>
                </a:lnTo>
                <a:lnTo>
                  <a:pt x="3819297" y="4588989"/>
                </a:lnTo>
                <a:cubicBezTo>
                  <a:pt x="3819297" y="4561743"/>
                  <a:pt x="3797211" y="4539657"/>
                  <a:pt x="3769966" y="4539657"/>
                </a:cubicBezTo>
                <a:cubicBezTo>
                  <a:pt x="3756344" y="4539657"/>
                  <a:pt x="3744010" y="4545179"/>
                  <a:pt x="3735082" y="4554106"/>
                </a:cubicBezTo>
                <a:lnTo>
                  <a:pt x="3729437" y="4560950"/>
                </a:lnTo>
                <a:lnTo>
                  <a:pt x="3723789" y="4554106"/>
                </a:lnTo>
                <a:cubicBezTo>
                  <a:pt x="3714861" y="4545179"/>
                  <a:pt x="3702529" y="4539657"/>
                  <a:pt x="3688906" y="4539657"/>
                </a:cubicBezTo>
                <a:cubicBezTo>
                  <a:pt x="3661661" y="4539657"/>
                  <a:pt x="3639575" y="4561743"/>
                  <a:pt x="3639575" y="4588989"/>
                </a:cubicBezTo>
                <a:lnTo>
                  <a:pt x="3639922" y="4592446"/>
                </a:lnTo>
                <a:lnTo>
                  <a:pt x="3630985" y="4589671"/>
                </a:lnTo>
                <a:cubicBezTo>
                  <a:pt x="3627773" y="4589014"/>
                  <a:pt x="3624449" y="4588669"/>
                  <a:pt x="3621044" y="4588669"/>
                </a:cubicBezTo>
                <a:cubicBezTo>
                  <a:pt x="3593798" y="4588669"/>
                  <a:pt x="3571711" y="4610756"/>
                  <a:pt x="3571711" y="4638001"/>
                </a:cubicBezTo>
                <a:cubicBezTo>
                  <a:pt x="3571711" y="4648218"/>
                  <a:pt x="3574817" y="4657709"/>
                  <a:pt x="3580137" y="4665583"/>
                </a:cubicBezTo>
                <a:lnTo>
                  <a:pt x="3582772" y="4668777"/>
                </a:lnTo>
                <a:lnTo>
                  <a:pt x="3576392" y="4670757"/>
                </a:lnTo>
                <a:cubicBezTo>
                  <a:pt x="3558686" y="4678246"/>
                  <a:pt x="3546263" y="4695778"/>
                  <a:pt x="3546263" y="4716212"/>
                </a:cubicBezTo>
                <a:cubicBezTo>
                  <a:pt x="3546263" y="4736646"/>
                  <a:pt x="3558686" y="4754178"/>
                  <a:pt x="3576392" y="4761667"/>
                </a:cubicBezTo>
                <a:lnTo>
                  <a:pt x="3583404" y="4763844"/>
                </a:lnTo>
                <a:lnTo>
                  <a:pt x="3580137" y="4767804"/>
                </a:lnTo>
                <a:cubicBezTo>
                  <a:pt x="3574817" y="4775677"/>
                  <a:pt x="3571711" y="4785169"/>
                  <a:pt x="3571711" y="4795386"/>
                </a:cubicBezTo>
                <a:cubicBezTo>
                  <a:pt x="3571711" y="4822631"/>
                  <a:pt x="3593798" y="4844717"/>
                  <a:pt x="3621044" y="4844717"/>
                </a:cubicBezTo>
                <a:cubicBezTo>
                  <a:pt x="3624449" y="4844717"/>
                  <a:pt x="3627773" y="4844372"/>
                  <a:pt x="3630986" y="4843715"/>
                </a:cubicBezTo>
                <a:lnTo>
                  <a:pt x="3639922" y="4840941"/>
                </a:lnTo>
                <a:lnTo>
                  <a:pt x="3639575" y="4844398"/>
                </a:lnTo>
                <a:cubicBezTo>
                  <a:pt x="3639575" y="4871643"/>
                  <a:pt x="3661661" y="4893730"/>
                  <a:pt x="3688906" y="4893730"/>
                </a:cubicBezTo>
                <a:close/>
                <a:moveTo>
                  <a:pt x="2979655" y="4893730"/>
                </a:moveTo>
                <a:cubicBezTo>
                  <a:pt x="2993277" y="4893730"/>
                  <a:pt x="3005610" y="4888208"/>
                  <a:pt x="3014537" y="4879281"/>
                </a:cubicBezTo>
                <a:lnTo>
                  <a:pt x="3020184" y="4872437"/>
                </a:lnTo>
                <a:lnTo>
                  <a:pt x="3025830" y="4879281"/>
                </a:lnTo>
                <a:cubicBezTo>
                  <a:pt x="3034758" y="4888208"/>
                  <a:pt x="3047090" y="4893730"/>
                  <a:pt x="3060713" y="4893730"/>
                </a:cubicBezTo>
                <a:cubicBezTo>
                  <a:pt x="3087958" y="4893730"/>
                  <a:pt x="3110044" y="4871643"/>
                  <a:pt x="3110044" y="4844398"/>
                </a:cubicBezTo>
                <a:lnTo>
                  <a:pt x="3109696" y="4840941"/>
                </a:lnTo>
                <a:lnTo>
                  <a:pt x="3118635" y="4843715"/>
                </a:lnTo>
                <a:cubicBezTo>
                  <a:pt x="3121846" y="4844372"/>
                  <a:pt x="3125171" y="4844717"/>
                  <a:pt x="3128576" y="4844717"/>
                </a:cubicBezTo>
                <a:cubicBezTo>
                  <a:pt x="3155823" y="4844717"/>
                  <a:pt x="3177909" y="4822631"/>
                  <a:pt x="3177909" y="4795386"/>
                </a:cubicBezTo>
                <a:cubicBezTo>
                  <a:pt x="3177909" y="4785169"/>
                  <a:pt x="3174802" y="4775677"/>
                  <a:pt x="3169483" y="4767804"/>
                </a:cubicBezTo>
                <a:lnTo>
                  <a:pt x="3166215" y="4763844"/>
                </a:lnTo>
                <a:lnTo>
                  <a:pt x="3173228" y="4761667"/>
                </a:lnTo>
                <a:cubicBezTo>
                  <a:pt x="3190933" y="4754178"/>
                  <a:pt x="3203355" y="4736646"/>
                  <a:pt x="3203355" y="4716212"/>
                </a:cubicBezTo>
                <a:cubicBezTo>
                  <a:pt x="3203355" y="4695778"/>
                  <a:pt x="3190933" y="4678246"/>
                  <a:pt x="3173228" y="4670757"/>
                </a:cubicBezTo>
                <a:lnTo>
                  <a:pt x="3166849" y="4668777"/>
                </a:lnTo>
                <a:lnTo>
                  <a:pt x="3169483" y="4665583"/>
                </a:lnTo>
                <a:cubicBezTo>
                  <a:pt x="3174802" y="4657709"/>
                  <a:pt x="3177909" y="4648218"/>
                  <a:pt x="3177909" y="4638001"/>
                </a:cubicBezTo>
                <a:cubicBezTo>
                  <a:pt x="3177909" y="4610756"/>
                  <a:pt x="3155823" y="4588669"/>
                  <a:pt x="3128576" y="4588669"/>
                </a:cubicBezTo>
                <a:cubicBezTo>
                  <a:pt x="3123469" y="4588669"/>
                  <a:pt x="3118541" y="4589446"/>
                  <a:pt x="3113908" y="4590887"/>
                </a:cubicBezTo>
                <a:lnTo>
                  <a:pt x="3109647" y="4592935"/>
                </a:lnTo>
                <a:lnTo>
                  <a:pt x="3110044" y="4588989"/>
                </a:lnTo>
                <a:cubicBezTo>
                  <a:pt x="3110044" y="4561743"/>
                  <a:pt x="3087959" y="4539657"/>
                  <a:pt x="3060713" y="4539657"/>
                </a:cubicBezTo>
                <a:cubicBezTo>
                  <a:pt x="3047090" y="4539657"/>
                  <a:pt x="3034758" y="4545179"/>
                  <a:pt x="3025830" y="4554106"/>
                </a:cubicBezTo>
                <a:lnTo>
                  <a:pt x="3020184" y="4560950"/>
                </a:lnTo>
                <a:lnTo>
                  <a:pt x="3014537" y="4554106"/>
                </a:lnTo>
                <a:cubicBezTo>
                  <a:pt x="3005610" y="4545179"/>
                  <a:pt x="2993277" y="4539657"/>
                  <a:pt x="2979655" y="4539657"/>
                </a:cubicBezTo>
                <a:cubicBezTo>
                  <a:pt x="2952409" y="4539657"/>
                  <a:pt x="2930324" y="4561743"/>
                  <a:pt x="2930324" y="4588989"/>
                </a:cubicBezTo>
                <a:lnTo>
                  <a:pt x="2930672" y="4592446"/>
                </a:lnTo>
                <a:lnTo>
                  <a:pt x="2921734" y="4589671"/>
                </a:lnTo>
                <a:cubicBezTo>
                  <a:pt x="2918523" y="4589014"/>
                  <a:pt x="2915197" y="4588669"/>
                  <a:pt x="2911792" y="4588669"/>
                </a:cubicBezTo>
                <a:cubicBezTo>
                  <a:pt x="2884547" y="4588669"/>
                  <a:pt x="2862460" y="4610756"/>
                  <a:pt x="2862460" y="4638001"/>
                </a:cubicBezTo>
                <a:cubicBezTo>
                  <a:pt x="2862460" y="4648218"/>
                  <a:pt x="2865567" y="4657709"/>
                  <a:pt x="2870885" y="4665583"/>
                </a:cubicBezTo>
                <a:lnTo>
                  <a:pt x="2873521" y="4668777"/>
                </a:lnTo>
                <a:lnTo>
                  <a:pt x="2867140" y="4670757"/>
                </a:lnTo>
                <a:cubicBezTo>
                  <a:pt x="2849436" y="4678246"/>
                  <a:pt x="2837012" y="4695778"/>
                  <a:pt x="2837012" y="4716212"/>
                </a:cubicBezTo>
                <a:cubicBezTo>
                  <a:pt x="2837012" y="4736646"/>
                  <a:pt x="2849436" y="4754178"/>
                  <a:pt x="2867140" y="4761667"/>
                </a:cubicBezTo>
                <a:lnTo>
                  <a:pt x="2874154" y="4763844"/>
                </a:lnTo>
                <a:lnTo>
                  <a:pt x="2870885" y="4767804"/>
                </a:lnTo>
                <a:cubicBezTo>
                  <a:pt x="2865567" y="4775677"/>
                  <a:pt x="2862460" y="4785169"/>
                  <a:pt x="2862460" y="4795386"/>
                </a:cubicBezTo>
                <a:cubicBezTo>
                  <a:pt x="2862460" y="4822631"/>
                  <a:pt x="2884547" y="4844717"/>
                  <a:pt x="2911792" y="4844717"/>
                </a:cubicBezTo>
                <a:cubicBezTo>
                  <a:pt x="2915197" y="4844717"/>
                  <a:pt x="2918523" y="4844372"/>
                  <a:pt x="2921734" y="4843715"/>
                </a:cubicBezTo>
                <a:lnTo>
                  <a:pt x="2930672" y="4840941"/>
                </a:lnTo>
                <a:lnTo>
                  <a:pt x="2930324" y="4844398"/>
                </a:lnTo>
                <a:cubicBezTo>
                  <a:pt x="2930324" y="4871643"/>
                  <a:pt x="2952409" y="4893730"/>
                  <a:pt x="2979655" y="4893730"/>
                </a:cubicBezTo>
                <a:close/>
                <a:moveTo>
                  <a:pt x="2270403" y="4893730"/>
                </a:moveTo>
                <a:cubicBezTo>
                  <a:pt x="2284025" y="4893730"/>
                  <a:pt x="2296358" y="4888208"/>
                  <a:pt x="2305285" y="4879281"/>
                </a:cubicBezTo>
                <a:lnTo>
                  <a:pt x="2310932" y="4872437"/>
                </a:lnTo>
                <a:lnTo>
                  <a:pt x="2316578" y="4879281"/>
                </a:lnTo>
                <a:cubicBezTo>
                  <a:pt x="2325505" y="4888208"/>
                  <a:pt x="2337838" y="4893730"/>
                  <a:pt x="2351461" y="4893730"/>
                </a:cubicBezTo>
                <a:cubicBezTo>
                  <a:pt x="2378707" y="4893730"/>
                  <a:pt x="2400794" y="4871643"/>
                  <a:pt x="2400794" y="4844398"/>
                </a:cubicBezTo>
                <a:lnTo>
                  <a:pt x="2400445" y="4840941"/>
                </a:lnTo>
                <a:lnTo>
                  <a:pt x="2409382" y="4843715"/>
                </a:lnTo>
                <a:cubicBezTo>
                  <a:pt x="2412594" y="4844372"/>
                  <a:pt x="2415919" y="4844717"/>
                  <a:pt x="2419325" y="4844717"/>
                </a:cubicBezTo>
                <a:cubicBezTo>
                  <a:pt x="2446571" y="4844717"/>
                  <a:pt x="2468657" y="4822631"/>
                  <a:pt x="2468657" y="4795386"/>
                </a:cubicBezTo>
                <a:cubicBezTo>
                  <a:pt x="2468657" y="4785169"/>
                  <a:pt x="2465552" y="4775677"/>
                  <a:pt x="2460232" y="4767804"/>
                </a:cubicBezTo>
                <a:lnTo>
                  <a:pt x="2456965" y="4763844"/>
                </a:lnTo>
                <a:lnTo>
                  <a:pt x="2463977" y="4761667"/>
                </a:lnTo>
                <a:cubicBezTo>
                  <a:pt x="2481683" y="4754178"/>
                  <a:pt x="2494106" y="4736646"/>
                  <a:pt x="2494106" y="4716212"/>
                </a:cubicBezTo>
                <a:cubicBezTo>
                  <a:pt x="2494106" y="4695778"/>
                  <a:pt x="2481683" y="4678246"/>
                  <a:pt x="2463977" y="4670757"/>
                </a:cubicBezTo>
                <a:lnTo>
                  <a:pt x="2457596" y="4668777"/>
                </a:lnTo>
                <a:lnTo>
                  <a:pt x="2460232" y="4665583"/>
                </a:lnTo>
                <a:cubicBezTo>
                  <a:pt x="2465552" y="4657709"/>
                  <a:pt x="2468657" y="4648218"/>
                  <a:pt x="2468657" y="4638001"/>
                </a:cubicBezTo>
                <a:cubicBezTo>
                  <a:pt x="2468657" y="4610756"/>
                  <a:pt x="2446571" y="4588669"/>
                  <a:pt x="2419325" y="4588669"/>
                </a:cubicBezTo>
                <a:cubicBezTo>
                  <a:pt x="2414217" y="4588669"/>
                  <a:pt x="2409289" y="4589446"/>
                  <a:pt x="2404655" y="4590887"/>
                </a:cubicBezTo>
                <a:lnTo>
                  <a:pt x="2400396" y="4592935"/>
                </a:lnTo>
                <a:lnTo>
                  <a:pt x="2400794" y="4588989"/>
                </a:lnTo>
                <a:cubicBezTo>
                  <a:pt x="2400794" y="4561743"/>
                  <a:pt x="2378707" y="4539657"/>
                  <a:pt x="2351461" y="4539657"/>
                </a:cubicBezTo>
                <a:cubicBezTo>
                  <a:pt x="2337838" y="4539657"/>
                  <a:pt x="2325505" y="4545179"/>
                  <a:pt x="2316578" y="4554106"/>
                </a:cubicBezTo>
                <a:lnTo>
                  <a:pt x="2310933" y="4560950"/>
                </a:lnTo>
                <a:lnTo>
                  <a:pt x="2305285" y="4554106"/>
                </a:lnTo>
                <a:cubicBezTo>
                  <a:pt x="2296358" y="4545179"/>
                  <a:pt x="2284025" y="4539657"/>
                  <a:pt x="2270403" y="4539657"/>
                </a:cubicBezTo>
                <a:cubicBezTo>
                  <a:pt x="2243157" y="4539657"/>
                  <a:pt x="2221070" y="4561743"/>
                  <a:pt x="2221070" y="4588989"/>
                </a:cubicBezTo>
                <a:lnTo>
                  <a:pt x="2221420" y="4592446"/>
                </a:lnTo>
                <a:lnTo>
                  <a:pt x="2212481" y="4589671"/>
                </a:lnTo>
                <a:cubicBezTo>
                  <a:pt x="2209269" y="4589014"/>
                  <a:pt x="2205944" y="4588669"/>
                  <a:pt x="2202539" y="4588669"/>
                </a:cubicBezTo>
                <a:cubicBezTo>
                  <a:pt x="2175294" y="4588669"/>
                  <a:pt x="2153208" y="4610756"/>
                  <a:pt x="2153208" y="4638001"/>
                </a:cubicBezTo>
                <a:cubicBezTo>
                  <a:pt x="2153208" y="4648218"/>
                  <a:pt x="2156314" y="4657709"/>
                  <a:pt x="2161632" y="4665583"/>
                </a:cubicBezTo>
                <a:lnTo>
                  <a:pt x="2164267" y="4668777"/>
                </a:lnTo>
                <a:lnTo>
                  <a:pt x="2157888" y="4670757"/>
                </a:lnTo>
                <a:cubicBezTo>
                  <a:pt x="2140182" y="4678246"/>
                  <a:pt x="2127759" y="4695778"/>
                  <a:pt x="2127759" y="4716212"/>
                </a:cubicBezTo>
                <a:cubicBezTo>
                  <a:pt x="2127759" y="4736646"/>
                  <a:pt x="2140182" y="4754178"/>
                  <a:pt x="2157888" y="4761667"/>
                </a:cubicBezTo>
                <a:lnTo>
                  <a:pt x="2164900" y="4763844"/>
                </a:lnTo>
                <a:lnTo>
                  <a:pt x="2161632" y="4767804"/>
                </a:lnTo>
                <a:cubicBezTo>
                  <a:pt x="2156314" y="4775677"/>
                  <a:pt x="2153208" y="4785169"/>
                  <a:pt x="2153208" y="4795386"/>
                </a:cubicBezTo>
                <a:cubicBezTo>
                  <a:pt x="2153208" y="4822631"/>
                  <a:pt x="2175294" y="4844717"/>
                  <a:pt x="2202539" y="4844717"/>
                </a:cubicBezTo>
                <a:cubicBezTo>
                  <a:pt x="2205944" y="4844717"/>
                  <a:pt x="2209269" y="4844372"/>
                  <a:pt x="2212481" y="4843715"/>
                </a:cubicBezTo>
                <a:lnTo>
                  <a:pt x="2221419" y="4840941"/>
                </a:lnTo>
                <a:lnTo>
                  <a:pt x="2221070" y="4844398"/>
                </a:lnTo>
                <a:cubicBezTo>
                  <a:pt x="2221070" y="4871643"/>
                  <a:pt x="2243157" y="4893730"/>
                  <a:pt x="2270403" y="4893730"/>
                </a:cubicBezTo>
                <a:close/>
                <a:moveTo>
                  <a:pt x="1561150" y="4893730"/>
                </a:moveTo>
                <a:cubicBezTo>
                  <a:pt x="1574773" y="4893730"/>
                  <a:pt x="1587106" y="4888208"/>
                  <a:pt x="1596033" y="4879281"/>
                </a:cubicBezTo>
                <a:lnTo>
                  <a:pt x="1601680" y="4872437"/>
                </a:lnTo>
                <a:lnTo>
                  <a:pt x="1607327" y="4879281"/>
                </a:lnTo>
                <a:cubicBezTo>
                  <a:pt x="1616254" y="4888208"/>
                  <a:pt x="1628587" y="4893730"/>
                  <a:pt x="1642209" y="4893730"/>
                </a:cubicBezTo>
                <a:cubicBezTo>
                  <a:pt x="1669454" y="4893730"/>
                  <a:pt x="1691542" y="4871643"/>
                  <a:pt x="1691542" y="4844398"/>
                </a:cubicBezTo>
                <a:lnTo>
                  <a:pt x="1691193" y="4840941"/>
                </a:lnTo>
                <a:lnTo>
                  <a:pt x="1700131" y="4843715"/>
                </a:lnTo>
                <a:cubicBezTo>
                  <a:pt x="1703343" y="4844372"/>
                  <a:pt x="1706668" y="4844717"/>
                  <a:pt x="1710073" y="4844717"/>
                </a:cubicBezTo>
                <a:cubicBezTo>
                  <a:pt x="1737319" y="4844717"/>
                  <a:pt x="1759405" y="4822631"/>
                  <a:pt x="1759405" y="4795386"/>
                </a:cubicBezTo>
                <a:cubicBezTo>
                  <a:pt x="1759405" y="4785169"/>
                  <a:pt x="1756299" y="4775677"/>
                  <a:pt x="1750980" y="4767804"/>
                </a:cubicBezTo>
                <a:lnTo>
                  <a:pt x="1747712" y="4763844"/>
                </a:lnTo>
                <a:lnTo>
                  <a:pt x="1754724" y="4761667"/>
                </a:lnTo>
                <a:cubicBezTo>
                  <a:pt x="1772430" y="4754178"/>
                  <a:pt x="1784854" y="4736646"/>
                  <a:pt x="1784854" y="4716212"/>
                </a:cubicBezTo>
                <a:cubicBezTo>
                  <a:pt x="1784854" y="4695778"/>
                  <a:pt x="1772430" y="4678246"/>
                  <a:pt x="1754724" y="4670757"/>
                </a:cubicBezTo>
                <a:lnTo>
                  <a:pt x="1748345" y="4668777"/>
                </a:lnTo>
                <a:lnTo>
                  <a:pt x="1750980" y="4665583"/>
                </a:lnTo>
                <a:cubicBezTo>
                  <a:pt x="1756299" y="4657709"/>
                  <a:pt x="1759405" y="4648218"/>
                  <a:pt x="1759405" y="4638001"/>
                </a:cubicBezTo>
                <a:cubicBezTo>
                  <a:pt x="1759405" y="4610756"/>
                  <a:pt x="1737319" y="4588669"/>
                  <a:pt x="1710073" y="4588669"/>
                </a:cubicBezTo>
                <a:cubicBezTo>
                  <a:pt x="1704965" y="4588669"/>
                  <a:pt x="1700038" y="4589446"/>
                  <a:pt x="1695403" y="4590887"/>
                </a:cubicBezTo>
                <a:lnTo>
                  <a:pt x="1691144" y="4592935"/>
                </a:lnTo>
                <a:lnTo>
                  <a:pt x="1691542" y="4588989"/>
                </a:lnTo>
                <a:cubicBezTo>
                  <a:pt x="1691542" y="4561743"/>
                  <a:pt x="1669455" y="4539657"/>
                  <a:pt x="1642209" y="4539657"/>
                </a:cubicBezTo>
                <a:cubicBezTo>
                  <a:pt x="1628587" y="4539657"/>
                  <a:pt x="1616254" y="4545179"/>
                  <a:pt x="1607327" y="4554106"/>
                </a:cubicBezTo>
                <a:lnTo>
                  <a:pt x="1601680" y="4560950"/>
                </a:lnTo>
                <a:lnTo>
                  <a:pt x="1596034" y="4554106"/>
                </a:lnTo>
                <a:cubicBezTo>
                  <a:pt x="1587106" y="4545179"/>
                  <a:pt x="1574773" y="4539657"/>
                  <a:pt x="1561151" y="4539657"/>
                </a:cubicBezTo>
                <a:cubicBezTo>
                  <a:pt x="1533905" y="4539657"/>
                  <a:pt x="1511819" y="4561743"/>
                  <a:pt x="1511819" y="4588989"/>
                </a:cubicBezTo>
                <a:lnTo>
                  <a:pt x="1512167" y="4592446"/>
                </a:lnTo>
                <a:lnTo>
                  <a:pt x="1503230" y="4589671"/>
                </a:lnTo>
                <a:cubicBezTo>
                  <a:pt x="1500018" y="4589014"/>
                  <a:pt x="1496692" y="4588669"/>
                  <a:pt x="1493287" y="4588669"/>
                </a:cubicBezTo>
                <a:cubicBezTo>
                  <a:pt x="1466041" y="4588669"/>
                  <a:pt x="1443955" y="4610756"/>
                  <a:pt x="1443955" y="4638001"/>
                </a:cubicBezTo>
                <a:cubicBezTo>
                  <a:pt x="1443955" y="4648218"/>
                  <a:pt x="1447060" y="4657709"/>
                  <a:pt x="1452380" y="4665583"/>
                </a:cubicBezTo>
                <a:lnTo>
                  <a:pt x="1455015" y="4668777"/>
                </a:lnTo>
                <a:lnTo>
                  <a:pt x="1448636" y="4670757"/>
                </a:lnTo>
                <a:cubicBezTo>
                  <a:pt x="1430930" y="4678246"/>
                  <a:pt x="1418506" y="4695778"/>
                  <a:pt x="1418506" y="4716212"/>
                </a:cubicBezTo>
                <a:cubicBezTo>
                  <a:pt x="1418506" y="4736646"/>
                  <a:pt x="1430930" y="4754178"/>
                  <a:pt x="1448636" y="4761667"/>
                </a:cubicBezTo>
                <a:lnTo>
                  <a:pt x="1455648" y="4763844"/>
                </a:lnTo>
                <a:lnTo>
                  <a:pt x="1452380" y="4767804"/>
                </a:lnTo>
                <a:cubicBezTo>
                  <a:pt x="1447060" y="4775677"/>
                  <a:pt x="1443955" y="4785169"/>
                  <a:pt x="1443955" y="4795386"/>
                </a:cubicBezTo>
                <a:cubicBezTo>
                  <a:pt x="1443955" y="4822631"/>
                  <a:pt x="1466041" y="4844717"/>
                  <a:pt x="1493287" y="4844717"/>
                </a:cubicBezTo>
                <a:cubicBezTo>
                  <a:pt x="1496692" y="4844717"/>
                  <a:pt x="1500018" y="4844372"/>
                  <a:pt x="1503230" y="4843715"/>
                </a:cubicBezTo>
                <a:lnTo>
                  <a:pt x="1512167" y="4840941"/>
                </a:lnTo>
                <a:lnTo>
                  <a:pt x="1511818" y="4844398"/>
                </a:lnTo>
                <a:cubicBezTo>
                  <a:pt x="1511818" y="4871643"/>
                  <a:pt x="1533905" y="4893730"/>
                  <a:pt x="1561150" y="4893730"/>
                </a:cubicBezTo>
                <a:close/>
                <a:moveTo>
                  <a:pt x="851898" y="4893730"/>
                </a:moveTo>
                <a:cubicBezTo>
                  <a:pt x="865520" y="4893730"/>
                  <a:pt x="877853" y="4888208"/>
                  <a:pt x="886780" y="4879281"/>
                </a:cubicBezTo>
                <a:lnTo>
                  <a:pt x="892427" y="4872437"/>
                </a:lnTo>
                <a:lnTo>
                  <a:pt x="898074" y="4879281"/>
                </a:lnTo>
                <a:cubicBezTo>
                  <a:pt x="907001" y="4888208"/>
                  <a:pt x="919337" y="4893730"/>
                  <a:pt x="932958" y="4893730"/>
                </a:cubicBezTo>
                <a:cubicBezTo>
                  <a:pt x="960204" y="4893730"/>
                  <a:pt x="982290" y="4871643"/>
                  <a:pt x="982290" y="4844398"/>
                </a:cubicBezTo>
                <a:lnTo>
                  <a:pt x="981941" y="4840941"/>
                </a:lnTo>
                <a:lnTo>
                  <a:pt x="990880" y="4843715"/>
                </a:lnTo>
                <a:cubicBezTo>
                  <a:pt x="994091" y="4844372"/>
                  <a:pt x="997417" y="4844717"/>
                  <a:pt x="1000822" y="4844717"/>
                </a:cubicBezTo>
                <a:cubicBezTo>
                  <a:pt x="1028066" y="4844717"/>
                  <a:pt x="1050154" y="4822631"/>
                  <a:pt x="1050154" y="4795386"/>
                </a:cubicBezTo>
                <a:cubicBezTo>
                  <a:pt x="1050154" y="4785169"/>
                  <a:pt x="1047048" y="4775677"/>
                  <a:pt x="1041729" y="4767804"/>
                </a:cubicBezTo>
                <a:lnTo>
                  <a:pt x="1038461" y="4763844"/>
                </a:lnTo>
                <a:lnTo>
                  <a:pt x="1045473" y="4761667"/>
                </a:lnTo>
                <a:cubicBezTo>
                  <a:pt x="1063179" y="4754178"/>
                  <a:pt x="1075602" y="4736646"/>
                  <a:pt x="1075602" y="4716212"/>
                </a:cubicBezTo>
                <a:cubicBezTo>
                  <a:pt x="1075602" y="4695778"/>
                  <a:pt x="1063179" y="4678246"/>
                  <a:pt x="1045473" y="4670757"/>
                </a:cubicBezTo>
                <a:lnTo>
                  <a:pt x="1039092" y="4668777"/>
                </a:lnTo>
                <a:lnTo>
                  <a:pt x="1041729" y="4665583"/>
                </a:lnTo>
                <a:cubicBezTo>
                  <a:pt x="1047048" y="4657709"/>
                  <a:pt x="1050154" y="4648218"/>
                  <a:pt x="1050154" y="4638001"/>
                </a:cubicBezTo>
                <a:cubicBezTo>
                  <a:pt x="1050154" y="4610756"/>
                  <a:pt x="1028066" y="4588669"/>
                  <a:pt x="1000822" y="4588669"/>
                </a:cubicBezTo>
                <a:cubicBezTo>
                  <a:pt x="995713" y="4588669"/>
                  <a:pt x="990787" y="4589446"/>
                  <a:pt x="986151" y="4590887"/>
                </a:cubicBezTo>
                <a:lnTo>
                  <a:pt x="981892" y="4592935"/>
                </a:lnTo>
                <a:lnTo>
                  <a:pt x="982290" y="4588989"/>
                </a:lnTo>
                <a:cubicBezTo>
                  <a:pt x="982290" y="4561743"/>
                  <a:pt x="960204" y="4539657"/>
                  <a:pt x="932959" y="4539657"/>
                </a:cubicBezTo>
                <a:cubicBezTo>
                  <a:pt x="919337" y="4539657"/>
                  <a:pt x="907001" y="4545179"/>
                  <a:pt x="898074" y="4554106"/>
                </a:cubicBezTo>
                <a:lnTo>
                  <a:pt x="892427" y="4560950"/>
                </a:lnTo>
                <a:lnTo>
                  <a:pt x="886781" y="4554106"/>
                </a:lnTo>
                <a:cubicBezTo>
                  <a:pt x="877854" y="4545179"/>
                  <a:pt x="865520" y="4539657"/>
                  <a:pt x="851898" y="4539657"/>
                </a:cubicBezTo>
                <a:cubicBezTo>
                  <a:pt x="824653" y="4539657"/>
                  <a:pt x="802566" y="4561743"/>
                  <a:pt x="802566" y="4588989"/>
                </a:cubicBezTo>
                <a:lnTo>
                  <a:pt x="802914" y="4592446"/>
                </a:lnTo>
                <a:lnTo>
                  <a:pt x="793976" y="4589671"/>
                </a:lnTo>
                <a:cubicBezTo>
                  <a:pt x="790765" y="4589014"/>
                  <a:pt x="787440" y="4588669"/>
                  <a:pt x="784034" y="4588669"/>
                </a:cubicBezTo>
                <a:cubicBezTo>
                  <a:pt x="756789" y="4588669"/>
                  <a:pt x="734702" y="4610756"/>
                  <a:pt x="734702" y="4638001"/>
                </a:cubicBezTo>
                <a:cubicBezTo>
                  <a:pt x="734702" y="4648218"/>
                  <a:pt x="737808" y="4657709"/>
                  <a:pt x="743127" y="4665583"/>
                </a:cubicBezTo>
                <a:lnTo>
                  <a:pt x="745763" y="4668777"/>
                </a:lnTo>
                <a:lnTo>
                  <a:pt x="739383" y="4670757"/>
                </a:lnTo>
                <a:cubicBezTo>
                  <a:pt x="721677" y="4678246"/>
                  <a:pt x="709253" y="4695778"/>
                  <a:pt x="709253" y="4716212"/>
                </a:cubicBezTo>
                <a:cubicBezTo>
                  <a:pt x="709253" y="4736646"/>
                  <a:pt x="721677" y="4754178"/>
                  <a:pt x="739383" y="4761667"/>
                </a:cubicBezTo>
                <a:lnTo>
                  <a:pt x="746395" y="4763844"/>
                </a:lnTo>
                <a:lnTo>
                  <a:pt x="743127" y="4767804"/>
                </a:lnTo>
                <a:cubicBezTo>
                  <a:pt x="737808" y="4775677"/>
                  <a:pt x="734702" y="4785169"/>
                  <a:pt x="734702" y="4795386"/>
                </a:cubicBezTo>
                <a:cubicBezTo>
                  <a:pt x="734702" y="4822631"/>
                  <a:pt x="756789" y="4844717"/>
                  <a:pt x="784034" y="4844717"/>
                </a:cubicBezTo>
                <a:cubicBezTo>
                  <a:pt x="787440" y="4844717"/>
                  <a:pt x="790765" y="4844372"/>
                  <a:pt x="793976" y="4843715"/>
                </a:cubicBezTo>
                <a:lnTo>
                  <a:pt x="802914" y="4840941"/>
                </a:lnTo>
                <a:lnTo>
                  <a:pt x="802566" y="4844398"/>
                </a:lnTo>
                <a:cubicBezTo>
                  <a:pt x="802566" y="4871643"/>
                  <a:pt x="824652" y="4893730"/>
                  <a:pt x="851898" y="4893730"/>
                </a:cubicBezTo>
                <a:close/>
                <a:moveTo>
                  <a:pt x="142646" y="4893730"/>
                </a:moveTo>
                <a:cubicBezTo>
                  <a:pt x="156269" y="4893730"/>
                  <a:pt x="168602" y="4888208"/>
                  <a:pt x="177529" y="4879281"/>
                </a:cubicBezTo>
                <a:lnTo>
                  <a:pt x="183175" y="4872437"/>
                </a:lnTo>
                <a:lnTo>
                  <a:pt x="188822" y="4879281"/>
                </a:lnTo>
                <a:cubicBezTo>
                  <a:pt x="197750" y="4888208"/>
                  <a:pt x="210083" y="4893730"/>
                  <a:pt x="223705" y="4893730"/>
                </a:cubicBezTo>
                <a:cubicBezTo>
                  <a:pt x="250950" y="4893730"/>
                  <a:pt x="273037" y="4871643"/>
                  <a:pt x="273037" y="4844398"/>
                </a:cubicBezTo>
                <a:lnTo>
                  <a:pt x="272688" y="4840941"/>
                </a:lnTo>
                <a:lnTo>
                  <a:pt x="281627" y="4843715"/>
                </a:lnTo>
                <a:cubicBezTo>
                  <a:pt x="284838" y="4844372"/>
                  <a:pt x="288163" y="4844717"/>
                  <a:pt x="291569" y="4844717"/>
                </a:cubicBezTo>
                <a:cubicBezTo>
                  <a:pt x="318814" y="4844717"/>
                  <a:pt x="340901" y="4822631"/>
                  <a:pt x="340901" y="4795386"/>
                </a:cubicBezTo>
                <a:cubicBezTo>
                  <a:pt x="340901" y="4785169"/>
                  <a:pt x="337795" y="4775677"/>
                  <a:pt x="332476" y="4767804"/>
                </a:cubicBezTo>
                <a:lnTo>
                  <a:pt x="329208" y="4763844"/>
                </a:lnTo>
                <a:lnTo>
                  <a:pt x="336220" y="4761667"/>
                </a:lnTo>
                <a:cubicBezTo>
                  <a:pt x="353926" y="4754178"/>
                  <a:pt x="366349" y="4736646"/>
                  <a:pt x="366349" y="4716212"/>
                </a:cubicBezTo>
                <a:cubicBezTo>
                  <a:pt x="366349" y="4695778"/>
                  <a:pt x="353926" y="4678246"/>
                  <a:pt x="336220" y="4670757"/>
                </a:cubicBezTo>
                <a:lnTo>
                  <a:pt x="329840" y="4668777"/>
                </a:lnTo>
                <a:lnTo>
                  <a:pt x="332476" y="4665583"/>
                </a:lnTo>
                <a:cubicBezTo>
                  <a:pt x="337795" y="4657709"/>
                  <a:pt x="340901" y="4648218"/>
                  <a:pt x="340901" y="4638001"/>
                </a:cubicBezTo>
                <a:cubicBezTo>
                  <a:pt x="340901" y="4610756"/>
                  <a:pt x="318814" y="4588669"/>
                  <a:pt x="291569" y="4588669"/>
                </a:cubicBezTo>
                <a:cubicBezTo>
                  <a:pt x="286460" y="4588669"/>
                  <a:pt x="281533" y="4589446"/>
                  <a:pt x="276899" y="4590887"/>
                </a:cubicBezTo>
                <a:lnTo>
                  <a:pt x="272640" y="4592935"/>
                </a:lnTo>
                <a:lnTo>
                  <a:pt x="273037" y="4588989"/>
                </a:lnTo>
                <a:cubicBezTo>
                  <a:pt x="273037" y="4561743"/>
                  <a:pt x="250951" y="4539657"/>
                  <a:pt x="223705" y="4539657"/>
                </a:cubicBezTo>
                <a:cubicBezTo>
                  <a:pt x="210083" y="4539657"/>
                  <a:pt x="197750" y="4545179"/>
                  <a:pt x="188823" y="4554106"/>
                </a:cubicBezTo>
                <a:lnTo>
                  <a:pt x="183176" y="4560950"/>
                </a:lnTo>
                <a:lnTo>
                  <a:pt x="177529" y="4554106"/>
                </a:lnTo>
                <a:cubicBezTo>
                  <a:pt x="168602" y="4545179"/>
                  <a:pt x="156269" y="4539657"/>
                  <a:pt x="142646" y="4539657"/>
                </a:cubicBezTo>
                <a:cubicBezTo>
                  <a:pt x="115401" y="4539657"/>
                  <a:pt x="93314" y="4561743"/>
                  <a:pt x="93314" y="4588989"/>
                </a:cubicBezTo>
                <a:lnTo>
                  <a:pt x="93663" y="4592446"/>
                </a:lnTo>
                <a:lnTo>
                  <a:pt x="84725" y="4589671"/>
                </a:lnTo>
                <a:cubicBezTo>
                  <a:pt x="81513" y="4589014"/>
                  <a:pt x="78188" y="4588669"/>
                  <a:pt x="74783" y="4588669"/>
                </a:cubicBezTo>
                <a:cubicBezTo>
                  <a:pt x="47537" y="4588669"/>
                  <a:pt x="25451" y="4610756"/>
                  <a:pt x="25451" y="4638001"/>
                </a:cubicBezTo>
                <a:cubicBezTo>
                  <a:pt x="25451" y="4648218"/>
                  <a:pt x="28557" y="4657709"/>
                  <a:pt x="33876" y="4665583"/>
                </a:cubicBezTo>
                <a:lnTo>
                  <a:pt x="36511" y="4668777"/>
                </a:lnTo>
                <a:lnTo>
                  <a:pt x="30131" y="4670757"/>
                </a:lnTo>
                <a:cubicBezTo>
                  <a:pt x="12426" y="4678246"/>
                  <a:pt x="2" y="4695778"/>
                  <a:pt x="2" y="4716212"/>
                </a:cubicBezTo>
                <a:cubicBezTo>
                  <a:pt x="2" y="4736646"/>
                  <a:pt x="12426" y="4754178"/>
                  <a:pt x="30131" y="4761667"/>
                </a:cubicBezTo>
                <a:lnTo>
                  <a:pt x="37144" y="4763844"/>
                </a:lnTo>
                <a:lnTo>
                  <a:pt x="33876" y="4767804"/>
                </a:lnTo>
                <a:cubicBezTo>
                  <a:pt x="28557" y="4775677"/>
                  <a:pt x="25451" y="4785169"/>
                  <a:pt x="25451" y="4795386"/>
                </a:cubicBezTo>
                <a:cubicBezTo>
                  <a:pt x="25451" y="4822631"/>
                  <a:pt x="47537" y="4844717"/>
                  <a:pt x="74783" y="4844717"/>
                </a:cubicBezTo>
                <a:cubicBezTo>
                  <a:pt x="78188" y="4844717"/>
                  <a:pt x="81513" y="4844372"/>
                  <a:pt x="84725" y="4843715"/>
                </a:cubicBezTo>
                <a:lnTo>
                  <a:pt x="93663" y="4840941"/>
                </a:lnTo>
                <a:lnTo>
                  <a:pt x="93314" y="4844398"/>
                </a:lnTo>
                <a:cubicBezTo>
                  <a:pt x="93314" y="4871643"/>
                  <a:pt x="115401" y="4893730"/>
                  <a:pt x="142646" y="489373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Text Placeholder 18">
            <a:extLst>
              <a:ext uri="{FF2B5EF4-FFF2-40B4-BE49-F238E27FC236}">
                <a16:creationId xmlns:a16="http://schemas.microsoft.com/office/drawing/2014/main" id="{A0962502-0013-77C2-9858-EA9284577F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34067" y="1092199"/>
            <a:ext cx="5875866" cy="2959100"/>
          </a:xfrm>
        </p:spPr>
        <p:txBody>
          <a:bodyPr anchor="ctr">
            <a:noAutofit/>
          </a:bodyPr>
          <a:lstStyle>
            <a:lvl1pPr marL="0" indent="0" algn="ctr">
              <a:buNone/>
              <a:defRPr sz="45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70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70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70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70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Statement Text</a:t>
            </a:r>
          </a:p>
        </p:txBody>
      </p:sp>
    </p:spTree>
    <p:extLst>
      <p:ext uri="{BB962C8B-B14F-4D97-AF65-F5344CB8AC3E}">
        <p14:creationId xmlns:p14="http://schemas.microsoft.com/office/powerpoint/2010/main" val="3153771546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Statement Slide | Frame-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9AB767B-5D1D-0E96-8010-15EE708036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347B7C-6A57-24B0-1CB5-AFD6F68C1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©2024 Girl Scouts of the USA. All Rights Reserved. Not for public distribution.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D03D312-6F91-C655-8A1D-38D39468B676}"/>
              </a:ext>
            </a:extLst>
          </p:cNvPr>
          <p:cNvGrpSpPr/>
          <p:nvPr userDrawn="1"/>
        </p:nvGrpSpPr>
        <p:grpSpPr>
          <a:xfrm>
            <a:off x="157818" y="173258"/>
            <a:ext cx="8822758" cy="4476474"/>
            <a:chOff x="421988" y="396706"/>
            <a:chExt cx="11348025" cy="5757739"/>
          </a:xfrm>
          <a:solidFill>
            <a:schemeClr val="accent3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52241305-B02B-2CF0-540E-36136399BCEE}"/>
                </a:ext>
              </a:extLst>
            </p:cNvPr>
            <p:cNvSpPr/>
            <p:nvPr/>
          </p:nvSpPr>
          <p:spPr>
            <a:xfrm>
              <a:off x="1145985" y="396706"/>
              <a:ext cx="542575" cy="272910"/>
            </a:xfrm>
            <a:custGeom>
              <a:avLst/>
              <a:gdLst>
                <a:gd name="connsiteX0" fmla="*/ 570975 w 1141950"/>
                <a:gd name="connsiteY0" fmla="*/ 0 h 574390"/>
                <a:gd name="connsiteX1" fmla="*/ 1141950 w 1141950"/>
                <a:gd name="connsiteY1" fmla="*/ 570975 h 574390"/>
                <a:gd name="connsiteX2" fmla="*/ 1141606 w 1141950"/>
                <a:gd name="connsiteY2" fmla="*/ 574390 h 574390"/>
                <a:gd name="connsiteX3" fmla="*/ 345 w 1141950"/>
                <a:gd name="connsiteY3" fmla="*/ 574390 h 574390"/>
                <a:gd name="connsiteX4" fmla="*/ 0 w 1141950"/>
                <a:gd name="connsiteY4" fmla="*/ 570975 h 574390"/>
                <a:gd name="connsiteX5" fmla="*/ 570975 w 1141950"/>
                <a:gd name="connsiteY5" fmla="*/ 0 h 57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1950" h="574390">
                  <a:moveTo>
                    <a:pt x="570975" y="0"/>
                  </a:moveTo>
                  <a:cubicBezTo>
                    <a:pt x="886316" y="0"/>
                    <a:pt x="1141950" y="255634"/>
                    <a:pt x="1141950" y="570975"/>
                  </a:cubicBezTo>
                  <a:lnTo>
                    <a:pt x="1141606" y="574390"/>
                  </a:lnTo>
                  <a:lnTo>
                    <a:pt x="345" y="574390"/>
                  </a:lnTo>
                  <a:lnTo>
                    <a:pt x="0" y="570975"/>
                  </a:lnTo>
                  <a:cubicBezTo>
                    <a:pt x="0" y="255634"/>
                    <a:pt x="255634" y="0"/>
                    <a:pt x="5709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7A2F556B-1205-67A3-857F-7938B8C791C5}"/>
                </a:ext>
              </a:extLst>
            </p:cNvPr>
            <p:cNvSpPr/>
            <p:nvPr/>
          </p:nvSpPr>
          <p:spPr>
            <a:xfrm rot="10800000">
              <a:off x="421988" y="397483"/>
              <a:ext cx="550362" cy="271355"/>
            </a:xfrm>
            <a:custGeom>
              <a:avLst/>
              <a:gdLst>
                <a:gd name="connsiteX0" fmla="*/ 760815 w 1521631"/>
                <a:gd name="connsiteY0" fmla="*/ 0 h 750239"/>
                <a:gd name="connsiteX1" fmla="*/ 1507335 w 1521631"/>
                <a:gd name="connsiteY1" fmla="*/ 608431 h 750239"/>
                <a:gd name="connsiteX2" fmla="*/ 1521631 w 1521631"/>
                <a:gd name="connsiteY2" fmla="*/ 750239 h 750239"/>
                <a:gd name="connsiteX3" fmla="*/ 1214421 w 1521631"/>
                <a:gd name="connsiteY3" fmla="*/ 750239 h 750239"/>
                <a:gd name="connsiteX4" fmla="*/ 1206367 w 1521631"/>
                <a:gd name="connsiteY4" fmla="*/ 670345 h 750239"/>
                <a:gd name="connsiteX5" fmla="*/ 760814 w 1521631"/>
                <a:gd name="connsiteY5" fmla="*/ 307209 h 750239"/>
                <a:gd name="connsiteX6" fmla="*/ 315262 w 1521631"/>
                <a:gd name="connsiteY6" fmla="*/ 670345 h 750239"/>
                <a:gd name="connsiteX7" fmla="*/ 307208 w 1521631"/>
                <a:gd name="connsiteY7" fmla="*/ 750239 h 750239"/>
                <a:gd name="connsiteX8" fmla="*/ 0 w 1521631"/>
                <a:gd name="connsiteY8" fmla="*/ 750239 h 750239"/>
                <a:gd name="connsiteX9" fmla="*/ 14295 w 1521631"/>
                <a:gd name="connsiteY9" fmla="*/ 608431 h 750239"/>
                <a:gd name="connsiteX10" fmla="*/ 760815 w 1521631"/>
                <a:gd name="connsiteY10" fmla="*/ 0 h 75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31" h="750239">
                  <a:moveTo>
                    <a:pt x="760815" y="0"/>
                  </a:moveTo>
                  <a:cubicBezTo>
                    <a:pt x="1129052" y="0"/>
                    <a:pt x="1436281" y="261200"/>
                    <a:pt x="1507335" y="608431"/>
                  </a:cubicBezTo>
                  <a:lnTo>
                    <a:pt x="1521631" y="750239"/>
                  </a:lnTo>
                  <a:lnTo>
                    <a:pt x="1214421" y="750239"/>
                  </a:lnTo>
                  <a:lnTo>
                    <a:pt x="1206367" y="670345"/>
                  </a:lnTo>
                  <a:cubicBezTo>
                    <a:pt x="1163959" y="463104"/>
                    <a:pt x="980592" y="307209"/>
                    <a:pt x="760814" y="307209"/>
                  </a:cubicBezTo>
                  <a:cubicBezTo>
                    <a:pt x="541036" y="307209"/>
                    <a:pt x="357670" y="463104"/>
                    <a:pt x="315262" y="670345"/>
                  </a:cubicBezTo>
                  <a:lnTo>
                    <a:pt x="307208" y="750239"/>
                  </a:lnTo>
                  <a:lnTo>
                    <a:pt x="0" y="750239"/>
                  </a:lnTo>
                  <a:lnTo>
                    <a:pt x="14295" y="608431"/>
                  </a:lnTo>
                  <a:cubicBezTo>
                    <a:pt x="85349" y="261200"/>
                    <a:pt x="392579" y="0"/>
                    <a:pt x="76081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7975838A-821D-027F-AE4C-A69668CD936E}"/>
                </a:ext>
              </a:extLst>
            </p:cNvPr>
            <p:cNvSpPr/>
            <p:nvPr/>
          </p:nvSpPr>
          <p:spPr>
            <a:xfrm>
              <a:off x="2586193" y="396706"/>
              <a:ext cx="542575" cy="272910"/>
            </a:xfrm>
            <a:custGeom>
              <a:avLst/>
              <a:gdLst>
                <a:gd name="connsiteX0" fmla="*/ 570975 w 1141950"/>
                <a:gd name="connsiteY0" fmla="*/ 0 h 574390"/>
                <a:gd name="connsiteX1" fmla="*/ 1141950 w 1141950"/>
                <a:gd name="connsiteY1" fmla="*/ 570975 h 574390"/>
                <a:gd name="connsiteX2" fmla="*/ 1141606 w 1141950"/>
                <a:gd name="connsiteY2" fmla="*/ 574390 h 574390"/>
                <a:gd name="connsiteX3" fmla="*/ 345 w 1141950"/>
                <a:gd name="connsiteY3" fmla="*/ 574390 h 574390"/>
                <a:gd name="connsiteX4" fmla="*/ 0 w 1141950"/>
                <a:gd name="connsiteY4" fmla="*/ 570975 h 574390"/>
                <a:gd name="connsiteX5" fmla="*/ 570975 w 1141950"/>
                <a:gd name="connsiteY5" fmla="*/ 0 h 57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1950" h="574390">
                  <a:moveTo>
                    <a:pt x="570975" y="0"/>
                  </a:moveTo>
                  <a:cubicBezTo>
                    <a:pt x="886316" y="0"/>
                    <a:pt x="1141950" y="255634"/>
                    <a:pt x="1141950" y="570975"/>
                  </a:cubicBezTo>
                  <a:lnTo>
                    <a:pt x="1141606" y="574390"/>
                  </a:lnTo>
                  <a:lnTo>
                    <a:pt x="345" y="574390"/>
                  </a:lnTo>
                  <a:lnTo>
                    <a:pt x="0" y="570975"/>
                  </a:lnTo>
                  <a:cubicBezTo>
                    <a:pt x="0" y="255634"/>
                    <a:pt x="255634" y="0"/>
                    <a:pt x="5709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F886B4FC-FAD8-ED97-AA8B-5DF94AA4FE5D}"/>
                </a:ext>
              </a:extLst>
            </p:cNvPr>
            <p:cNvSpPr/>
            <p:nvPr/>
          </p:nvSpPr>
          <p:spPr>
            <a:xfrm rot="10800000">
              <a:off x="1862196" y="397483"/>
              <a:ext cx="550362" cy="271355"/>
            </a:xfrm>
            <a:custGeom>
              <a:avLst/>
              <a:gdLst>
                <a:gd name="connsiteX0" fmla="*/ 760815 w 1521631"/>
                <a:gd name="connsiteY0" fmla="*/ 0 h 750239"/>
                <a:gd name="connsiteX1" fmla="*/ 1507335 w 1521631"/>
                <a:gd name="connsiteY1" fmla="*/ 608431 h 750239"/>
                <a:gd name="connsiteX2" fmla="*/ 1521631 w 1521631"/>
                <a:gd name="connsiteY2" fmla="*/ 750239 h 750239"/>
                <a:gd name="connsiteX3" fmla="*/ 1214421 w 1521631"/>
                <a:gd name="connsiteY3" fmla="*/ 750239 h 750239"/>
                <a:gd name="connsiteX4" fmla="*/ 1206367 w 1521631"/>
                <a:gd name="connsiteY4" fmla="*/ 670345 h 750239"/>
                <a:gd name="connsiteX5" fmla="*/ 760814 w 1521631"/>
                <a:gd name="connsiteY5" fmla="*/ 307209 h 750239"/>
                <a:gd name="connsiteX6" fmla="*/ 315262 w 1521631"/>
                <a:gd name="connsiteY6" fmla="*/ 670345 h 750239"/>
                <a:gd name="connsiteX7" fmla="*/ 307208 w 1521631"/>
                <a:gd name="connsiteY7" fmla="*/ 750239 h 750239"/>
                <a:gd name="connsiteX8" fmla="*/ 0 w 1521631"/>
                <a:gd name="connsiteY8" fmla="*/ 750239 h 750239"/>
                <a:gd name="connsiteX9" fmla="*/ 14295 w 1521631"/>
                <a:gd name="connsiteY9" fmla="*/ 608431 h 750239"/>
                <a:gd name="connsiteX10" fmla="*/ 760815 w 1521631"/>
                <a:gd name="connsiteY10" fmla="*/ 0 h 75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31" h="750239">
                  <a:moveTo>
                    <a:pt x="760815" y="0"/>
                  </a:moveTo>
                  <a:cubicBezTo>
                    <a:pt x="1129052" y="0"/>
                    <a:pt x="1436281" y="261200"/>
                    <a:pt x="1507335" y="608431"/>
                  </a:cubicBezTo>
                  <a:lnTo>
                    <a:pt x="1521631" y="750239"/>
                  </a:lnTo>
                  <a:lnTo>
                    <a:pt x="1214421" y="750239"/>
                  </a:lnTo>
                  <a:lnTo>
                    <a:pt x="1206367" y="670345"/>
                  </a:lnTo>
                  <a:cubicBezTo>
                    <a:pt x="1163959" y="463104"/>
                    <a:pt x="980592" y="307209"/>
                    <a:pt x="760814" y="307209"/>
                  </a:cubicBezTo>
                  <a:cubicBezTo>
                    <a:pt x="541036" y="307209"/>
                    <a:pt x="357670" y="463104"/>
                    <a:pt x="315262" y="670345"/>
                  </a:cubicBezTo>
                  <a:lnTo>
                    <a:pt x="307208" y="750239"/>
                  </a:lnTo>
                  <a:lnTo>
                    <a:pt x="0" y="750239"/>
                  </a:lnTo>
                  <a:lnTo>
                    <a:pt x="14295" y="608431"/>
                  </a:lnTo>
                  <a:cubicBezTo>
                    <a:pt x="85349" y="261200"/>
                    <a:pt x="392579" y="0"/>
                    <a:pt x="76081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88827E0B-BC17-8EAD-4020-44C283792CC2}"/>
                </a:ext>
              </a:extLst>
            </p:cNvPr>
            <p:cNvSpPr/>
            <p:nvPr/>
          </p:nvSpPr>
          <p:spPr>
            <a:xfrm>
              <a:off x="4026401" y="396706"/>
              <a:ext cx="542575" cy="272910"/>
            </a:xfrm>
            <a:custGeom>
              <a:avLst/>
              <a:gdLst>
                <a:gd name="connsiteX0" fmla="*/ 570975 w 1141950"/>
                <a:gd name="connsiteY0" fmla="*/ 0 h 574390"/>
                <a:gd name="connsiteX1" fmla="*/ 1141950 w 1141950"/>
                <a:gd name="connsiteY1" fmla="*/ 570975 h 574390"/>
                <a:gd name="connsiteX2" fmla="*/ 1141606 w 1141950"/>
                <a:gd name="connsiteY2" fmla="*/ 574390 h 574390"/>
                <a:gd name="connsiteX3" fmla="*/ 345 w 1141950"/>
                <a:gd name="connsiteY3" fmla="*/ 574390 h 574390"/>
                <a:gd name="connsiteX4" fmla="*/ 0 w 1141950"/>
                <a:gd name="connsiteY4" fmla="*/ 570975 h 574390"/>
                <a:gd name="connsiteX5" fmla="*/ 570975 w 1141950"/>
                <a:gd name="connsiteY5" fmla="*/ 0 h 57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1950" h="574390">
                  <a:moveTo>
                    <a:pt x="570975" y="0"/>
                  </a:moveTo>
                  <a:cubicBezTo>
                    <a:pt x="886316" y="0"/>
                    <a:pt x="1141950" y="255634"/>
                    <a:pt x="1141950" y="570975"/>
                  </a:cubicBezTo>
                  <a:lnTo>
                    <a:pt x="1141606" y="574390"/>
                  </a:lnTo>
                  <a:lnTo>
                    <a:pt x="345" y="574390"/>
                  </a:lnTo>
                  <a:lnTo>
                    <a:pt x="0" y="570975"/>
                  </a:lnTo>
                  <a:cubicBezTo>
                    <a:pt x="0" y="255634"/>
                    <a:pt x="255634" y="0"/>
                    <a:pt x="5709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0E1DF2A1-1409-DCD6-49A9-9CEA93329D22}"/>
                </a:ext>
              </a:extLst>
            </p:cNvPr>
            <p:cNvSpPr/>
            <p:nvPr/>
          </p:nvSpPr>
          <p:spPr>
            <a:xfrm rot="10800000">
              <a:off x="3302403" y="397483"/>
              <a:ext cx="550362" cy="271355"/>
            </a:xfrm>
            <a:custGeom>
              <a:avLst/>
              <a:gdLst>
                <a:gd name="connsiteX0" fmla="*/ 760815 w 1521631"/>
                <a:gd name="connsiteY0" fmla="*/ 0 h 750239"/>
                <a:gd name="connsiteX1" fmla="*/ 1507335 w 1521631"/>
                <a:gd name="connsiteY1" fmla="*/ 608431 h 750239"/>
                <a:gd name="connsiteX2" fmla="*/ 1521631 w 1521631"/>
                <a:gd name="connsiteY2" fmla="*/ 750239 h 750239"/>
                <a:gd name="connsiteX3" fmla="*/ 1214421 w 1521631"/>
                <a:gd name="connsiteY3" fmla="*/ 750239 h 750239"/>
                <a:gd name="connsiteX4" fmla="*/ 1206367 w 1521631"/>
                <a:gd name="connsiteY4" fmla="*/ 670345 h 750239"/>
                <a:gd name="connsiteX5" fmla="*/ 760814 w 1521631"/>
                <a:gd name="connsiteY5" fmla="*/ 307209 h 750239"/>
                <a:gd name="connsiteX6" fmla="*/ 315262 w 1521631"/>
                <a:gd name="connsiteY6" fmla="*/ 670345 h 750239"/>
                <a:gd name="connsiteX7" fmla="*/ 307208 w 1521631"/>
                <a:gd name="connsiteY7" fmla="*/ 750239 h 750239"/>
                <a:gd name="connsiteX8" fmla="*/ 0 w 1521631"/>
                <a:gd name="connsiteY8" fmla="*/ 750239 h 750239"/>
                <a:gd name="connsiteX9" fmla="*/ 14295 w 1521631"/>
                <a:gd name="connsiteY9" fmla="*/ 608431 h 750239"/>
                <a:gd name="connsiteX10" fmla="*/ 760815 w 1521631"/>
                <a:gd name="connsiteY10" fmla="*/ 0 h 75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31" h="750239">
                  <a:moveTo>
                    <a:pt x="760815" y="0"/>
                  </a:moveTo>
                  <a:cubicBezTo>
                    <a:pt x="1129052" y="0"/>
                    <a:pt x="1436281" y="261200"/>
                    <a:pt x="1507335" y="608431"/>
                  </a:cubicBezTo>
                  <a:lnTo>
                    <a:pt x="1521631" y="750239"/>
                  </a:lnTo>
                  <a:lnTo>
                    <a:pt x="1214421" y="750239"/>
                  </a:lnTo>
                  <a:lnTo>
                    <a:pt x="1206367" y="670345"/>
                  </a:lnTo>
                  <a:cubicBezTo>
                    <a:pt x="1163959" y="463104"/>
                    <a:pt x="980592" y="307209"/>
                    <a:pt x="760814" y="307209"/>
                  </a:cubicBezTo>
                  <a:cubicBezTo>
                    <a:pt x="541036" y="307209"/>
                    <a:pt x="357670" y="463104"/>
                    <a:pt x="315262" y="670345"/>
                  </a:cubicBezTo>
                  <a:lnTo>
                    <a:pt x="307208" y="750239"/>
                  </a:lnTo>
                  <a:lnTo>
                    <a:pt x="0" y="750239"/>
                  </a:lnTo>
                  <a:lnTo>
                    <a:pt x="14295" y="608431"/>
                  </a:lnTo>
                  <a:cubicBezTo>
                    <a:pt x="85349" y="261200"/>
                    <a:pt x="392579" y="0"/>
                    <a:pt x="76081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EAB14EBB-04E8-A56B-0BEF-CF663C7853F4}"/>
                </a:ext>
              </a:extLst>
            </p:cNvPr>
            <p:cNvSpPr/>
            <p:nvPr/>
          </p:nvSpPr>
          <p:spPr>
            <a:xfrm>
              <a:off x="5466608" y="396706"/>
              <a:ext cx="542575" cy="272910"/>
            </a:xfrm>
            <a:custGeom>
              <a:avLst/>
              <a:gdLst>
                <a:gd name="connsiteX0" fmla="*/ 570975 w 1141950"/>
                <a:gd name="connsiteY0" fmla="*/ 0 h 574390"/>
                <a:gd name="connsiteX1" fmla="*/ 1141950 w 1141950"/>
                <a:gd name="connsiteY1" fmla="*/ 570975 h 574390"/>
                <a:gd name="connsiteX2" fmla="*/ 1141606 w 1141950"/>
                <a:gd name="connsiteY2" fmla="*/ 574390 h 574390"/>
                <a:gd name="connsiteX3" fmla="*/ 345 w 1141950"/>
                <a:gd name="connsiteY3" fmla="*/ 574390 h 574390"/>
                <a:gd name="connsiteX4" fmla="*/ 0 w 1141950"/>
                <a:gd name="connsiteY4" fmla="*/ 570975 h 574390"/>
                <a:gd name="connsiteX5" fmla="*/ 570975 w 1141950"/>
                <a:gd name="connsiteY5" fmla="*/ 0 h 57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1950" h="574390">
                  <a:moveTo>
                    <a:pt x="570975" y="0"/>
                  </a:moveTo>
                  <a:cubicBezTo>
                    <a:pt x="886316" y="0"/>
                    <a:pt x="1141950" y="255634"/>
                    <a:pt x="1141950" y="570975"/>
                  </a:cubicBezTo>
                  <a:lnTo>
                    <a:pt x="1141606" y="574390"/>
                  </a:lnTo>
                  <a:lnTo>
                    <a:pt x="345" y="574390"/>
                  </a:lnTo>
                  <a:lnTo>
                    <a:pt x="0" y="570975"/>
                  </a:lnTo>
                  <a:cubicBezTo>
                    <a:pt x="0" y="255634"/>
                    <a:pt x="255634" y="0"/>
                    <a:pt x="5709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EE6A7E6F-CB02-0A48-420D-BA97BA9FC377}"/>
                </a:ext>
              </a:extLst>
            </p:cNvPr>
            <p:cNvSpPr/>
            <p:nvPr/>
          </p:nvSpPr>
          <p:spPr>
            <a:xfrm rot="10800000">
              <a:off x="4742611" y="397483"/>
              <a:ext cx="550362" cy="271355"/>
            </a:xfrm>
            <a:custGeom>
              <a:avLst/>
              <a:gdLst>
                <a:gd name="connsiteX0" fmla="*/ 760815 w 1521631"/>
                <a:gd name="connsiteY0" fmla="*/ 0 h 750239"/>
                <a:gd name="connsiteX1" fmla="*/ 1507335 w 1521631"/>
                <a:gd name="connsiteY1" fmla="*/ 608431 h 750239"/>
                <a:gd name="connsiteX2" fmla="*/ 1521631 w 1521631"/>
                <a:gd name="connsiteY2" fmla="*/ 750239 h 750239"/>
                <a:gd name="connsiteX3" fmla="*/ 1214421 w 1521631"/>
                <a:gd name="connsiteY3" fmla="*/ 750239 h 750239"/>
                <a:gd name="connsiteX4" fmla="*/ 1206367 w 1521631"/>
                <a:gd name="connsiteY4" fmla="*/ 670345 h 750239"/>
                <a:gd name="connsiteX5" fmla="*/ 760814 w 1521631"/>
                <a:gd name="connsiteY5" fmla="*/ 307209 h 750239"/>
                <a:gd name="connsiteX6" fmla="*/ 315262 w 1521631"/>
                <a:gd name="connsiteY6" fmla="*/ 670345 h 750239"/>
                <a:gd name="connsiteX7" fmla="*/ 307208 w 1521631"/>
                <a:gd name="connsiteY7" fmla="*/ 750239 h 750239"/>
                <a:gd name="connsiteX8" fmla="*/ 0 w 1521631"/>
                <a:gd name="connsiteY8" fmla="*/ 750239 h 750239"/>
                <a:gd name="connsiteX9" fmla="*/ 14295 w 1521631"/>
                <a:gd name="connsiteY9" fmla="*/ 608431 h 750239"/>
                <a:gd name="connsiteX10" fmla="*/ 760815 w 1521631"/>
                <a:gd name="connsiteY10" fmla="*/ 0 h 75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31" h="750239">
                  <a:moveTo>
                    <a:pt x="760815" y="0"/>
                  </a:moveTo>
                  <a:cubicBezTo>
                    <a:pt x="1129052" y="0"/>
                    <a:pt x="1436281" y="261200"/>
                    <a:pt x="1507335" y="608431"/>
                  </a:cubicBezTo>
                  <a:lnTo>
                    <a:pt x="1521631" y="750239"/>
                  </a:lnTo>
                  <a:lnTo>
                    <a:pt x="1214421" y="750239"/>
                  </a:lnTo>
                  <a:lnTo>
                    <a:pt x="1206367" y="670345"/>
                  </a:lnTo>
                  <a:cubicBezTo>
                    <a:pt x="1163959" y="463104"/>
                    <a:pt x="980592" y="307209"/>
                    <a:pt x="760814" y="307209"/>
                  </a:cubicBezTo>
                  <a:cubicBezTo>
                    <a:pt x="541036" y="307209"/>
                    <a:pt x="357670" y="463104"/>
                    <a:pt x="315262" y="670345"/>
                  </a:cubicBezTo>
                  <a:lnTo>
                    <a:pt x="307208" y="750239"/>
                  </a:lnTo>
                  <a:lnTo>
                    <a:pt x="0" y="750239"/>
                  </a:lnTo>
                  <a:lnTo>
                    <a:pt x="14295" y="608431"/>
                  </a:lnTo>
                  <a:cubicBezTo>
                    <a:pt x="85349" y="261200"/>
                    <a:pt x="392579" y="0"/>
                    <a:pt x="76081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1C37CC3-A091-0A78-0D27-D4AD15CF6F7B}"/>
                </a:ext>
              </a:extLst>
            </p:cNvPr>
            <p:cNvSpPr/>
            <p:nvPr/>
          </p:nvSpPr>
          <p:spPr>
            <a:xfrm>
              <a:off x="6906816" y="396706"/>
              <a:ext cx="542575" cy="272910"/>
            </a:xfrm>
            <a:custGeom>
              <a:avLst/>
              <a:gdLst>
                <a:gd name="connsiteX0" fmla="*/ 570975 w 1141950"/>
                <a:gd name="connsiteY0" fmla="*/ 0 h 574390"/>
                <a:gd name="connsiteX1" fmla="*/ 1141950 w 1141950"/>
                <a:gd name="connsiteY1" fmla="*/ 570975 h 574390"/>
                <a:gd name="connsiteX2" fmla="*/ 1141606 w 1141950"/>
                <a:gd name="connsiteY2" fmla="*/ 574390 h 574390"/>
                <a:gd name="connsiteX3" fmla="*/ 345 w 1141950"/>
                <a:gd name="connsiteY3" fmla="*/ 574390 h 574390"/>
                <a:gd name="connsiteX4" fmla="*/ 0 w 1141950"/>
                <a:gd name="connsiteY4" fmla="*/ 570975 h 574390"/>
                <a:gd name="connsiteX5" fmla="*/ 570975 w 1141950"/>
                <a:gd name="connsiteY5" fmla="*/ 0 h 57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1950" h="574390">
                  <a:moveTo>
                    <a:pt x="570975" y="0"/>
                  </a:moveTo>
                  <a:cubicBezTo>
                    <a:pt x="886316" y="0"/>
                    <a:pt x="1141950" y="255634"/>
                    <a:pt x="1141950" y="570975"/>
                  </a:cubicBezTo>
                  <a:lnTo>
                    <a:pt x="1141606" y="574390"/>
                  </a:lnTo>
                  <a:lnTo>
                    <a:pt x="345" y="574390"/>
                  </a:lnTo>
                  <a:lnTo>
                    <a:pt x="0" y="570975"/>
                  </a:lnTo>
                  <a:cubicBezTo>
                    <a:pt x="0" y="255634"/>
                    <a:pt x="255634" y="0"/>
                    <a:pt x="5709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7B5B55B-ADD1-75A2-FE4B-5AC98EFAEA4F}"/>
                </a:ext>
              </a:extLst>
            </p:cNvPr>
            <p:cNvSpPr/>
            <p:nvPr/>
          </p:nvSpPr>
          <p:spPr>
            <a:xfrm rot="10800000">
              <a:off x="6182819" y="397483"/>
              <a:ext cx="550362" cy="271355"/>
            </a:xfrm>
            <a:custGeom>
              <a:avLst/>
              <a:gdLst>
                <a:gd name="connsiteX0" fmla="*/ 760815 w 1521631"/>
                <a:gd name="connsiteY0" fmla="*/ 0 h 750239"/>
                <a:gd name="connsiteX1" fmla="*/ 1507335 w 1521631"/>
                <a:gd name="connsiteY1" fmla="*/ 608431 h 750239"/>
                <a:gd name="connsiteX2" fmla="*/ 1521631 w 1521631"/>
                <a:gd name="connsiteY2" fmla="*/ 750239 h 750239"/>
                <a:gd name="connsiteX3" fmla="*/ 1214421 w 1521631"/>
                <a:gd name="connsiteY3" fmla="*/ 750239 h 750239"/>
                <a:gd name="connsiteX4" fmla="*/ 1206367 w 1521631"/>
                <a:gd name="connsiteY4" fmla="*/ 670345 h 750239"/>
                <a:gd name="connsiteX5" fmla="*/ 760814 w 1521631"/>
                <a:gd name="connsiteY5" fmla="*/ 307209 h 750239"/>
                <a:gd name="connsiteX6" fmla="*/ 315262 w 1521631"/>
                <a:gd name="connsiteY6" fmla="*/ 670345 h 750239"/>
                <a:gd name="connsiteX7" fmla="*/ 307208 w 1521631"/>
                <a:gd name="connsiteY7" fmla="*/ 750239 h 750239"/>
                <a:gd name="connsiteX8" fmla="*/ 0 w 1521631"/>
                <a:gd name="connsiteY8" fmla="*/ 750239 h 750239"/>
                <a:gd name="connsiteX9" fmla="*/ 14295 w 1521631"/>
                <a:gd name="connsiteY9" fmla="*/ 608431 h 750239"/>
                <a:gd name="connsiteX10" fmla="*/ 760815 w 1521631"/>
                <a:gd name="connsiteY10" fmla="*/ 0 h 75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31" h="750239">
                  <a:moveTo>
                    <a:pt x="760815" y="0"/>
                  </a:moveTo>
                  <a:cubicBezTo>
                    <a:pt x="1129052" y="0"/>
                    <a:pt x="1436281" y="261200"/>
                    <a:pt x="1507335" y="608431"/>
                  </a:cubicBezTo>
                  <a:lnTo>
                    <a:pt x="1521631" y="750239"/>
                  </a:lnTo>
                  <a:lnTo>
                    <a:pt x="1214421" y="750239"/>
                  </a:lnTo>
                  <a:lnTo>
                    <a:pt x="1206367" y="670345"/>
                  </a:lnTo>
                  <a:cubicBezTo>
                    <a:pt x="1163959" y="463104"/>
                    <a:pt x="980592" y="307209"/>
                    <a:pt x="760814" y="307209"/>
                  </a:cubicBezTo>
                  <a:cubicBezTo>
                    <a:pt x="541036" y="307209"/>
                    <a:pt x="357670" y="463104"/>
                    <a:pt x="315262" y="670345"/>
                  </a:cubicBezTo>
                  <a:lnTo>
                    <a:pt x="307208" y="750239"/>
                  </a:lnTo>
                  <a:lnTo>
                    <a:pt x="0" y="750239"/>
                  </a:lnTo>
                  <a:lnTo>
                    <a:pt x="14295" y="608431"/>
                  </a:lnTo>
                  <a:cubicBezTo>
                    <a:pt x="85349" y="261200"/>
                    <a:pt x="392579" y="0"/>
                    <a:pt x="76081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7FA6143D-DE3F-3527-D8EE-6D65ED2B499A}"/>
                </a:ext>
              </a:extLst>
            </p:cNvPr>
            <p:cNvSpPr/>
            <p:nvPr/>
          </p:nvSpPr>
          <p:spPr>
            <a:xfrm>
              <a:off x="8347023" y="396706"/>
              <a:ext cx="542575" cy="272910"/>
            </a:xfrm>
            <a:custGeom>
              <a:avLst/>
              <a:gdLst>
                <a:gd name="connsiteX0" fmla="*/ 570975 w 1141950"/>
                <a:gd name="connsiteY0" fmla="*/ 0 h 574390"/>
                <a:gd name="connsiteX1" fmla="*/ 1141950 w 1141950"/>
                <a:gd name="connsiteY1" fmla="*/ 570975 h 574390"/>
                <a:gd name="connsiteX2" fmla="*/ 1141606 w 1141950"/>
                <a:gd name="connsiteY2" fmla="*/ 574390 h 574390"/>
                <a:gd name="connsiteX3" fmla="*/ 345 w 1141950"/>
                <a:gd name="connsiteY3" fmla="*/ 574390 h 574390"/>
                <a:gd name="connsiteX4" fmla="*/ 0 w 1141950"/>
                <a:gd name="connsiteY4" fmla="*/ 570975 h 574390"/>
                <a:gd name="connsiteX5" fmla="*/ 570975 w 1141950"/>
                <a:gd name="connsiteY5" fmla="*/ 0 h 57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1950" h="574390">
                  <a:moveTo>
                    <a:pt x="570975" y="0"/>
                  </a:moveTo>
                  <a:cubicBezTo>
                    <a:pt x="886316" y="0"/>
                    <a:pt x="1141950" y="255634"/>
                    <a:pt x="1141950" y="570975"/>
                  </a:cubicBezTo>
                  <a:lnTo>
                    <a:pt x="1141606" y="574390"/>
                  </a:lnTo>
                  <a:lnTo>
                    <a:pt x="345" y="574390"/>
                  </a:lnTo>
                  <a:lnTo>
                    <a:pt x="0" y="570975"/>
                  </a:lnTo>
                  <a:cubicBezTo>
                    <a:pt x="0" y="255634"/>
                    <a:pt x="255634" y="0"/>
                    <a:pt x="5709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7BABA0AE-12D4-81B1-43ED-551F2F38B8E9}"/>
                </a:ext>
              </a:extLst>
            </p:cNvPr>
            <p:cNvSpPr/>
            <p:nvPr/>
          </p:nvSpPr>
          <p:spPr>
            <a:xfrm rot="10800000">
              <a:off x="7623026" y="397483"/>
              <a:ext cx="550362" cy="271355"/>
            </a:xfrm>
            <a:custGeom>
              <a:avLst/>
              <a:gdLst>
                <a:gd name="connsiteX0" fmla="*/ 760815 w 1521631"/>
                <a:gd name="connsiteY0" fmla="*/ 0 h 750239"/>
                <a:gd name="connsiteX1" fmla="*/ 1507335 w 1521631"/>
                <a:gd name="connsiteY1" fmla="*/ 608431 h 750239"/>
                <a:gd name="connsiteX2" fmla="*/ 1521631 w 1521631"/>
                <a:gd name="connsiteY2" fmla="*/ 750239 h 750239"/>
                <a:gd name="connsiteX3" fmla="*/ 1214421 w 1521631"/>
                <a:gd name="connsiteY3" fmla="*/ 750239 h 750239"/>
                <a:gd name="connsiteX4" fmla="*/ 1206367 w 1521631"/>
                <a:gd name="connsiteY4" fmla="*/ 670345 h 750239"/>
                <a:gd name="connsiteX5" fmla="*/ 760814 w 1521631"/>
                <a:gd name="connsiteY5" fmla="*/ 307209 h 750239"/>
                <a:gd name="connsiteX6" fmla="*/ 315262 w 1521631"/>
                <a:gd name="connsiteY6" fmla="*/ 670345 h 750239"/>
                <a:gd name="connsiteX7" fmla="*/ 307208 w 1521631"/>
                <a:gd name="connsiteY7" fmla="*/ 750239 h 750239"/>
                <a:gd name="connsiteX8" fmla="*/ 0 w 1521631"/>
                <a:gd name="connsiteY8" fmla="*/ 750239 h 750239"/>
                <a:gd name="connsiteX9" fmla="*/ 14295 w 1521631"/>
                <a:gd name="connsiteY9" fmla="*/ 608431 h 750239"/>
                <a:gd name="connsiteX10" fmla="*/ 760815 w 1521631"/>
                <a:gd name="connsiteY10" fmla="*/ 0 h 75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31" h="750239">
                  <a:moveTo>
                    <a:pt x="760815" y="0"/>
                  </a:moveTo>
                  <a:cubicBezTo>
                    <a:pt x="1129052" y="0"/>
                    <a:pt x="1436281" y="261200"/>
                    <a:pt x="1507335" y="608431"/>
                  </a:cubicBezTo>
                  <a:lnTo>
                    <a:pt x="1521631" y="750239"/>
                  </a:lnTo>
                  <a:lnTo>
                    <a:pt x="1214421" y="750239"/>
                  </a:lnTo>
                  <a:lnTo>
                    <a:pt x="1206367" y="670345"/>
                  </a:lnTo>
                  <a:cubicBezTo>
                    <a:pt x="1163959" y="463104"/>
                    <a:pt x="980592" y="307209"/>
                    <a:pt x="760814" y="307209"/>
                  </a:cubicBezTo>
                  <a:cubicBezTo>
                    <a:pt x="541036" y="307209"/>
                    <a:pt x="357670" y="463104"/>
                    <a:pt x="315262" y="670345"/>
                  </a:cubicBezTo>
                  <a:lnTo>
                    <a:pt x="307208" y="750239"/>
                  </a:lnTo>
                  <a:lnTo>
                    <a:pt x="0" y="750239"/>
                  </a:lnTo>
                  <a:lnTo>
                    <a:pt x="14295" y="608431"/>
                  </a:lnTo>
                  <a:cubicBezTo>
                    <a:pt x="85349" y="261200"/>
                    <a:pt x="392579" y="0"/>
                    <a:pt x="76081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F6548012-8A6D-4027-9DC5-550E3C52905E}"/>
                </a:ext>
              </a:extLst>
            </p:cNvPr>
            <p:cNvSpPr/>
            <p:nvPr/>
          </p:nvSpPr>
          <p:spPr>
            <a:xfrm>
              <a:off x="9787231" y="396706"/>
              <a:ext cx="542575" cy="272910"/>
            </a:xfrm>
            <a:custGeom>
              <a:avLst/>
              <a:gdLst>
                <a:gd name="connsiteX0" fmla="*/ 570975 w 1141950"/>
                <a:gd name="connsiteY0" fmla="*/ 0 h 574390"/>
                <a:gd name="connsiteX1" fmla="*/ 1141950 w 1141950"/>
                <a:gd name="connsiteY1" fmla="*/ 570975 h 574390"/>
                <a:gd name="connsiteX2" fmla="*/ 1141606 w 1141950"/>
                <a:gd name="connsiteY2" fmla="*/ 574390 h 574390"/>
                <a:gd name="connsiteX3" fmla="*/ 345 w 1141950"/>
                <a:gd name="connsiteY3" fmla="*/ 574390 h 574390"/>
                <a:gd name="connsiteX4" fmla="*/ 0 w 1141950"/>
                <a:gd name="connsiteY4" fmla="*/ 570975 h 574390"/>
                <a:gd name="connsiteX5" fmla="*/ 570975 w 1141950"/>
                <a:gd name="connsiteY5" fmla="*/ 0 h 57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1950" h="574390">
                  <a:moveTo>
                    <a:pt x="570975" y="0"/>
                  </a:moveTo>
                  <a:cubicBezTo>
                    <a:pt x="886316" y="0"/>
                    <a:pt x="1141950" y="255634"/>
                    <a:pt x="1141950" y="570975"/>
                  </a:cubicBezTo>
                  <a:lnTo>
                    <a:pt x="1141606" y="574390"/>
                  </a:lnTo>
                  <a:lnTo>
                    <a:pt x="345" y="574390"/>
                  </a:lnTo>
                  <a:lnTo>
                    <a:pt x="0" y="570975"/>
                  </a:lnTo>
                  <a:cubicBezTo>
                    <a:pt x="0" y="255634"/>
                    <a:pt x="255634" y="0"/>
                    <a:pt x="5709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0999FF53-E5B9-93EE-A342-8017D81CA9B6}"/>
                </a:ext>
              </a:extLst>
            </p:cNvPr>
            <p:cNvSpPr/>
            <p:nvPr/>
          </p:nvSpPr>
          <p:spPr>
            <a:xfrm rot="10800000">
              <a:off x="9063234" y="397483"/>
              <a:ext cx="550362" cy="271355"/>
            </a:xfrm>
            <a:custGeom>
              <a:avLst/>
              <a:gdLst>
                <a:gd name="connsiteX0" fmla="*/ 760815 w 1521631"/>
                <a:gd name="connsiteY0" fmla="*/ 0 h 750239"/>
                <a:gd name="connsiteX1" fmla="*/ 1507335 w 1521631"/>
                <a:gd name="connsiteY1" fmla="*/ 608431 h 750239"/>
                <a:gd name="connsiteX2" fmla="*/ 1521631 w 1521631"/>
                <a:gd name="connsiteY2" fmla="*/ 750239 h 750239"/>
                <a:gd name="connsiteX3" fmla="*/ 1214421 w 1521631"/>
                <a:gd name="connsiteY3" fmla="*/ 750239 h 750239"/>
                <a:gd name="connsiteX4" fmla="*/ 1206367 w 1521631"/>
                <a:gd name="connsiteY4" fmla="*/ 670345 h 750239"/>
                <a:gd name="connsiteX5" fmla="*/ 760814 w 1521631"/>
                <a:gd name="connsiteY5" fmla="*/ 307209 h 750239"/>
                <a:gd name="connsiteX6" fmla="*/ 315262 w 1521631"/>
                <a:gd name="connsiteY6" fmla="*/ 670345 h 750239"/>
                <a:gd name="connsiteX7" fmla="*/ 307208 w 1521631"/>
                <a:gd name="connsiteY7" fmla="*/ 750239 h 750239"/>
                <a:gd name="connsiteX8" fmla="*/ 0 w 1521631"/>
                <a:gd name="connsiteY8" fmla="*/ 750239 h 750239"/>
                <a:gd name="connsiteX9" fmla="*/ 14295 w 1521631"/>
                <a:gd name="connsiteY9" fmla="*/ 608431 h 750239"/>
                <a:gd name="connsiteX10" fmla="*/ 760815 w 1521631"/>
                <a:gd name="connsiteY10" fmla="*/ 0 h 75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31" h="750239">
                  <a:moveTo>
                    <a:pt x="760815" y="0"/>
                  </a:moveTo>
                  <a:cubicBezTo>
                    <a:pt x="1129052" y="0"/>
                    <a:pt x="1436281" y="261200"/>
                    <a:pt x="1507335" y="608431"/>
                  </a:cubicBezTo>
                  <a:lnTo>
                    <a:pt x="1521631" y="750239"/>
                  </a:lnTo>
                  <a:lnTo>
                    <a:pt x="1214421" y="750239"/>
                  </a:lnTo>
                  <a:lnTo>
                    <a:pt x="1206367" y="670345"/>
                  </a:lnTo>
                  <a:cubicBezTo>
                    <a:pt x="1163959" y="463104"/>
                    <a:pt x="980592" y="307209"/>
                    <a:pt x="760814" y="307209"/>
                  </a:cubicBezTo>
                  <a:cubicBezTo>
                    <a:pt x="541036" y="307209"/>
                    <a:pt x="357670" y="463104"/>
                    <a:pt x="315262" y="670345"/>
                  </a:cubicBezTo>
                  <a:lnTo>
                    <a:pt x="307208" y="750239"/>
                  </a:lnTo>
                  <a:lnTo>
                    <a:pt x="0" y="750239"/>
                  </a:lnTo>
                  <a:lnTo>
                    <a:pt x="14295" y="608431"/>
                  </a:lnTo>
                  <a:cubicBezTo>
                    <a:pt x="85349" y="261200"/>
                    <a:pt x="392579" y="0"/>
                    <a:pt x="76081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6B421A5-39AF-F720-180F-1C3608E147DF}"/>
                </a:ext>
              </a:extLst>
            </p:cNvPr>
            <p:cNvSpPr/>
            <p:nvPr/>
          </p:nvSpPr>
          <p:spPr>
            <a:xfrm>
              <a:off x="11227438" y="404279"/>
              <a:ext cx="542575" cy="272910"/>
            </a:xfrm>
            <a:custGeom>
              <a:avLst/>
              <a:gdLst>
                <a:gd name="connsiteX0" fmla="*/ 570975 w 1141950"/>
                <a:gd name="connsiteY0" fmla="*/ 0 h 574390"/>
                <a:gd name="connsiteX1" fmla="*/ 1141950 w 1141950"/>
                <a:gd name="connsiteY1" fmla="*/ 570975 h 574390"/>
                <a:gd name="connsiteX2" fmla="*/ 1141606 w 1141950"/>
                <a:gd name="connsiteY2" fmla="*/ 574390 h 574390"/>
                <a:gd name="connsiteX3" fmla="*/ 345 w 1141950"/>
                <a:gd name="connsiteY3" fmla="*/ 574390 h 574390"/>
                <a:gd name="connsiteX4" fmla="*/ 0 w 1141950"/>
                <a:gd name="connsiteY4" fmla="*/ 570975 h 574390"/>
                <a:gd name="connsiteX5" fmla="*/ 570975 w 1141950"/>
                <a:gd name="connsiteY5" fmla="*/ 0 h 57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1950" h="574390">
                  <a:moveTo>
                    <a:pt x="570975" y="0"/>
                  </a:moveTo>
                  <a:cubicBezTo>
                    <a:pt x="886316" y="0"/>
                    <a:pt x="1141950" y="255634"/>
                    <a:pt x="1141950" y="570975"/>
                  </a:cubicBezTo>
                  <a:lnTo>
                    <a:pt x="1141606" y="574390"/>
                  </a:lnTo>
                  <a:lnTo>
                    <a:pt x="345" y="574390"/>
                  </a:lnTo>
                  <a:lnTo>
                    <a:pt x="0" y="570975"/>
                  </a:lnTo>
                  <a:cubicBezTo>
                    <a:pt x="0" y="255634"/>
                    <a:pt x="255634" y="0"/>
                    <a:pt x="5709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03E51BD3-DC84-FD95-0774-87308EA0CBC8}"/>
                </a:ext>
              </a:extLst>
            </p:cNvPr>
            <p:cNvSpPr/>
            <p:nvPr/>
          </p:nvSpPr>
          <p:spPr>
            <a:xfrm rot="10800000">
              <a:off x="10503441" y="397483"/>
              <a:ext cx="550362" cy="271355"/>
            </a:xfrm>
            <a:custGeom>
              <a:avLst/>
              <a:gdLst>
                <a:gd name="connsiteX0" fmla="*/ 760815 w 1521631"/>
                <a:gd name="connsiteY0" fmla="*/ 0 h 750239"/>
                <a:gd name="connsiteX1" fmla="*/ 1507335 w 1521631"/>
                <a:gd name="connsiteY1" fmla="*/ 608431 h 750239"/>
                <a:gd name="connsiteX2" fmla="*/ 1521631 w 1521631"/>
                <a:gd name="connsiteY2" fmla="*/ 750239 h 750239"/>
                <a:gd name="connsiteX3" fmla="*/ 1214421 w 1521631"/>
                <a:gd name="connsiteY3" fmla="*/ 750239 h 750239"/>
                <a:gd name="connsiteX4" fmla="*/ 1206367 w 1521631"/>
                <a:gd name="connsiteY4" fmla="*/ 670345 h 750239"/>
                <a:gd name="connsiteX5" fmla="*/ 760814 w 1521631"/>
                <a:gd name="connsiteY5" fmla="*/ 307209 h 750239"/>
                <a:gd name="connsiteX6" fmla="*/ 315262 w 1521631"/>
                <a:gd name="connsiteY6" fmla="*/ 670345 h 750239"/>
                <a:gd name="connsiteX7" fmla="*/ 307208 w 1521631"/>
                <a:gd name="connsiteY7" fmla="*/ 750239 h 750239"/>
                <a:gd name="connsiteX8" fmla="*/ 0 w 1521631"/>
                <a:gd name="connsiteY8" fmla="*/ 750239 h 750239"/>
                <a:gd name="connsiteX9" fmla="*/ 14295 w 1521631"/>
                <a:gd name="connsiteY9" fmla="*/ 608431 h 750239"/>
                <a:gd name="connsiteX10" fmla="*/ 760815 w 1521631"/>
                <a:gd name="connsiteY10" fmla="*/ 0 h 75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31" h="750239">
                  <a:moveTo>
                    <a:pt x="760815" y="0"/>
                  </a:moveTo>
                  <a:cubicBezTo>
                    <a:pt x="1129052" y="0"/>
                    <a:pt x="1436281" y="261200"/>
                    <a:pt x="1507335" y="608431"/>
                  </a:cubicBezTo>
                  <a:lnTo>
                    <a:pt x="1521631" y="750239"/>
                  </a:lnTo>
                  <a:lnTo>
                    <a:pt x="1214421" y="750239"/>
                  </a:lnTo>
                  <a:lnTo>
                    <a:pt x="1206367" y="670345"/>
                  </a:lnTo>
                  <a:cubicBezTo>
                    <a:pt x="1163959" y="463104"/>
                    <a:pt x="980592" y="307209"/>
                    <a:pt x="760814" y="307209"/>
                  </a:cubicBezTo>
                  <a:cubicBezTo>
                    <a:pt x="541036" y="307209"/>
                    <a:pt x="357670" y="463104"/>
                    <a:pt x="315262" y="670345"/>
                  </a:cubicBezTo>
                  <a:lnTo>
                    <a:pt x="307208" y="750239"/>
                  </a:lnTo>
                  <a:lnTo>
                    <a:pt x="0" y="750239"/>
                  </a:lnTo>
                  <a:lnTo>
                    <a:pt x="14295" y="608431"/>
                  </a:lnTo>
                  <a:cubicBezTo>
                    <a:pt x="85349" y="261200"/>
                    <a:pt x="392579" y="0"/>
                    <a:pt x="76081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87043D8C-8AC9-7275-63AF-E1F78286981B}"/>
                </a:ext>
              </a:extLst>
            </p:cNvPr>
            <p:cNvSpPr/>
            <p:nvPr/>
          </p:nvSpPr>
          <p:spPr>
            <a:xfrm>
              <a:off x="1145985" y="5873962"/>
              <a:ext cx="542575" cy="272910"/>
            </a:xfrm>
            <a:custGeom>
              <a:avLst/>
              <a:gdLst>
                <a:gd name="connsiteX0" fmla="*/ 570975 w 1141950"/>
                <a:gd name="connsiteY0" fmla="*/ 0 h 574390"/>
                <a:gd name="connsiteX1" fmla="*/ 1141950 w 1141950"/>
                <a:gd name="connsiteY1" fmla="*/ 570975 h 574390"/>
                <a:gd name="connsiteX2" fmla="*/ 1141606 w 1141950"/>
                <a:gd name="connsiteY2" fmla="*/ 574390 h 574390"/>
                <a:gd name="connsiteX3" fmla="*/ 345 w 1141950"/>
                <a:gd name="connsiteY3" fmla="*/ 574390 h 574390"/>
                <a:gd name="connsiteX4" fmla="*/ 0 w 1141950"/>
                <a:gd name="connsiteY4" fmla="*/ 570975 h 574390"/>
                <a:gd name="connsiteX5" fmla="*/ 570975 w 1141950"/>
                <a:gd name="connsiteY5" fmla="*/ 0 h 57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1950" h="574390">
                  <a:moveTo>
                    <a:pt x="570975" y="0"/>
                  </a:moveTo>
                  <a:cubicBezTo>
                    <a:pt x="886316" y="0"/>
                    <a:pt x="1141950" y="255634"/>
                    <a:pt x="1141950" y="570975"/>
                  </a:cubicBezTo>
                  <a:lnTo>
                    <a:pt x="1141606" y="574390"/>
                  </a:lnTo>
                  <a:lnTo>
                    <a:pt x="345" y="574390"/>
                  </a:lnTo>
                  <a:lnTo>
                    <a:pt x="0" y="570975"/>
                  </a:lnTo>
                  <a:cubicBezTo>
                    <a:pt x="0" y="255634"/>
                    <a:pt x="255634" y="0"/>
                    <a:pt x="5709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D1E707E4-0F2B-2D06-A51E-B1ABDA3ED7BF}"/>
                </a:ext>
              </a:extLst>
            </p:cNvPr>
            <p:cNvSpPr/>
            <p:nvPr/>
          </p:nvSpPr>
          <p:spPr>
            <a:xfrm rot="10800000">
              <a:off x="421988" y="5874739"/>
              <a:ext cx="550362" cy="271355"/>
            </a:xfrm>
            <a:custGeom>
              <a:avLst/>
              <a:gdLst>
                <a:gd name="connsiteX0" fmla="*/ 760815 w 1521631"/>
                <a:gd name="connsiteY0" fmla="*/ 0 h 750239"/>
                <a:gd name="connsiteX1" fmla="*/ 1507335 w 1521631"/>
                <a:gd name="connsiteY1" fmla="*/ 608431 h 750239"/>
                <a:gd name="connsiteX2" fmla="*/ 1521631 w 1521631"/>
                <a:gd name="connsiteY2" fmla="*/ 750239 h 750239"/>
                <a:gd name="connsiteX3" fmla="*/ 1214421 w 1521631"/>
                <a:gd name="connsiteY3" fmla="*/ 750239 h 750239"/>
                <a:gd name="connsiteX4" fmla="*/ 1206367 w 1521631"/>
                <a:gd name="connsiteY4" fmla="*/ 670345 h 750239"/>
                <a:gd name="connsiteX5" fmla="*/ 760814 w 1521631"/>
                <a:gd name="connsiteY5" fmla="*/ 307209 h 750239"/>
                <a:gd name="connsiteX6" fmla="*/ 315262 w 1521631"/>
                <a:gd name="connsiteY6" fmla="*/ 670345 h 750239"/>
                <a:gd name="connsiteX7" fmla="*/ 307208 w 1521631"/>
                <a:gd name="connsiteY7" fmla="*/ 750239 h 750239"/>
                <a:gd name="connsiteX8" fmla="*/ 0 w 1521631"/>
                <a:gd name="connsiteY8" fmla="*/ 750239 h 750239"/>
                <a:gd name="connsiteX9" fmla="*/ 14295 w 1521631"/>
                <a:gd name="connsiteY9" fmla="*/ 608431 h 750239"/>
                <a:gd name="connsiteX10" fmla="*/ 760815 w 1521631"/>
                <a:gd name="connsiteY10" fmla="*/ 0 h 75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31" h="750239">
                  <a:moveTo>
                    <a:pt x="760815" y="0"/>
                  </a:moveTo>
                  <a:cubicBezTo>
                    <a:pt x="1129052" y="0"/>
                    <a:pt x="1436281" y="261200"/>
                    <a:pt x="1507335" y="608431"/>
                  </a:cubicBezTo>
                  <a:lnTo>
                    <a:pt x="1521631" y="750239"/>
                  </a:lnTo>
                  <a:lnTo>
                    <a:pt x="1214421" y="750239"/>
                  </a:lnTo>
                  <a:lnTo>
                    <a:pt x="1206367" y="670345"/>
                  </a:lnTo>
                  <a:cubicBezTo>
                    <a:pt x="1163959" y="463104"/>
                    <a:pt x="980592" y="307209"/>
                    <a:pt x="760814" y="307209"/>
                  </a:cubicBezTo>
                  <a:cubicBezTo>
                    <a:pt x="541036" y="307209"/>
                    <a:pt x="357670" y="463104"/>
                    <a:pt x="315262" y="670345"/>
                  </a:cubicBezTo>
                  <a:lnTo>
                    <a:pt x="307208" y="750239"/>
                  </a:lnTo>
                  <a:lnTo>
                    <a:pt x="0" y="750239"/>
                  </a:lnTo>
                  <a:lnTo>
                    <a:pt x="14295" y="608431"/>
                  </a:lnTo>
                  <a:cubicBezTo>
                    <a:pt x="85349" y="261200"/>
                    <a:pt x="392579" y="0"/>
                    <a:pt x="76081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E4171F72-F83F-CD19-4BBB-BED6DAD5B30A}"/>
                </a:ext>
              </a:extLst>
            </p:cNvPr>
            <p:cNvSpPr/>
            <p:nvPr/>
          </p:nvSpPr>
          <p:spPr>
            <a:xfrm>
              <a:off x="2586193" y="5873962"/>
              <a:ext cx="542575" cy="272910"/>
            </a:xfrm>
            <a:custGeom>
              <a:avLst/>
              <a:gdLst>
                <a:gd name="connsiteX0" fmla="*/ 570975 w 1141950"/>
                <a:gd name="connsiteY0" fmla="*/ 0 h 574390"/>
                <a:gd name="connsiteX1" fmla="*/ 1141950 w 1141950"/>
                <a:gd name="connsiteY1" fmla="*/ 570975 h 574390"/>
                <a:gd name="connsiteX2" fmla="*/ 1141606 w 1141950"/>
                <a:gd name="connsiteY2" fmla="*/ 574390 h 574390"/>
                <a:gd name="connsiteX3" fmla="*/ 345 w 1141950"/>
                <a:gd name="connsiteY3" fmla="*/ 574390 h 574390"/>
                <a:gd name="connsiteX4" fmla="*/ 0 w 1141950"/>
                <a:gd name="connsiteY4" fmla="*/ 570975 h 574390"/>
                <a:gd name="connsiteX5" fmla="*/ 570975 w 1141950"/>
                <a:gd name="connsiteY5" fmla="*/ 0 h 57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1950" h="574390">
                  <a:moveTo>
                    <a:pt x="570975" y="0"/>
                  </a:moveTo>
                  <a:cubicBezTo>
                    <a:pt x="886316" y="0"/>
                    <a:pt x="1141950" y="255634"/>
                    <a:pt x="1141950" y="570975"/>
                  </a:cubicBezTo>
                  <a:lnTo>
                    <a:pt x="1141606" y="574390"/>
                  </a:lnTo>
                  <a:lnTo>
                    <a:pt x="345" y="574390"/>
                  </a:lnTo>
                  <a:lnTo>
                    <a:pt x="0" y="570975"/>
                  </a:lnTo>
                  <a:cubicBezTo>
                    <a:pt x="0" y="255634"/>
                    <a:pt x="255634" y="0"/>
                    <a:pt x="5709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0CC76DF-A9C1-9BC5-52FD-C94ACBE3B829}"/>
                </a:ext>
              </a:extLst>
            </p:cNvPr>
            <p:cNvSpPr/>
            <p:nvPr/>
          </p:nvSpPr>
          <p:spPr>
            <a:xfrm rot="10800000">
              <a:off x="1862196" y="5874739"/>
              <a:ext cx="550362" cy="271355"/>
            </a:xfrm>
            <a:custGeom>
              <a:avLst/>
              <a:gdLst>
                <a:gd name="connsiteX0" fmla="*/ 760815 w 1521631"/>
                <a:gd name="connsiteY0" fmla="*/ 0 h 750239"/>
                <a:gd name="connsiteX1" fmla="*/ 1507335 w 1521631"/>
                <a:gd name="connsiteY1" fmla="*/ 608431 h 750239"/>
                <a:gd name="connsiteX2" fmla="*/ 1521631 w 1521631"/>
                <a:gd name="connsiteY2" fmla="*/ 750239 h 750239"/>
                <a:gd name="connsiteX3" fmla="*/ 1214421 w 1521631"/>
                <a:gd name="connsiteY3" fmla="*/ 750239 h 750239"/>
                <a:gd name="connsiteX4" fmla="*/ 1206367 w 1521631"/>
                <a:gd name="connsiteY4" fmla="*/ 670345 h 750239"/>
                <a:gd name="connsiteX5" fmla="*/ 760814 w 1521631"/>
                <a:gd name="connsiteY5" fmla="*/ 307209 h 750239"/>
                <a:gd name="connsiteX6" fmla="*/ 315262 w 1521631"/>
                <a:gd name="connsiteY6" fmla="*/ 670345 h 750239"/>
                <a:gd name="connsiteX7" fmla="*/ 307208 w 1521631"/>
                <a:gd name="connsiteY7" fmla="*/ 750239 h 750239"/>
                <a:gd name="connsiteX8" fmla="*/ 0 w 1521631"/>
                <a:gd name="connsiteY8" fmla="*/ 750239 h 750239"/>
                <a:gd name="connsiteX9" fmla="*/ 14295 w 1521631"/>
                <a:gd name="connsiteY9" fmla="*/ 608431 h 750239"/>
                <a:gd name="connsiteX10" fmla="*/ 760815 w 1521631"/>
                <a:gd name="connsiteY10" fmla="*/ 0 h 75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31" h="750239">
                  <a:moveTo>
                    <a:pt x="760815" y="0"/>
                  </a:moveTo>
                  <a:cubicBezTo>
                    <a:pt x="1129052" y="0"/>
                    <a:pt x="1436281" y="261200"/>
                    <a:pt x="1507335" y="608431"/>
                  </a:cubicBezTo>
                  <a:lnTo>
                    <a:pt x="1521631" y="750239"/>
                  </a:lnTo>
                  <a:lnTo>
                    <a:pt x="1214421" y="750239"/>
                  </a:lnTo>
                  <a:lnTo>
                    <a:pt x="1206367" y="670345"/>
                  </a:lnTo>
                  <a:cubicBezTo>
                    <a:pt x="1163959" y="463104"/>
                    <a:pt x="980592" y="307209"/>
                    <a:pt x="760814" y="307209"/>
                  </a:cubicBezTo>
                  <a:cubicBezTo>
                    <a:pt x="541036" y="307209"/>
                    <a:pt x="357670" y="463104"/>
                    <a:pt x="315262" y="670345"/>
                  </a:cubicBezTo>
                  <a:lnTo>
                    <a:pt x="307208" y="750239"/>
                  </a:lnTo>
                  <a:lnTo>
                    <a:pt x="0" y="750239"/>
                  </a:lnTo>
                  <a:lnTo>
                    <a:pt x="14295" y="608431"/>
                  </a:lnTo>
                  <a:cubicBezTo>
                    <a:pt x="85349" y="261200"/>
                    <a:pt x="392579" y="0"/>
                    <a:pt x="76081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9FBFBC27-1DC4-84B8-6ADF-F60973392983}"/>
                </a:ext>
              </a:extLst>
            </p:cNvPr>
            <p:cNvSpPr/>
            <p:nvPr/>
          </p:nvSpPr>
          <p:spPr>
            <a:xfrm>
              <a:off x="4026401" y="5873962"/>
              <a:ext cx="542575" cy="272910"/>
            </a:xfrm>
            <a:custGeom>
              <a:avLst/>
              <a:gdLst>
                <a:gd name="connsiteX0" fmla="*/ 570975 w 1141950"/>
                <a:gd name="connsiteY0" fmla="*/ 0 h 574390"/>
                <a:gd name="connsiteX1" fmla="*/ 1141950 w 1141950"/>
                <a:gd name="connsiteY1" fmla="*/ 570975 h 574390"/>
                <a:gd name="connsiteX2" fmla="*/ 1141606 w 1141950"/>
                <a:gd name="connsiteY2" fmla="*/ 574390 h 574390"/>
                <a:gd name="connsiteX3" fmla="*/ 345 w 1141950"/>
                <a:gd name="connsiteY3" fmla="*/ 574390 h 574390"/>
                <a:gd name="connsiteX4" fmla="*/ 0 w 1141950"/>
                <a:gd name="connsiteY4" fmla="*/ 570975 h 574390"/>
                <a:gd name="connsiteX5" fmla="*/ 570975 w 1141950"/>
                <a:gd name="connsiteY5" fmla="*/ 0 h 57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1950" h="574390">
                  <a:moveTo>
                    <a:pt x="570975" y="0"/>
                  </a:moveTo>
                  <a:cubicBezTo>
                    <a:pt x="886316" y="0"/>
                    <a:pt x="1141950" y="255634"/>
                    <a:pt x="1141950" y="570975"/>
                  </a:cubicBezTo>
                  <a:lnTo>
                    <a:pt x="1141606" y="574390"/>
                  </a:lnTo>
                  <a:lnTo>
                    <a:pt x="345" y="574390"/>
                  </a:lnTo>
                  <a:lnTo>
                    <a:pt x="0" y="570975"/>
                  </a:lnTo>
                  <a:cubicBezTo>
                    <a:pt x="0" y="255634"/>
                    <a:pt x="255634" y="0"/>
                    <a:pt x="5709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52B360CD-4242-4266-C6CD-11D55DDE3297}"/>
                </a:ext>
              </a:extLst>
            </p:cNvPr>
            <p:cNvSpPr/>
            <p:nvPr/>
          </p:nvSpPr>
          <p:spPr>
            <a:xfrm rot="10800000">
              <a:off x="3302403" y="5874739"/>
              <a:ext cx="550362" cy="271355"/>
            </a:xfrm>
            <a:custGeom>
              <a:avLst/>
              <a:gdLst>
                <a:gd name="connsiteX0" fmla="*/ 760815 w 1521631"/>
                <a:gd name="connsiteY0" fmla="*/ 0 h 750239"/>
                <a:gd name="connsiteX1" fmla="*/ 1507335 w 1521631"/>
                <a:gd name="connsiteY1" fmla="*/ 608431 h 750239"/>
                <a:gd name="connsiteX2" fmla="*/ 1521631 w 1521631"/>
                <a:gd name="connsiteY2" fmla="*/ 750239 h 750239"/>
                <a:gd name="connsiteX3" fmla="*/ 1214421 w 1521631"/>
                <a:gd name="connsiteY3" fmla="*/ 750239 h 750239"/>
                <a:gd name="connsiteX4" fmla="*/ 1206367 w 1521631"/>
                <a:gd name="connsiteY4" fmla="*/ 670345 h 750239"/>
                <a:gd name="connsiteX5" fmla="*/ 760814 w 1521631"/>
                <a:gd name="connsiteY5" fmla="*/ 307209 h 750239"/>
                <a:gd name="connsiteX6" fmla="*/ 315262 w 1521631"/>
                <a:gd name="connsiteY6" fmla="*/ 670345 h 750239"/>
                <a:gd name="connsiteX7" fmla="*/ 307208 w 1521631"/>
                <a:gd name="connsiteY7" fmla="*/ 750239 h 750239"/>
                <a:gd name="connsiteX8" fmla="*/ 0 w 1521631"/>
                <a:gd name="connsiteY8" fmla="*/ 750239 h 750239"/>
                <a:gd name="connsiteX9" fmla="*/ 14295 w 1521631"/>
                <a:gd name="connsiteY9" fmla="*/ 608431 h 750239"/>
                <a:gd name="connsiteX10" fmla="*/ 760815 w 1521631"/>
                <a:gd name="connsiteY10" fmla="*/ 0 h 75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31" h="750239">
                  <a:moveTo>
                    <a:pt x="760815" y="0"/>
                  </a:moveTo>
                  <a:cubicBezTo>
                    <a:pt x="1129052" y="0"/>
                    <a:pt x="1436281" y="261200"/>
                    <a:pt x="1507335" y="608431"/>
                  </a:cubicBezTo>
                  <a:lnTo>
                    <a:pt x="1521631" y="750239"/>
                  </a:lnTo>
                  <a:lnTo>
                    <a:pt x="1214421" y="750239"/>
                  </a:lnTo>
                  <a:lnTo>
                    <a:pt x="1206367" y="670345"/>
                  </a:lnTo>
                  <a:cubicBezTo>
                    <a:pt x="1163959" y="463104"/>
                    <a:pt x="980592" y="307209"/>
                    <a:pt x="760814" y="307209"/>
                  </a:cubicBezTo>
                  <a:cubicBezTo>
                    <a:pt x="541036" y="307209"/>
                    <a:pt x="357670" y="463104"/>
                    <a:pt x="315262" y="670345"/>
                  </a:cubicBezTo>
                  <a:lnTo>
                    <a:pt x="307208" y="750239"/>
                  </a:lnTo>
                  <a:lnTo>
                    <a:pt x="0" y="750239"/>
                  </a:lnTo>
                  <a:lnTo>
                    <a:pt x="14295" y="608431"/>
                  </a:lnTo>
                  <a:cubicBezTo>
                    <a:pt x="85349" y="261200"/>
                    <a:pt x="392579" y="0"/>
                    <a:pt x="76081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94BA7AD4-2C3B-D003-82DB-711040D2604F}"/>
                </a:ext>
              </a:extLst>
            </p:cNvPr>
            <p:cNvSpPr/>
            <p:nvPr/>
          </p:nvSpPr>
          <p:spPr>
            <a:xfrm>
              <a:off x="5466608" y="5873962"/>
              <a:ext cx="542575" cy="272910"/>
            </a:xfrm>
            <a:custGeom>
              <a:avLst/>
              <a:gdLst>
                <a:gd name="connsiteX0" fmla="*/ 570975 w 1141950"/>
                <a:gd name="connsiteY0" fmla="*/ 0 h 574390"/>
                <a:gd name="connsiteX1" fmla="*/ 1141950 w 1141950"/>
                <a:gd name="connsiteY1" fmla="*/ 570975 h 574390"/>
                <a:gd name="connsiteX2" fmla="*/ 1141606 w 1141950"/>
                <a:gd name="connsiteY2" fmla="*/ 574390 h 574390"/>
                <a:gd name="connsiteX3" fmla="*/ 345 w 1141950"/>
                <a:gd name="connsiteY3" fmla="*/ 574390 h 574390"/>
                <a:gd name="connsiteX4" fmla="*/ 0 w 1141950"/>
                <a:gd name="connsiteY4" fmla="*/ 570975 h 574390"/>
                <a:gd name="connsiteX5" fmla="*/ 570975 w 1141950"/>
                <a:gd name="connsiteY5" fmla="*/ 0 h 57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1950" h="574390">
                  <a:moveTo>
                    <a:pt x="570975" y="0"/>
                  </a:moveTo>
                  <a:cubicBezTo>
                    <a:pt x="886316" y="0"/>
                    <a:pt x="1141950" y="255634"/>
                    <a:pt x="1141950" y="570975"/>
                  </a:cubicBezTo>
                  <a:lnTo>
                    <a:pt x="1141606" y="574390"/>
                  </a:lnTo>
                  <a:lnTo>
                    <a:pt x="345" y="574390"/>
                  </a:lnTo>
                  <a:lnTo>
                    <a:pt x="0" y="570975"/>
                  </a:lnTo>
                  <a:cubicBezTo>
                    <a:pt x="0" y="255634"/>
                    <a:pt x="255634" y="0"/>
                    <a:pt x="5709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1E556654-B985-5D11-EB26-D7A2B4F7CC6E}"/>
                </a:ext>
              </a:extLst>
            </p:cNvPr>
            <p:cNvSpPr/>
            <p:nvPr/>
          </p:nvSpPr>
          <p:spPr>
            <a:xfrm rot="10800000">
              <a:off x="4742611" y="5874739"/>
              <a:ext cx="550362" cy="271355"/>
            </a:xfrm>
            <a:custGeom>
              <a:avLst/>
              <a:gdLst>
                <a:gd name="connsiteX0" fmla="*/ 760815 w 1521631"/>
                <a:gd name="connsiteY0" fmla="*/ 0 h 750239"/>
                <a:gd name="connsiteX1" fmla="*/ 1507335 w 1521631"/>
                <a:gd name="connsiteY1" fmla="*/ 608431 h 750239"/>
                <a:gd name="connsiteX2" fmla="*/ 1521631 w 1521631"/>
                <a:gd name="connsiteY2" fmla="*/ 750239 h 750239"/>
                <a:gd name="connsiteX3" fmla="*/ 1214421 w 1521631"/>
                <a:gd name="connsiteY3" fmla="*/ 750239 h 750239"/>
                <a:gd name="connsiteX4" fmla="*/ 1206367 w 1521631"/>
                <a:gd name="connsiteY4" fmla="*/ 670345 h 750239"/>
                <a:gd name="connsiteX5" fmla="*/ 760814 w 1521631"/>
                <a:gd name="connsiteY5" fmla="*/ 307209 h 750239"/>
                <a:gd name="connsiteX6" fmla="*/ 315262 w 1521631"/>
                <a:gd name="connsiteY6" fmla="*/ 670345 h 750239"/>
                <a:gd name="connsiteX7" fmla="*/ 307208 w 1521631"/>
                <a:gd name="connsiteY7" fmla="*/ 750239 h 750239"/>
                <a:gd name="connsiteX8" fmla="*/ 0 w 1521631"/>
                <a:gd name="connsiteY8" fmla="*/ 750239 h 750239"/>
                <a:gd name="connsiteX9" fmla="*/ 14295 w 1521631"/>
                <a:gd name="connsiteY9" fmla="*/ 608431 h 750239"/>
                <a:gd name="connsiteX10" fmla="*/ 760815 w 1521631"/>
                <a:gd name="connsiteY10" fmla="*/ 0 h 75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31" h="750239">
                  <a:moveTo>
                    <a:pt x="760815" y="0"/>
                  </a:moveTo>
                  <a:cubicBezTo>
                    <a:pt x="1129052" y="0"/>
                    <a:pt x="1436281" y="261200"/>
                    <a:pt x="1507335" y="608431"/>
                  </a:cubicBezTo>
                  <a:lnTo>
                    <a:pt x="1521631" y="750239"/>
                  </a:lnTo>
                  <a:lnTo>
                    <a:pt x="1214421" y="750239"/>
                  </a:lnTo>
                  <a:lnTo>
                    <a:pt x="1206367" y="670345"/>
                  </a:lnTo>
                  <a:cubicBezTo>
                    <a:pt x="1163959" y="463104"/>
                    <a:pt x="980592" y="307209"/>
                    <a:pt x="760814" y="307209"/>
                  </a:cubicBezTo>
                  <a:cubicBezTo>
                    <a:pt x="541036" y="307209"/>
                    <a:pt x="357670" y="463104"/>
                    <a:pt x="315262" y="670345"/>
                  </a:cubicBezTo>
                  <a:lnTo>
                    <a:pt x="307208" y="750239"/>
                  </a:lnTo>
                  <a:lnTo>
                    <a:pt x="0" y="750239"/>
                  </a:lnTo>
                  <a:lnTo>
                    <a:pt x="14295" y="608431"/>
                  </a:lnTo>
                  <a:cubicBezTo>
                    <a:pt x="85349" y="261200"/>
                    <a:pt x="392579" y="0"/>
                    <a:pt x="76081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6A9D15E7-4116-F990-5DE0-07648845FB8D}"/>
                </a:ext>
              </a:extLst>
            </p:cNvPr>
            <p:cNvSpPr/>
            <p:nvPr/>
          </p:nvSpPr>
          <p:spPr>
            <a:xfrm>
              <a:off x="6906816" y="5873962"/>
              <a:ext cx="542575" cy="272910"/>
            </a:xfrm>
            <a:custGeom>
              <a:avLst/>
              <a:gdLst>
                <a:gd name="connsiteX0" fmla="*/ 570975 w 1141950"/>
                <a:gd name="connsiteY0" fmla="*/ 0 h 574390"/>
                <a:gd name="connsiteX1" fmla="*/ 1141950 w 1141950"/>
                <a:gd name="connsiteY1" fmla="*/ 570975 h 574390"/>
                <a:gd name="connsiteX2" fmla="*/ 1141606 w 1141950"/>
                <a:gd name="connsiteY2" fmla="*/ 574390 h 574390"/>
                <a:gd name="connsiteX3" fmla="*/ 345 w 1141950"/>
                <a:gd name="connsiteY3" fmla="*/ 574390 h 574390"/>
                <a:gd name="connsiteX4" fmla="*/ 0 w 1141950"/>
                <a:gd name="connsiteY4" fmla="*/ 570975 h 574390"/>
                <a:gd name="connsiteX5" fmla="*/ 570975 w 1141950"/>
                <a:gd name="connsiteY5" fmla="*/ 0 h 57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1950" h="574390">
                  <a:moveTo>
                    <a:pt x="570975" y="0"/>
                  </a:moveTo>
                  <a:cubicBezTo>
                    <a:pt x="886316" y="0"/>
                    <a:pt x="1141950" y="255634"/>
                    <a:pt x="1141950" y="570975"/>
                  </a:cubicBezTo>
                  <a:lnTo>
                    <a:pt x="1141606" y="574390"/>
                  </a:lnTo>
                  <a:lnTo>
                    <a:pt x="345" y="574390"/>
                  </a:lnTo>
                  <a:lnTo>
                    <a:pt x="0" y="570975"/>
                  </a:lnTo>
                  <a:cubicBezTo>
                    <a:pt x="0" y="255634"/>
                    <a:pt x="255634" y="0"/>
                    <a:pt x="5709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2B0C7D96-BA89-D086-6583-0C97268A3B45}"/>
                </a:ext>
              </a:extLst>
            </p:cNvPr>
            <p:cNvSpPr/>
            <p:nvPr/>
          </p:nvSpPr>
          <p:spPr>
            <a:xfrm rot="10800000">
              <a:off x="6182819" y="5874739"/>
              <a:ext cx="550362" cy="271355"/>
            </a:xfrm>
            <a:custGeom>
              <a:avLst/>
              <a:gdLst>
                <a:gd name="connsiteX0" fmla="*/ 760815 w 1521631"/>
                <a:gd name="connsiteY0" fmla="*/ 0 h 750239"/>
                <a:gd name="connsiteX1" fmla="*/ 1507335 w 1521631"/>
                <a:gd name="connsiteY1" fmla="*/ 608431 h 750239"/>
                <a:gd name="connsiteX2" fmla="*/ 1521631 w 1521631"/>
                <a:gd name="connsiteY2" fmla="*/ 750239 h 750239"/>
                <a:gd name="connsiteX3" fmla="*/ 1214421 w 1521631"/>
                <a:gd name="connsiteY3" fmla="*/ 750239 h 750239"/>
                <a:gd name="connsiteX4" fmla="*/ 1206367 w 1521631"/>
                <a:gd name="connsiteY4" fmla="*/ 670345 h 750239"/>
                <a:gd name="connsiteX5" fmla="*/ 760814 w 1521631"/>
                <a:gd name="connsiteY5" fmla="*/ 307209 h 750239"/>
                <a:gd name="connsiteX6" fmla="*/ 315262 w 1521631"/>
                <a:gd name="connsiteY6" fmla="*/ 670345 h 750239"/>
                <a:gd name="connsiteX7" fmla="*/ 307208 w 1521631"/>
                <a:gd name="connsiteY7" fmla="*/ 750239 h 750239"/>
                <a:gd name="connsiteX8" fmla="*/ 0 w 1521631"/>
                <a:gd name="connsiteY8" fmla="*/ 750239 h 750239"/>
                <a:gd name="connsiteX9" fmla="*/ 14295 w 1521631"/>
                <a:gd name="connsiteY9" fmla="*/ 608431 h 750239"/>
                <a:gd name="connsiteX10" fmla="*/ 760815 w 1521631"/>
                <a:gd name="connsiteY10" fmla="*/ 0 h 75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31" h="750239">
                  <a:moveTo>
                    <a:pt x="760815" y="0"/>
                  </a:moveTo>
                  <a:cubicBezTo>
                    <a:pt x="1129052" y="0"/>
                    <a:pt x="1436281" y="261200"/>
                    <a:pt x="1507335" y="608431"/>
                  </a:cubicBezTo>
                  <a:lnTo>
                    <a:pt x="1521631" y="750239"/>
                  </a:lnTo>
                  <a:lnTo>
                    <a:pt x="1214421" y="750239"/>
                  </a:lnTo>
                  <a:lnTo>
                    <a:pt x="1206367" y="670345"/>
                  </a:lnTo>
                  <a:cubicBezTo>
                    <a:pt x="1163959" y="463104"/>
                    <a:pt x="980592" y="307209"/>
                    <a:pt x="760814" y="307209"/>
                  </a:cubicBezTo>
                  <a:cubicBezTo>
                    <a:pt x="541036" y="307209"/>
                    <a:pt x="357670" y="463104"/>
                    <a:pt x="315262" y="670345"/>
                  </a:cubicBezTo>
                  <a:lnTo>
                    <a:pt x="307208" y="750239"/>
                  </a:lnTo>
                  <a:lnTo>
                    <a:pt x="0" y="750239"/>
                  </a:lnTo>
                  <a:lnTo>
                    <a:pt x="14295" y="608431"/>
                  </a:lnTo>
                  <a:cubicBezTo>
                    <a:pt x="85349" y="261200"/>
                    <a:pt x="392579" y="0"/>
                    <a:pt x="76081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430484E1-DDF5-EE41-18C1-379A5C99FB3C}"/>
                </a:ext>
              </a:extLst>
            </p:cNvPr>
            <p:cNvSpPr/>
            <p:nvPr/>
          </p:nvSpPr>
          <p:spPr>
            <a:xfrm>
              <a:off x="8347023" y="5873962"/>
              <a:ext cx="542575" cy="272910"/>
            </a:xfrm>
            <a:custGeom>
              <a:avLst/>
              <a:gdLst>
                <a:gd name="connsiteX0" fmla="*/ 570975 w 1141950"/>
                <a:gd name="connsiteY0" fmla="*/ 0 h 574390"/>
                <a:gd name="connsiteX1" fmla="*/ 1141950 w 1141950"/>
                <a:gd name="connsiteY1" fmla="*/ 570975 h 574390"/>
                <a:gd name="connsiteX2" fmla="*/ 1141606 w 1141950"/>
                <a:gd name="connsiteY2" fmla="*/ 574390 h 574390"/>
                <a:gd name="connsiteX3" fmla="*/ 345 w 1141950"/>
                <a:gd name="connsiteY3" fmla="*/ 574390 h 574390"/>
                <a:gd name="connsiteX4" fmla="*/ 0 w 1141950"/>
                <a:gd name="connsiteY4" fmla="*/ 570975 h 574390"/>
                <a:gd name="connsiteX5" fmla="*/ 570975 w 1141950"/>
                <a:gd name="connsiteY5" fmla="*/ 0 h 57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1950" h="574390">
                  <a:moveTo>
                    <a:pt x="570975" y="0"/>
                  </a:moveTo>
                  <a:cubicBezTo>
                    <a:pt x="886316" y="0"/>
                    <a:pt x="1141950" y="255634"/>
                    <a:pt x="1141950" y="570975"/>
                  </a:cubicBezTo>
                  <a:lnTo>
                    <a:pt x="1141606" y="574390"/>
                  </a:lnTo>
                  <a:lnTo>
                    <a:pt x="345" y="574390"/>
                  </a:lnTo>
                  <a:lnTo>
                    <a:pt x="0" y="570975"/>
                  </a:lnTo>
                  <a:cubicBezTo>
                    <a:pt x="0" y="255634"/>
                    <a:pt x="255634" y="0"/>
                    <a:pt x="5709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72961C71-40E4-2803-CCA5-F0BAA2C655EA}"/>
                </a:ext>
              </a:extLst>
            </p:cNvPr>
            <p:cNvSpPr/>
            <p:nvPr/>
          </p:nvSpPr>
          <p:spPr>
            <a:xfrm rot="10800000">
              <a:off x="7623026" y="5874739"/>
              <a:ext cx="550362" cy="271355"/>
            </a:xfrm>
            <a:custGeom>
              <a:avLst/>
              <a:gdLst>
                <a:gd name="connsiteX0" fmla="*/ 760815 w 1521631"/>
                <a:gd name="connsiteY0" fmla="*/ 0 h 750239"/>
                <a:gd name="connsiteX1" fmla="*/ 1507335 w 1521631"/>
                <a:gd name="connsiteY1" fmla="*/ 608431 h 750239"/>
                <a:gd name="connsiteX2" fmla="*/ 1521631 w 1521631"/>
                <a:gd name="connsiteY2" fmla="*/ 750239 h 750239"/>
                <a:gd name="connsiteX3" fmla="*/ 1214421 w 1521631"/>
                <a:gd name="connsiteY3" fmla="*/ 750239 h 750239"/>
                <a:gd name="connsiteX4" fmla="*/ 1206367 w 1521631"/>
                <a:gd name="connsiteY4" fmla="*/ 670345 h 750239"/>
                <a:gd name="connsiteX5" fmla="*/ 760814 w 1521631"/>
                <a:gd name="connsiteY5" fmla="*/ 307209 h 750239"/>
                <a:gd name="connsiteX6" fmla="*/ 315262 w 1521631"/>
                <a:gd name="connsiteY6" fmla="*/ 670345 h 750239"/>
                <a:gd name="connsiteX7" fmla="*/ 307208 w 1521631"/>
                <a:gd name="connsiteY7" fmla="*/ 750239 h 750239"/>
                <a:gd name="connsiteX8" fmla="*/ 0 w 1521631"/>
                <a:gd name="connsiteY8" fmla="*/ 750239 h 750239"/>
                <a:gd name="connsiteX9" fmla="*/ 14295 w 1521631"/>
                <a:gd name="connsiteY9" fmla="*/ 608431 h 750239"/>
                <a:gd name="connsiteX10" fmla="*/ 760815 w 1521631"/>
                <a:gd name="connsiteY10" fmla="*/ 0 h 75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31" h="750239">
                  <a:moveTo>
                    <a:pt x="760815" y="0"/>
                  </a:moveTo>
                  <a:cubicBezTo>
                    <a:pt x="1129052" y="0"/>
                    <a:pt x="1436281" y="261200"/>
                    <a:pt x="1507335" y="608431"/>
                  </a:cubicBezTo>
                  <a:lnTo>
                    <a:pt x="1521631" y="750239"/>
                  </a:lnTo>
                  <a:lnTo>
                    <a:pt x="1214421" y="750239"/>
                  </a:lnTo>
                  <a:lnTo>
                    <a:pt x="1206367" y="670345"/>
                  </a:lnTo>
                  <a:cubicBezTo>
                    <a:pt x="1163959" y="463104"/>
                    <a:pt x="980592" y="307209"/>
                    <a:pt x="760814" y="307209"/>
                  </a:cubicBezTo>
                  <a:cubicBezTo>
                    <a:pt x="541036" y="307209"/>
                    <a:pt x="357670" y="463104"/>
                    <a:pt x="315262" y="670345"/>
                  </a:cubicBezTo>
                  <a:lnTo>
                    <a:pt x="307208" y="750239"/>
                  </a:lnTo>
                  <a:lnTo>
                    <a:pt x="0" y="750239"/>
                  </a:lnTo>
                  <a:lnTo>
                    <a:pt x="14295" y="608431"/>
                  </a:lnTo>
                  <a:cubicBezTo>
                    <a:pt x="85349" y="261200"/>
                    <a:pt x="392579" y="0"/>
                    <a:pt x="76081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ECC436D6-3028-543F-D3C8-E4F8B3BAE4F8}"/>
                </a:ext>
              </a:extLst>
            </p:cNvPr>
            <p:cNvSpPr/>
            <p:nvPr/>
          </p:nvSpPr>
          <p:spPr>
            <a:xfrm>
              <a:off x="9787231" y="5873962"/>
              <a:ext cx="542575" cy="272910"/>
            </a:xfrm>
            <a:custGeom>
              <a:avLst/>
              <a:gdLst>
                <a:gd name="connsiteX0" fmla="*/ 570975 w 1141950"/>
                <a:gd name="connsiteY0" fmla="*/ 0 h 574390"/>
                <a:gd name="connsiteX1" fmla="*/ 1141950 w 1141950"/>
                <a:gd name="connsiteY1" fmla="*/ 570975 h 574390"/>
                <a:gd name="connsiteX2" fmla="*/ 1141606 w 1141950"/>
                <a:gd name="connsiteY2" fmla="*/ 574390 h 574390"/>
                <a:gd name="connsiteX3" fmla="*/ 345 w 1141950"/>
                <a:gd name="connsiteY3" fmla="*/ 574390 h 574390"/>
                <a:gd name="connsiteX4" fmla="*/ 0 w 1141950"/>
                <a:gd name="connsiteY4" fmla="*/ 570975 h 574390"/>
                <a:gd name="connsiteX5" fmla="*/ 570975 w 1141950"/>
                <a:gd name="connsiteY5" fmla="*/ 0 h 57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1950" h="574390">
                  <a:moveTo>
                    <a:pt x="570975" y="0"/>
                  </a:moveTo>
                  <a:cubicBezTo>
                    <a:pt x="886316" y="0"/>
                    <a:pt x="1141950" y="255634"/>
                    <a:pt x="1141950" y="570975"/>
                  </a:cubicBezTo>
                  <a:lnTo>
                    <a:pt x="1141606" y="574390"/>
                  </a:lnTo>
                  <a:lnTo>
                    <a:pt x="345" y="574390"/>
                  </a:lnTo>
                  <a:lnTo>
                    <a:pt x="0" y="570975"/>
                  </a:lnTo>
                  <a:cubicBezTo>
                    <a:pt x="0" y="255634"/>
                    <a:pt x="255634" y="0"/>
                    <a:pt x="5709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FE902486-25CC-8F2D-8C62-2B6C2109B00F}"/>
                </a:ext>
              </a:extLst>
            </p:cNvPr>
            <p:cNvSpPr/>
            <p:nvPr/>
          </p:nvSpPr>
          <p:spPr>
            <a:xfrm rot="10800000">
              <a:off x="9063234" y="5874739"/>
              <a:ext cx="550362" cy="271355"/>
            </a:xfrm>
            <a:custGeom>
              <a:avLst/>
              <a:gdLst>
                <a:gd name="connsiteX0" fmla="*/ 760815 w 1521631"/>
                <a:gd name="connsiteY0" fmla="*/ 0 h 750239"/>
                <a:gd name="connsiteX1" fmla="*/ 1507335 w 1521631"/>
                <a:gd name="connsiteY1" fmla="*/ 608431 h 750239"/>
                <a:gd name="connsiteX2" fmla="*/ 1521631 w 1521631"/>
                <a:gd name="connsiteY2" fmla="*/ 750239 h 750239"/>
                <a:gd name="connsiteX3" fmla="*/ 1214421 w 1521631"/>
                <a:gd name="connsiteY3" fmla="*/ 750239 h 750239"/>
                <a:gd name="connsiteX4" fmla="*/ 1206367 w 1521631"/>
                <a:gd name="connsiteY4" fmla="*/ 670345 h 750239"/>
                <a:gd name="connsiteX5" fmla="*/ 760814 w 1521631"/>
                <a:gd name="connsiteY5" fmla="*/ 307209 h 750239"/>
                <a:gd name="connsiteX6" fmla="*/ 315262 w 1521631"/>
                <a:gd name="connsiteY6" fmla="*/ 670345 h 750239"/>
                <a:gd name="connsiteX7" fmla="*/ 307208 w 1521631"/>
                <a:gd name="connsiteY7" fmla="*/ 750239 h 750239"/>
                <a:gd name="connsiteX8" fmla="*/ 0 w 1521631"/>
                <a:gd name="connsiteY8" fmla="*/ 750239 h 750239"/>
                <a:gd name="connsiteX9" fmla="*/ 14295 w 1521631"/>
                <a:gd name="connsiteY9" fmla="*/ 608431 h 750239"/>
                <a:gd name="connsiteX10" fmla="*/ 760815 w 1521631"/>
                <a:gd name="connsiteY10" fmla="*/ 0 h 75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31" h="750239">
                  <a:moveTo>
                    <a:pt x="760815" y="0"/>
                  </a:moveTo>
                  <a:cubicBezTo>
                    <a:pt x="1129052" y="0"/>
                    <a:pt x="1436281" y="261200"/>
                    <a:pt x="1507335" y="608431"/>
                  </a:cubicBezTo>
                  <a:lnTo>
                    <a:pt x="1521631" y="750239"/>
                  </a:lnTo>
                  <a:lnTo>
                    <a:pt x="1214421" y="750239"/>
                  </a:lnTo>
                  <a:lnTo>
                    <a:pt x="1206367" y="670345"/>
                  </a:lnTo>
                  <a:cubicBezTo>
                    <a:pt x="1163959" y="463104"/>
                    <a:pt x="980592" y="307209"/>
                    <a:pt x="760814" y="307209"/>
                  </a:cubicBezTo>
                  <a:cubicBezTo>
                    <a:pt x="541036" y="307209"/>
                    <a:pt x="357670" y="463104"/>
                    <a:pt x="315262" y="670345"/>
                  </a:cubicBezTo>
                  <a:lnTo>
                    <a:pt x="307208" y="750239"/>
                  </a:lnTo>
                  <a:lnTo>
                    <a:pt x="0" y="750239"/>
                  </a:lnTo>
                  <a:lnTo>
                    <a:pt x="14295" y="608431"/>
                  </a:lnTo>
                  <a:cubicBezTo>
                    <a:pt x="85349" y="261200"/>
                    <a:pt x="392579" y="0"/>
                    <a:pt x="76081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E43A302E-8580-1E4E-3316-C6B3E41D8DF2}"/>
                </a:ext>
              </a:extLst>
            </p:cNvPr>
            <p:cNvSpPr/>
            <p:nvPr/>
          </p:nvSpPr>
          <p:spPr>
            <a:xfrm>
              <a:off x="11227438" y="5881535"/>
              <a:ext cx="542575" cy="272910"/>
            </a:xfrm>
            <a:custGeom>
              <a:avLst/>
              <a:gdLst>
                <a:gd name="connsiteX0" fmla="*/ 570975 w 1141950"/>
                <a:gd name="connsiteY0" fmla="*/ 0 h 574390"/>
                <a:gd name="connsiteX1" fmla="*/ 1141950 w 1141950"/>
                <a:gd name="connsiteY1" fmla="*/ 570975 h 574390"/>
                <a:gd name="connsiteX2" fmla="*/ 1141606 w 1141950"/>
                <a:gd name="connsiteY2" fmla="*/ 574390 h 574390"/>
                <a:gd name="connsiteX3" fmla="*/ 345 w 1141950"/>
                <a:gd name="connsiteY3" fmla="*/ 574390 h 574390"/>
                <a:gd name="connsiteX4" fmla="*/ 0 w 1141950"/>
                <a:gd name="connsiteY4" fmla="*/ 570975 h 574390"/>
                <a:gd name="connsiteX5" fmla="*/ 570975 w 1141950"/>
                <a:gd name="connsiteY5" fmla="*/ 0 h 57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1950" h="574390">
                  <a:moveTo>
                    <a:pt x="570975" y="0"/>
                  </a:moveTo>
                  <a:cubicBezTo>
                    <a:pt x="886316" y="0"/>
                    <a:pt x="1141950" y="255634"/>
                    <a:pt x="1141950" y="570975"/>
                  </a:cubicBezTo>
                  <a:lnTo>
                    <a:pt x="1141606" y="574390"/>
                  </a:lnTo>
                  <a:lnTo>
                    <a:pt x="345" y="574390"/>
                  </a:lnTo>
                  <a:lnTo>
                    <a:pt x="0" y="570975"/>
                  </a:lnTo>
                  <a:cubicBezTo>
                    <a:pt x="0" y="255634"/>
                    <a:pt x="255634" y="0"/>
                    <a:pt x="5709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8E4A1918-3693-BC69-620C-01E8B18F056C}"/>
                </a:ext>
              </a:extLst>
            </p:cNvPr>
            <p:cNvSpPr/>
            <p:nvPr/>
          </p:nvSpPr>
          <p:spPr>
            <a:xfrm rot="10800000">
              <a:off x="10503441" y="5874739"/>
              <a:ext cx="550362" cy="271355"/>
            </a:xfrm>
            <a:custGeom>
              <a:avLst/>
              <a:gdLst>
                <a:gd name="connsiteX0" fmla="*/ 760815 w 1521631"/>
                <a:gd name="connsiteY0" fmla="*/ 0 h 750239"/>
                <a:gd name="connsiteX1" fmla="*/ 1507335 w 1521631"/>
                <a:gd name="connsiteY1" fmla="*/ 608431 h 750239"/>
                <a:gd name="connsiteX2" fmla="*/ 1521631 w 1521631"/>
                <a:gd name="connsiteY2" fmla="*/ 750239 h 750239"/>
                <a:gd name="connsiteX3" fmla="*/ 1214421 w 1521631"/>
                <a:gd name="connsiteY3" fmla="*/ 750239 h 750239"/>
                <a:gd name="connsiteX4" fmla="*/ 1206367 w 1521631"/>
                <a:gd name="connsiteY4" fmla="*/ 670345 h 750239"/>
                <a:gd name="connsiteX5" fmla="*/ 760814 w 1521631"/>
                <a:gd name="connsiteY5" fmla="*/ 307209 h 750239"/>
                <a:gd name="connsiteX6" fmla="*/ 315262 w 1521631"/>
                <a:gd name="connsiteY6" fmla="*/ 670345 h 750239"/>
                <a:gd name="connsiteX7" fmla="*/ 307208 w 1521631"/>
                <a:gd name="connsiteY7" fmla="*/ 750239 h 750239"/>
                <a:gd name="connsiteX8" fmla="*/ 0 w 1521631"/>
                <a:gd name="connsiteY8" fmla="*/ 750239 h 750239"/>
                <a:gd name="connsiteX9" fmla="*/ 14295 w 1521631"/>
                <a:gd name="connsiteY9" fmla="*/ 608431 h 750239"/>
                <a:gd name="connsiteX10" fmla="*/ 760815 w 1521631"/>
                <a:gd name="connsiteY10" fmla="*/ 0 h 75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31" h="750239">
                  <a:moveTo>
                    <a:pt x="760815" y="0"/>
                  </a:moveTo>
                  <a:cubicBezTo>
                    <a:pt x="1129052" y="0"/>
                    <a:pt x="1436281" y="261200"/>
                    <a:pt x="1507335" y="608431"/>
                  </a:cubicBezTo>
                  <a:lnTo>
                    <a:pt x="1521631" y="750239"/>
                  </a:lnTo>
                  <a:lnTo>
                    <a:pt x="1214421" y="750239"/>
                  </a:lnTo>
                  <a:lnTo>
                    <a:pt x="1206367" y="670345"/>
                  </a:lnTo>
                  <a:cubicBezTo>
                    <a:pt x="1163959" y="463104"/>
                    <a:pt x="980592" y="307209"/>
                    <a:pt x="760814" y="307209"/>
                  </a:cubicBezTo>
                  <a:cubicBezTo>
                    <a:pt x="541036" y="307209"/>
                    <a:pt x="357670" y="463104"/>
                    <a:pt x="315262" y="670345"/>
                  </a:cubicBezTo>
                  <a:lnTo>
                    <a:pt x="307208" y="750239"/>
                  </a:lnTo>
                  <a:lnTo>
                    <a:pt x="0" y="750239"/>
                  </a:lnTo>
                  <a:lnTo>
                    <a:pt x="14295" y="608431"/>
                  </a:lnTo>
                  <a:cubicBezTo>
                    <a:pt x="85349" y="261200"/>
                    <a:pt x="392579" y="0"/>
                    <a:pt x="76081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7345A1A2-7BDB-D01A-77F0-9BFC77E70296}"/>
                </a:ext>
              </a:extLst>
            </p:cNvPr>
            <p:cNvSpPr/>
            <p:nvPr/>
          </p:nvSpPr>
          <p:spPr>
            <a:xfrm rot="16200000">
              <a:off x="289440" y="5297633"/>
              <a:ext cx="542575" cy="272910"/>
            </a:xfrm>
            <a:custGeom>
              <a:avLst/>
              <a:gdLst>
                <a:gd name="connsiteX0" fmla="*/ 570975 w 1141950"/>
                <a:gd name="connsiteY0" fmla="*/ 0 h 574390"/>
                <a:gd name="connsiteX1" fmla="*/ 1141950 w 1141950"/>
                <a:gd name="connsiteY1" fmla="*/ 570975 h 574390"/>
                <a:gd name="connsiteX2" fmla="*/ 1141606 w 1141950"/>
                <a:gd name="connsiteY2" fmla="*/ 574390 h 574390"/>
                <a:gd name="connsiteX3" fmla="*/ 345 w 1141950"/>
                <a:gd name="connsiteY3" fmla="*/ 574390 h 574390"/>
                <a:gd name="connsiteX4" fmla="*/ 0 w 1141950"/>
                <a:gd name="connsiteY4" fmla="*/ 570975 h 574390"/>
                <a:gd name="connsiteX5" fmla="*/ 570975 w 1141950"/>
                <a:gd name="connsiteY5" fmla="*/ 0 h 57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1950" h="574390">
                  <a:moveTo>
                    <a:pt x="570975" y="0"/>
                  </a:moveTo>
                  <a:cubicBezTo>
                    <a:pt x="886316" y="0"/>
                    <a:pt x="1141950" y="255634"/>
                    <a:pt x="1141950" y="570975"/>
                  </a:cubicBezTo>
                  <a:lnTo>
                    <a:pt x="1141606" y="574390"/>
                  </a:lnTo>
                  <a:lnTo>
                    <a:pt x="345" y="574390"/>
                  </a:lnTo>
                  <a:lnTo>
                    <a:pt x="0" y="570975"/>
                  </a:lnTo>
                  <a:cubicBezTo>
                    <a:pt x="0" y="255634"/>
                    <a:pt x="255634" y="0"/>
                    <a:pt x="5709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E537FD63-4FD3-2E23-2CC1-DFC7A1C45660}"/>
                </a:ext>
              </a:extLst>
            </p:cNvPr>
            <p:cNvSpPr/>
            <p:nvPr/>
          </p:nvSpPr>
          <p:spPr>
            <a:xfrm rot="16200000">
              <a:off x="289440" y="3857426"/>
              <a:ext cx="542575" cy="272910"/>
            </a:xfrm>
            <a:custGeom>
              <a:avLst/>
              <a:gdLst>
                <a:gd name="connsiteX0" fmla="*/ 570975 w 1141950"/>
                <a:gd name="connsiteY0" fmla="*/ 0 h 574390"/>
                <a:gd name="connsiteX1" fmla="*/ 1141950 w 1141950"/>
                <a:gd name="connsiteY1" fmla="*/ 570975 h 574390"/>
                <a:gd name="connsiteX2" fmla="*/ 1141606 w 1141950"/>
                <a:gd name="connsiteY2" fmla="*/ 574390 h 574390"/>
                <a:gd name="connsiteX3" fmla="*/ 345 w 1141950"/>
                <a:gd name="connsiteY3" fmla="*/ 574390 h 574390"/>
                <a:gd name="connsiteX4" fmla="*/ 0 w 1141950"/>
                <a:gd name="connsiteY4" fmla="*/ 570975 h 574390"/>
                <a:gd name="connsiteX5" fmla="*/ 570975 w 1141950"/>
                <a:gd name="connsiteY5" fmla="*/ 0 h 57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1950" h="574390">
                  <a:moveTo>
                    <a:pt x="570975" y="0"/>
                  </a:moveTo>
                  <a:cubicBezTo>
                    <a:pt x="886316" y="0"/>
                    <a:pt x="1141950" y="255634"/>
                    <a:pt x="1141950" y="570975"/>
                  </a:cubicBezTo>
                  <a:lnTo>
                    <a:pt x="1141606" y="574390"/>
                  </a:lnTo>
                  <a:lnTo>
                    <a:pt x="345" y="574390"/>
                  </a:lnTo>
                  <a:lnTo>
                    <a:pt x="0" y="570975"/>
                  </a:lnTo>
                  <a:cubicBezTo>
                    <a:pt x="0" y="255634"/>
                    <a:pt x="255634" y="0"/>
                    <a:pt x="5709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2BED532C-C35D-4B2C-0546-AD4ADEB61885}"/>
                </a:ext>
              </a:extLst>
            </p:cNvPr>
            <p:cNvSpPr/>
            <p:nvPr/>
          </p:nvSpPr>
          <p:spPr>
            <a:xfrm rot="5400000">
              <a:off x="285546" y="4578307"/>
              <a:ext cx="550362" cy="271355"/>
            </a:xfrm>
            <a:custGeom>
              <a:avLst/>
              <a:gdLst>
                <a:gd name="connsiteX0" fmla="*/ 760815 w 1521631"/>
                <a:gd name="connsiteY0" fmla="*/ 0 h 750239"/>
                <a:gd name="connsiteX1" fmla="*/ 1507335 w 1521631"/>
                <a:gd name="connsiteY1" fmla="*/ 608431 h 750239"/>
                <a:gd name="connsiteX2" fmla="*/ 1521631 w 1521631"/>
                <a:gd name="connsiteY2" fmla="*/ 750239 h 750239"/>
                <a:gd name="connsiteX3" fmla="*/ 1214421 w 1521631"/>
                <a:gd name="connsiteY3" fmla="*/ 750239 h 750239"/>
                <a:gd name="connsiteX4" fmla="*/ 1206367 w 1521631"/>
                <a:gd name="connsiteY4" fmla="*/ 670345 h 750239"/>
                <a:gd name="connsiteX5" fmla="*/ 760814 w 1521631"/>
                <a:gd name="connsiteY5" fmla="*/ 307209 h 750239"/>
                <a:gd name="connsiteX6" fmla="*/ 315262 w 1521631"/>
                <a:gd name="connsiteY6" fmla="*/ 670345 h 750239"/>
                <a:gd name="connsiteX7" fmla="*/ 307208 w 1521631"/>
                <a:gd name="connsiteY7" fmla="*/ 750239 h 750239"/>
                <a:gd name="connsiteX8" fmla="*/ 0 w 1521631"/>
                <a:gd name="connsiteY8" fmla="*/ 750239 h 750239"/>
                <a:gd name="connsiteX9" fmla="*/ 14295 w 1521631"/>
                <a:gd name="connsiteY9" fmla="*/ 608431 h 750239"/>
                <a:gd name="connsiteX10" fmla="*/ 760815 w 1521631"/>
                <a:gd name="connsiteY10" fmla="*/ 0 h 75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31" h="750239">
                  <a:moveTo>
                    <a:pt x="760815" y="0"/>
                  </a:moveTo>
                  <a:cubicBezTo>
                    <a:pt x="1129052" y="0"/>
                    <a:pt x="1436281" y="261200"/>
                    <a:pt x="1507335" y="608431"/>
                  </a:cubicBezTo>
                  <a:lnTo>
                    <a:pt x="1521631" y="750239"/>
                  </a:lnTo>
                  <a:lnTo>
                    <a:pt x="1214421" y="750239"/>
                  </a:lnTo>
                  <a:lnTo>
                    <a:pt x="1206367" y="670345"/>
                  </a:lnTo>
                  <a:cubicBezTo>
                    <a:pt x="1163959" y="463104"/>
                    <a:pt x="980592" y="307209"/>
                    <a:pt x="760814" y="307209"/>
                  </a:cubicBezTo>
                  <a:cubicBezTo>
                    <a:pt x="541036" y="307209"/>
                    <a:pt x="357670" y="463104"/>
                    <a:pt x="315262" y="670345"/>
                  </a:cubicBezTo>
                  <a:lnTo>
                    <a:pt x="307208" y="750239"/>
                  </a:lnTo>
                  <a:lnTo>
                    <a:pt x="0" y="750239"/>
                  </a:lnTo>
                  <a:lnTo>
                    <a:pt x="14295" y="608431"/>
                  </a:lnTo>
                  <a:cubicBezTo>
                    <a:pt x="85349" y="261200"/>
                    <a:pt x="392579" y="0"/>
                    <a:pt x="76081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DD65D1FD-B9CF-3CAF-CDB5-A0A265F09477}"/>
                </a:ext>
              </a:extLst>
            </p:cNvPr>
            <p:cNvSpPr/>
            <p:nvPr/>
          </p:nvSpPr>
          <p:spPr>
            <a:xfrm rot="16200000">
              <a:off x="289440" y="2417218"/>
              <a:ext cx="542575" cy="272910"/>
            </a:xfrm>
            <a:custGeom>
              <a:avLst/>
              <a:gdLst>
                <a:gd name="connsiteX0" fmla="*/ 570975 w 1141950"/>
                <a:gd name="connsiteY0" fmla="*/ 0 h 574390"/>
                <a:gd name="connsiteX1" fmla="*/ 1141950 w 1141950"/>
                <a:gd name="connsiteY1" fmla="*/ 570975 h 574390"/>
                <a:gd name="connsiteX2" fmla="*/ 1141606 w 1141950"/>
                <a:gd name="connsiteY2" fmla="*/ 574390 h 574390"/>
                <a:gd name="connsiteX3" fmla="*/ 345 w 1141950"/>
                <a:gd name="connsiteY3" fmla="*/ 574390 h 574390"/>
                <a:gd name="connsiteX4" fmla="*/ 0 w 1141950"/>
                <a:gd name="connsiteY4" fmla="*/ 570975 h 574390"/>
                <a:gd name="connsiteX5" fmla="*/ 570975 w 1141950"/>
                <a:gd name="connsiteY5" fmla="*/ 0 h 57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1950" h="574390">
                  <a:moveTo>
                    <a:pt x="570975" y="0"/>
                  </a:moveTo>
                  <a:cubicBezTo>
                    <a:pt x="886316" y="0"/>
                    <a:pt x="1141950" y="255634"/>
                    <a:pt x="1141950" y="570975"/>
                  </a:cubicBezTo>
                  <a:lnTo>
                    <a:pt x="1141606" y="574390"/>
                  </a:lnTo>
                  <a:lnTo>
                    <a:pt x="345" y="574390"/>
                  </a:lnTo>
                  <a:lnTo>
                    <a:pt x="0" y="570975"/>
                  </a:lnTo>
                  <a:cubicBezTo>
                    <a:pt x="0" y="255634"/>
                    <a:pt x="255634" y="0"/>
                    <a:pt x="5709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5B052AE9-83DA-AAB6-231F-EFF69193278A}"/>
                </a:ext>
              </a:extLst>
            </p:cNvPr>
            <p:cNvSpPr/>
            <p:nvPr/>
          </p:nvSpPr>
          <p:spPr>
            <a:xfrm rot="5400000">
              <a:off x="285546" y="3138099"/>
              <a:ext cx="550362" cy="271355"/>
            </a:xfrm>
            <a:custGeom>
              <a:avLst/>
              <a:gdLst>
                <a:gd name="connsiteX0" fmla="*/ 760815 w 1521631"/>
                <a:gd name="connsiteY0" fmla="*/ 0 h 750239"/>
                <a:gd name="connsiteX1" fmla="*/ 1507335 w 1521631"/>
                <a:gd name="connsiteY1" fmla="*/ 608431 h 750239"/>
                <a:gd name="connsiteX2" fmla="*/ 1521631 w 1521631"/>
                <a:gd name="connsiteY2" fmla="*/ 750239 h 750239"/>
                <a:gd name="connsiteX3" fmla="*/ 1214421 w 1521631"/>
                <a:gd name="connsiteY3" fmla="*/ 750239 h 750239"/>
                <a:gd name="connsiteX4" fmla="*/ 1206367 w 1521631"/>
                <a:gd name="connsiteY4" fmla="*/ 670345 h 750239"/>
                <a:gd name="connsiteX5" fmla="*/ 760814 w 1521631"/>
                <a:gd name="connsiteY5" fmla="*/ 307209 h 750239"/>
                <a:gd name="connsiteX6" fmla="*/ 315262 w 1521631"/>
                <a:gd name="connsiteY6" fmla="*/ 670345 h 750239"/>
                <a:gd name="connsiteX7" fmla="*/ 307208 w 1521631"/>
                <a:gd name="connsiteY7" fmla="*/ 750239 h 750239"/>
                <a:gd name="connsiteX8" fmla="*/ 0 w 1521631"/>
                <a:gd name="connsiteY8" fmla="*/ 750239 h 750239"/>
                <a:gd name="connsiteX9" fmla="*/ 14295 w 1521631"/>
                <a:gd name="connsiteY9" fmla="*/ 608431 h 750239"/>
                <a:gd name="connsiteX10" fmla="*/ 760815 w 1521631"/>
                <a:gd name="connsiteY10" fmla="*/ 0 h 75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31" h="750239">
                  <a:moveTo>
                    <a:pt x="760815" y="0"/>
                  </a:moveTo>
                  <a:cubicBezTo>
                    <a:pt x="1129052" y="0"/>
                    <a:pt x="1436281" y="261200"/>
                    <a:pt x="1507335" y="608431"/>
                  </a:cubicBezTo>
                  <a:lnTo>
                    <a:pt x="1521631" y="750239"/>
                  </a:lnTo>
                  <a:lnTo>
                    <a:pt x="1214421" y="750239"/>
                  </a:lnTo>
                  <a:lnTo>
                    <a:pt x="1206367" y="670345"/>
                  </a:lnTo>
                  <a:cubicBezTo>
                    <a:pt x="1163959" y="463104"/>
                    <a:pt x="980592" y="307209"/>
                    <a:pt x="760814" y="307209"/>
                  </a:cubicBezTo>
                  <a:cubicBezTo>
                    <a:pt x="541036" y="307209"/>
                    <a:pt x="357670" y="463104"/>
                    <a:pt x="315262" y="670345"/>
                  </a:cubicBezTo>
                  <a:lnTo>
                    <a:pt x="307208" y="750239"/>
                  </a:lnTo>
                  <a:lnTo>
                    <a:pt x="0" y="750239"/>
                  </a:lnTo>
                  <a:lnTo>
                    <a:pt x="14295" y="608431"/>
                  </a:lnTo>
                  <a:cubicBezTo>
                    <a:pt x="85349" y="261200"/>
                    <a:pt x="392579" y="0"/>
                    <a:pt x="76081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4BD7077B-C877-AC06-1733-69957A4E4105}"/>
                </a:ext>
              </a:extLst>
            </p:cNvPr>
            <p:cNvSpPr/>
            <p:nvPr/>
          </p:nvSpPr>
          <p:spPr>
            <a:xfrm rot="16200000">
              <a:off x="297012" y="977011"/>
              <a:ext cx="542575" cy="272910"/>
            </a:xfrm>
            <a:custGeom>
              <a:avLst/>
              <a:gdLst>
                <a:gd name="connsiteX0" fmla="*/ 570975 w 1141950"/>
                <a:gd name="connsiteY0" fmla="*/ 0 h 574390"/>
                <a:gd name="connsiteX1" fmla="*/ 1141950 w 1141950"/>
                <a:gd name="connsiteY1" fmla="*/ 570975 h 574390"/>
                <a:gd name="connsiteX2" fmla="*/ 1141606 w 1141950"/>
                <a:gd name="connsiteY2" fmla="*/ 574390 h 574390"/>
                <a:gd name="connsiteX3" fmla="*/ 345 w 1141950"/>
                <a:gd name="connsiteY3" fmla="*/ 574390 h 574390"/>
                <a:gd name="connsiteX4" fmla="*/ 0 w 1141950"/>
                <a:gd name="connsiteY4" fmla="*/ 570975 h 574390"/>
                <a:gd name="connsiteX5" fmla="*/ 570975 w 1141950"/>
                <a:gd name="connsiteY5" fmla="*/ 0 h 57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1950" h="574390">
                  <a:moveTo>
                    <a:pt x="570975" y="0"/>
                  </a:moveTo>
                  <a:cubicBezTo>
                    <a:pt x="886316" y="0"/>
                    <a:pt x="1141950" y="255634"/>
                    <a:pt x="1141950" y="570975"/>
                  </a:cubicBezTo>
                  <a:lnTo>
                    <a:pt x="1141606" y="574390"/>
                  </a:lnTo>
                  <a:lnTo>
                    <a:pt x="345" y="574390"/>
                  </a:lnTo>
                  <a:lnTo>
                    <a:pt x="0" y="570975"/>
                  </a:lnTo>
                  <a:cubicBezTo>
                    <a:pt x="0" y="255634"/>
                    <a:pt x="255634" y="0"/>
                    <a:pt x="5709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A588FA7C-F32F-EB17-3D62-AB5572172846}"/>
                </a:ext>
              </a:extLst>
            </p:cNvPr>
            <p:cNvSpPr/>
            <p:nvPr/>
          </p:nvSpPr>
          <p:spPr>
            <a:xfrm rot="5400000">
              <a:off x="285545" y="1697892"/>
              <a:ext cx="550362" cy="271355"/>
            </a:xfrm>
            <a:custGeom>
              <a:avLst/>
              <a:gdLst>
                <a:gd name="connsiteX0" fmla="*/ 760815 w 1521631"/>
                <a:gd name="connsiteY0" fmla="*/ 0 h 750239"/>
                <a:gd name="connsiteX1" fmla="*/ 1507335 w 1521631"/>
                <a:gd name="connsiteY1" fmla="*/ 608431 h 750239"/>
                <a:gd name="connsiteX2" fmla="*/ 1521631 w 1521631"/>
                <a:gd name="connsiteY2" fmla="*/ 750239 h 750239"/>
                <a:gd name="connsiteX3" fmla="*/ 1214421 w 1521631"/>
                <a:gd name="connsiteY3" fmla="*/ 750239 h 750239"/>
                <a:gd name="connsiteX4" fmla="*/ 1206367 w 1521631"/>
                <a:gd name="connsiteY4" fmla="*/ 670345 h 750239"/>
                <a:gd name="connsiteX5" fmla="*/ 760814 w 1521631"/>
                <a:gd name="connsiteY5" fmla="*/ 307209 h 750239"/>
                <a:gd name="connsiteX6" fmla="*/ 315262 w 1521631"/>
                <a:gd name="connsiteY6" fmla="*/ 670345 h 750239"/>
                <a:gd name="connsiteX7" fmla="*/ 307208 w 1521631"/>
                <a:gd name="connsiteY7" fmla="*/ 750239 h 750239"/>
                <a:gd name="connsiteX8" fmla="*/ 0 w 1521631"/>
                <a:gd name="connsiteY8" fmla="*/ 750239 h 750239"/>
                <a:gd name="connsiteX9" fmla="*/ 14295 w 1521631"/>
                <a:gd name="connsiteY9" fmla="*/ 608431 h 750239"/>
                <a:gd name="connsiteX10" fmla="*/ 760815 w 1521631"/>
                <a:gd name="connsiteY10" fmla="*/ 0 h 75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31" h="750239">
                  <a:moveTo>
                    <a:pt x="760815" y="0"/>
                  </a:moveTo>
                  <a:cubicBezTo>
                    <a:pt x="1129052" y="0"/>
                    <a:pt x="1436281" y="261200"/>
                    <a:pt x="1507335" y="608431"/>
                  </a:cubicBezTo>
                  <a:lnTo>
                    <a:pt x="1521631" y="750239"/>
                  </a:lnTo>
                  <a:lnTo>
                    <a:pt x="1214421" y="750239"/>
                  </a:lnTo>
                  <a:lnTo>
                    <a:pt x="1206367" y="670345"/>
                  </a:lnTo>
                  <a:cubicBezTo>
                    <a:pt x="1163959" y="463104"/>
                    <a:pt x="980592" y="307209"/>
                    <a:pt x="760814" y="307209"/>
                  </a:cubicBezTo>
                  <a:cubicBezTo>
                    <a:pt x="541036" y="307209"/>
                    <a:pt x="357670" y="463104"/>
                    <a:pt x="315262" y="670345"/>
                  </a:cubicBezTo>
                  <a:lnTo>
                    <a:pt x="307208" y="750239"/>
                  </a:lnTo>
                  <a:lnTo>
                    <a:pt x="0" y="750239"/>
                  </a:lnTo>
                  <a:lnTo>
                    <a:pt x="14295" y="608431"/>
                  </a:lnTo>
                  <a:cubicBezTo>
                    <a:pt x="85349" y="261200"/>
                    <a:pt x="392579" y="0"/>
                    <a:pt x="76081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5787FDA7-C9A6-37A8-2A14-0FA786882448}"/>
                </a:ext>
              </a:extLst>
            </p:cNvPr>
            <p:cNvSpPr/>
            <p:nvPr/>
          </p:nvSpPr>
          <p:spPr>
            <a:xfrm rot="5400000">
              <a:off x="11350712" y="1681829"/>
              <a:ext cx="542575" cy="272910"/>
            </a:xfrm>
            <a:custGeom>
              <a:avLst/>
              <a:gdLst>
                <a:gd name="connsiteX0" fmla="*/ 570975 w 1141950"/>
                <a:gd name="connsiteY0" fmla="*/ 0 h 574390"/>
                <a:gd name="connsiteX1" fmla="*/ 1141950 w 1141950"/>
                <a:gd name="connsiteY1" fmla="*/ 570975 h 574390"/>
                <a:gd name="connsiteX2" fmla="*/ 1141606 w 1141950"/>
                <a:gd name="connsiteY2" fmla="*/ 574390 h 574390"/>
                <a:gd name="connsiteX3" fmla="*/ 345 w 1141950"/>
                <a:gd name="connsiteY3" fmla="*/ 574390 h 574390"/>
                <a:gd name="connsiteX4" fmla="*/ 0 w 1141950"/>
                <a:gd name="connsiteY4" fmla="*/ 570975 h 574390"/>
                <a:gd name="connsiteX5" fmla="*/ 570975 w 1141950"/>
                <a:gd name="connsiteY5" fmla="*/ 0 h 57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1950" h="574390">
                  <a:moveTo>
                    <a:pt x="570975" y="0"/>
                  </a:moveTo>
                  <a:cubicBezTo>
                    <a:pt x="886316" y="0"/>
                    <a:pt x="1141950" y="255634"/>
                    <a:pt x="1141950" y="570975"/>
                  </a:cubicBezTo>
                  <a:lnTo>
                    <a:pt x="1141606" y="574390"/>
                  </a:lnTo>
                  <a:lnTo>
                    <a:pt x="345" y="574390"/>
                  </a:lnTo>
                  <a:lnTo>
                    <a:pt x="0" y="570975"/>
                  </a:lnTo>
                  <a:cubicBezTo>
                    <a:pt x="0" y="255634"/>
                    <a:pt x="255634" y="0"/>
                    <a:pt x="5709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A6679A99-5BE7-6213-2DEE-79D32EE5BF7C}"/>
                </a:ext>
              </a:extLst>
            </p:cNvPr>
            <p:cNvSpPr/>
            <p:nvPr/>
          </p:nvSpPr>
          <p:spPr>
            <a:xfrm rot="16200000">
              <a:off x="11346819" y="955657"/>
              <a:ext cx="550362" cy="271355"/>
            </a:xfrm>
            <a:custGeom>
              <a:avLst/>
              <a:gdLst>
                <a:gd name="connsiteX0" fmla="*/ 760815 w 1521631"/>
                <a:gd name="connsiteY0" fmla="*/ 0 h 750239"/>
                <a:gd name="connsiteX1" fmla="*/ 1507335 w 1521631"/>
                <a:gd name="connsiteY1" fmla="*/ 608431 h 750239"/>
                <a:gd name="connsiteX2" fmla="*/ 1521631 w 1521631"/>
                <a:gd name="connsiteY2" fmla="*/ 750239 h 750239"/>
                <a:gd name="connsiteX3" fmla="*/ 1214421 w 1521631"/>
                <a:gd name="connsiteY3" fmla="*/ 750239 h 750239"/>
                <a:gd name="connsiteX4" fmla="*/ 1206367 w 1521631"/>
                <a:gd name="connsiteY4" fmla="*/ 670345 h 750239"/>
                <a:gd name="connsiteX5" fmla="*/ 760814 w 1521631"/>
                <a:gd name="connsiteY5" fmla="*/ 307209 h 750239"/>
                <a:gd name="connsiteX6" fmla="*/ 315262 w 1521631"/>
                <a:gd name="connsiteY6" fmla="*/ 670345 h 750239"/>
                <a:gd name="connsiteX7" fmla="*/ 307208 w 1521631"/>
                <a:gd name="connsiteY7" fmla="*/ 750239 h 750239"/>
                <a:gd name="connsiteX8" fmla="*/ 0 w 1521631"/>
                <a:gd name="connsiteY8" fmla="*/ 750239 h 750239"/>
                <a:gd name="connsiteX9" fmla="*/ 14295 w 1521631"/>
                <a:gd name="connsiteY9" fmla="*/ 608431 h 750239"/>
                <a:gd name="connsiteX10" fmla="*/ 760815 w 1521631"/>
                <a:gd name="connsiteY10" fmla="*/ 0 h 75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31" h="750239">
                  <a:moveTo>
                    <a:pt x="760815" y="0"/>
                  </a:moveTo>
                  <a:cubicBezTo>
                    <a:pt x="1129052" y="0"/>
                    <a:pt x="1436281" y="261200"/>
                    <a:pt x="1507335" y="608431"/>
                  </a:cubicBezTo>
                  <a:lnTo>
                    <a:pt x="1521631" y="750239"/>
                  </a:lnTo>
                  <a:lnTo>
                    <a:pt x="1214421" y="750239"/>
                  </a:lnTo>
                  <a:lnTo>
                    <a:pt x="1206367" y="670345"/>
                  </a:lnTo>
                  <a:cubicBezTo>
                    <a:pt x="1163959" y="463104"/>
                    <a:pt x="980592" y="307209"/>
                    <a:pt x="760814" y="307209"/>
                  </a:cubicBezTo>
                  <a:cubicBezTo>
                    <a:pt x="541036" y="307209"/>
                    <a:pt x="357670" y="463104"/>
                    <a:pt x="315262" y="670345"/>
                  </a:cubicBezTo>
                  <a:lnTo>
                    <a:pt x="307208" y="750239"/>
                  </a:lnTo>
                  <a:lnTo>
                    <a:pt x="0" y="750239"/>
                  </a:lnTo>
                  <a:lnTo>
                    <a:pt x="14295" y="608431"/>
                  </a:lnTo>
                  <a:cubicBezTo>
                    <a:pt x="85349" y="261200"/>
                    <a:pt x="392579" y="0"/>
                    <a:pt x="76081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5D67A080-475D-C157-8319-301D9DD528BE}"/>
                </a:ext>
              </a:extLst>
            </p:cNvPr>
            <p:cNvSpPr/>
            <p:nvPr/>
          </p:nvSpPr>
          <p:spPr>
            <a:xfrm rot="5400000">
              <a:off x="11350712" y="3135726"/>
              <a:ext cx="542575" cy="272910"/>
            </a:xfrm>
            <a:custGeom>
              <a:avLst/>
              <a:gdLst>
                <a:gd name="connsiteX0" fmla="*/ 570975 w 1141950"/>
                <a:gd name="connsiteY0" fmla="*/ 0 h 574390"/>
                <a:gd name="connsiteX1" fmla="*/ 1141950 w 1141950"/>
                <a:gd name="connsiteY1" fmla="*/ 570975 h 574390"/>
                <a:gd name="connsiteX2" fmla="*/ 1141606 w 1141950"/>
                <a:gd name="connsiteY2" fmla="*/ 574390 h 574390"/>
                <a:gd name="connsiteX3" fmla="*/ 345 w 1141950"/>
                <a:gd name="connsiteY3" fmla="*/ 574390 h 574390"/>
                <a:gd name="connsiteX4" fmla="*/ 0 w 1141950"/>
                <a:gd name="connsiteY4" fmla="*/ 570975 h 574390"/>
                <a:gd name="connsiteX5" fmla="*/ 570975 w 1141950"/>
                <a:gd name="connsiteY5" fmla="*/ 0 h 57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1950" h="574390">
                  <a:moveTo>
                    <a:pt x="570975" y="0"/>
                  </a:moveTo>
                  <a:cubicBezTo>
                    <a:pt x="886316" y="0"/>
                    <a:pt x="1141950" y="255634"/>
                    <a:pt x="1141950" y="570975"/>
                  </a:cubicBezTo>
                  <a:lnTo>
                    <a:pt x="1141606" y="574390"/>
                  </a:lnTo>
                  <a:lnTo>
                    <a:pt x="345" y="574390"/>
                  </a:lnTo>
                  <a:lnTo>
                    <a:pt x="0" y="570975"/>
                  </a:lnTo>
                  <a:cubicBezTo>
                    <a:pt x="0" y="255634"/>
                    <a:pt x="255634" y="0"/>
                    <a:pt x="5709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21857843-C560-2F7F-D5D0-9B5F7F089061}"/>
                </a:ext>
              </a:extLst>
            </p:cNvPr>
            <p:cNvSpPr/>
            <p:nvPr/>
          </p:nvSpPr>
          <p:spPr>
            <a:xfrm rot="16200000">
              <a:off x="11346819" y="2409554"/>
              <a:ext cx="550362" cy="271355"/>
            </a:xfrm>
            <a:custGeom>
              <a:avLst/>
              <a:gdLst>
                <a:gd name="connsiteX0" fmla="*/ 760815 w 1521631"/>
                <a:gd name="connsiteY0" fmla="*/ 0 h 750239"/>
                <a:gd name="connsiteX1" fmla="*/ 1507335 w 1521631"/>
                <a:gd name="connsiteY1" fmla="*/ 608431 h 750239"/>
                <a:gd name="connsiteX2" fmla="*/ 1521631 w 1521631"/>
                <a:gd name="connsiteY2" fmla="*/ 750239 h 750239"/>
                <a:gd name="connsiteX3" fmla="*/ 1214421 w 1521631"/>
                <a:gd name="connsiteY3" fmla="*/ 750239 h 750239"/>
                <a:gd name="connsiteX4" fmla="*/ 1206367 w 1521631"/>
                <a:gd name="connsiteY4" fmla="*/ 670345 h 750239"/>
                <a:gd name="connsiteX5" fmla="*/ 760814 w 1521631"/>
                <a:gd name="connsiteY5" fmla="*/ 307209 h 750239"/>
                <a:gd name="connsiteX6" fmla="*/ 315262 w 1521631"/>
                <a:gd name="connsiteY6" fmla="*/ 670345 h 750239"/>
                <a:gd name="connsiteX7" fmla="*/ 307208 w 1521631"/>
                <a:gd name="connsiteY7" fmla="*/ 750239 h 750239"/>
                <a:gd name="connsiteX8" fmla="*/ 0 w 1521631"/>
                <a:gd name="connsiteY8" fmla="*/ 750239 h 750239"/>
                <a:gd name="connsiteX9" fmla="*/ 14295 w 1521631"/>
                <a:gd name="connsiteY9" fmla="*/ 608431 h 750239"/>
                <a:gd name="connsiteX10" fmla="*/ 760815 w 1521631"/>
                <a:gd name="connsiteY10" fmla="*/ 0 h 75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31" h="750239">
                  <a:moveTo>
                    <a:pt x="760815" y="0"/>
                  </a:moveTo>
                  <a:cubicBezTo>
                    <a:pt x="1129052" y="0"/>
                    <a:pt x="1436281" y="261200"/>
                    <a:pt x="1507335" y="608431"/>
                  </a:cubicBezTo>
                  <a:lnTo>
                    <a:pt x="1521631" y="750239"/>
                  </a:lnTo>
                  <a:lnTo>
                    <a:pt x="1214421" y="750239"/>
                  </a:lnTo>
                  <a:lnTo>
                    <a:pt x="1206367" y="670345"/>
                  </a:lnTo>
                  <a:cubicBezTo>
                    <a:pt x="1163959" y="463104"/>
                    <a:pt x="980592" y="307209"/>
                    <a:pt x="760814" y="307209"/>
                  </a:cubicBezTo>
                  <a:cubicBezTo>
                    <a:pt x="541036" y="307209"/>
                    <a:pt x="357670" y="463104"/>
                    <a:pt x="315262" y="670345"/>
                  </a:cubicBezTo>
                  <a:lnTo>
                    <a:pt x="307208" y="750239"/>
                  </a:lnTo>
                  <a:lnTo>
                    <a:pt x="0" y="750239"/>
                  </a:lnTo>
                  <a:lnTo>
                    <a:pt x="14295" y="608431"/>
                  </a:lnTo>
                  <a:cubicBezTo>
                    <a:pt x="85349" y="261200"/>
                    <a:pt x="392579" y="0"/>
                    <a:pt x="76081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F775EE45-4E10-04D4-A223-13E40ACFF046}"/>
                </a:ext>
              </a:extLst>
            </p:cNvPr>
            <p:cNvSpPr/>
            <p:nvPr/>
          </p:nvSpPr>
          <p:spPr>
            <a:xfrm rot="5400000">
              <a:off x="11343139" y="4589623"/>
              <a:ext cx="542575" cy="272910"/>
            </a:xfrm>
            <a:custGeom>
              <a:avLst/>
              <a:gdLst>
                <a:gd name="connsiteX0" fmla="*/ 570975 w 1141950"/>
                <a:gd name="connsiteY0" fmla="*/ 0 h 574390"/>
                <a:gd name="connsiteX1" fmla="*/ 1141950 w 1141950"/>
                <a:gd name="connsiteY1" fmla="*/ 570975 h 574390"/>
                <a:gd name="connsiteX2" fmla="*/ 1141606 w 1141950"/>
                <a:gd name="connsiteY2" fmla="*/ 574390 h 574390"/>
                <a:gd name="connsiteX3" fmla="*/ 345 w 1141950"/>
                <a:gd name="connsiteY3" fmla="*/ 574390 h 574390"/>
                <a:gd name="connsiteX4" fmla="*/ 0 w 1141950"/>
                <a:gd name="connsiteY4" fmla="*/ 570975 h 574390"/>
                <a:gd name="connsiteX5" fmla="*/ 570975 w 1141950"/>
                <a:gd name="connsiteY5" fmla="*/ 0 h 574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1950" h="574390">
                  <a:moveTo>
                    <a:pt x="570975" y="0"/>
                  </a:moveTo>
                  <a:cubicBezTo>
                    <a:pt x="886316" y="0"/>
                    <a:pt x="1141950" y="255634"/>
                    <a:pt x="1141950" y="570975"/>
                  </a:cubicBezTo>
                  <a:lnTo>
                    <a:pt x="1141606" y="574390"/>
                  </a:lnTo>
                  <a:lnTo>
                    <a:pt x="345" y="574390"/>
                  </a:lnTo>
                  <a:lnTo>
                    <a:pt x="0" y="570975"/>
                  </a:lnTo>
                  <a:cubicBezTo>
                    <a:pt x="0" y="255634"/>
                    <a:pt x="255634" y="0"/>
                    <a:pt x="57097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27809395-860E-73C3-D532-4160469A88C6}"/>
                </a:ext>
              </a:extLst>
            </p:cNvPr>
            <p:cNvSpPr/>
            <p:nvPr/>
          </p:nvSpPr>
          <p:spPr>
            <a:xfrm rot="16200000">
              <a:off x="11346819" y="3863451"/>
              <a:ext cx="550362" cy="271355"/>
            </a:xfrm>
            <a:custGeom>
              <a:avLst/>
              <a:gdLst>
                <a:gd name="connsiteX0" fmla="*/ 760815 w 1521631"/>
                <a:gd name="connsiteY0" fmla="*/ 0 h 750239"/>
                <a:gd name="connsiteX1" fmla="*/ 1507335 w 1521631"/>
                <a:gd name="connsiteY1" fmla="*/ 608431 h 750239"/>
                <a:gd name="connsiteX2" fmla="*/ 1521631 w 1521631"/>
                <a:gd name="connsiteY2" fmla="*/ 750239 h 750239"/>
                <a:gd name="connsiteX3" fmla="*/ 1214421 w 1521631"/>
                <a:gd name="connsiteY3" fmla="*/ 750239 h 750239"/>
                <a:gd name="connsiteX4" fmla="*/ 1206367 w 1521631"/>
                <a:gd name="connsiteY4" fmla="*/ 670345 h 750239"/>
                <a:gd name="connsiteX5" fmla="*/ 760814 w 1521631"/>
                <a:gd name="connsiteY5" fmla="*/ 307209 h 750239"/>
                <a:gd name="connsiteX6" fmla="*/ 315262 w 1521631"/>
                <a:gd name="connsiteY6" fmla="*/ 670345 h 750239"/>
                <a:gd name="connsiteX7" fmla="*/ 307208 w 1521631"/>
                <a:gd name="connsiteY7" fmla="*/ 750239 h 750239"/>
                <a:gd name="connsiteX8" fmla="*/ 0 w 1521631"/>
                <a:gd name="connsiteY8" fmla="*/ 750239 h 750239"/>
                <a:gd name="connsiteX9" fmla="*/ 14295 w 1521631"/>
                <a:gd name="connsiteY9" fmla="*/ 608431 h 750239"/>
                <a:gd name="connsiteX10" fmla="*/ 760815 w 1521631"/>
                <a:gd name="connsiteY10" fmla="*/ 0 h 75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31" h="750239">
                  <a:moveTo>
                    <a:pt x="760815" y="0"/>
                  </a:moveTo>
                  <a:cubicBezTo>
                    <a:pt x="1129052" y="0"/>
                    <a:pt x="1436281" y="261200"/>
                    <a:pt x="1507335" y="608431"/>
                  </a:cubicBezTo>
                  <a:lnTo>
                    <a:pt x="1521631" y="750239"/>
                  </a:lnTo>
                  <a:lnTo>
                    <a:pt x="1214421" y="750239"/>
                  </a:lnTo>
                  <a:lnTo>
                    <a:pt x="1206367" y="670345"/>
                  </a:lnTo>
                  <a:cubicBezTo>
                    <a:pt x="1163959" y="463104"/>
                    <a:pt x="980592" y="307209"/>
                    <a:pt x="760814" y="307209"/>
                  </a:cubicBezTo>
                  <a:cubicBezTo>
                    <a:pt x="541036" y="307209"/>
                    <a:pt x="357670" y="463104"/>
                    <a:pt x="315262" y="670345"/>
                  </a:cubicBezTo>
                  <a:lnTo>
                    <a:pt x="307208" y="750239"/>
                  </a:lnTo>
                  <a:lnTo>
                    <a:pt x="0" y="750239"/>
                  </a:lnTo>
                  <a:lnTo>
                    <a:pt x="14295" y="608431"/>
                  </a:lnTo>
                  <a:cubicBezTo>
                    <a:pt x="85349" y="261200"/>
                    <a:pt x="392579" y="0"/>
                    <a:pt x="76081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0589E653-5C61-1A3A-26CD-06872A3B6D97}"/>
                </a:ext>
              </a:extLst>
            </p:cNvPr>
            <p:cNvSpPr/>
            <p:nvPr/>
          </p:nvSpPr>
          <p:spPr>
            <a:xfrm rot="16200000">
              <a:off x="11346819" y="5317345"/>
              <a:ext cx="550362" cy="271355"/>
            </a:xfrm>
            <a:custGeom>
              <a:avLst/>
              <a:gdLst>
                <a:gd name="connsiteX0" fmla="*/ 760815 w 1521631"/>
                <a:gd name="connsiteY0" fmla="*/ 0 h 750239"/>
                <a:gd name="connsiteX1" fmla="*/ 1507335 w 1521631"/>
                <a:gd name="connsiteY1" fmla="*/ 608431 h 750239"/>
                <a:gd name="connsiteX2" fmla="*/ 1521631 w 1521631"/>
                <a:gd name="connsiteY2" fmla="*/ 750239 h 750239"/>
                <a:gd name="connsiteX3" fmla="*/ 1214421 w 1521631"/>
                <a:gd name="connsiteY3" fmla="*/ 750239 h 750239"/>
                <a:gd name="connsiteX4" fmla="*/ 1206367 w 1521631"/>
                <a:gd name="connsiteY4" fmla="*/ 670345 h 750239"/>
                <a:gd name="connsiteX5" fmla="*/ 760814 w 1521631"/>
                <a:gd name="connsiteY5" fmla="*/ 307209 h 750239"/>
                <a:gd name="connsiteX6" fmla="*/ 315262 w 1521631"/>
                <a:gd name="connsiteY6" fmla="*/ 670345 h 750239"/>
                <a:gd name="connsiteX7" fmla="*/ 307208 w 1521631"/>
                <a:gd name="connsiteY7" fmla="*/ 750239 h 750239"/>
                <a:gd name="connsiteX8" fmla="*/ 0 w 1521631"/>
                <a:gd name="connsiteY8" fmla="*/ 750239 h 750239"/>
                <a:gd name="connsiteX9" fmla="*/ 14295 w 1521631"/>
                <a:gd name="connsiteY9" fmla="*/ 608431 h 750239"/>
                <a:gd name="connsiteX10" fmla="*/ 760815 w 1521631"/>
                <a:gd name="connsiteY10" fmla="*/ 0 h 75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1631" h="750239">
                  <a:moveTo>
                    <a:pt x="760815" y="0"/>
                  </a:moveTo>
                  <a:cubicBezTo>
                    <a:pt x="1129052" y="0"/>
                    <a:pt x="1436281" y="261200"/>
                    <a:pt x="1507335" y="608431"/>
                  </a:cubicBezTo>
                  <a:lnTo>
                    <a:pt x="1521631" y="750239"/>
                  </a:lnTo>
                  <a:lnTo>
                    <a:pt x="1214421" y="750239"/>
                  </a:lnTo>
                  <a:lnTo>
                    <a:pt x="1206367" y="670345"/>
                  </a:lnTo>
                  <a:cubicBezTo>
                    <a:pt x="1163959" y="463104"/>
                    <a:pt x="980592" y="307209"/>
                    <a:pt x="760814" y="307209"/>
                  </a:cubicBezTo>
                  <a:cubicBezTo>
                    <a:pt x="541036" y="307209"/>
                    <a:pt x="357670" y="463104"/>
                    <a:pt x="315262" y="670345"/>
                  </a:cubicBezTo>
                  <a:lnTo>
                    <a:pt x="307208" y="750239"/>
                  </a:lnTo>
                  <a:lnTo>
                    <a:pt x="0" y="750239"/>
                  </a:lnTo>
                  <a:lnTo>
                    <a:pt x="14295" y="608431"/>
                  </a:lnTo>
                  <a:cubicBezTo>
                    <a:pt x="85349" y="261200"/>
                    <a:pt x="392579" y="0"/>
                    <a:pt x="76081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53" name="Text Placeholder 18">
            <a:extLst>
              <a:ext uri="{FF2B5EF4-FFF2-40B4-BE49-F238E27FC236}">
                <a16:creationId xmlns:a16="http://schemas.microsoft.com/office/drawing/2014/main" id="{C054D390-1E85-8F44-71CD-7862A86CBA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34067" y="941436"/>
            <a:ext cx="5875866" cy="2959100"/>
          </a:xfrm>
        </p:spPr>
        <p:txBody>
          <a:bodyPr anchor="ctr">
            <a:noAutofit/>
          </a:bodyPr>
          <a:lstStyle>
            <a:lvl1pPr marL="0" indent="0" algn="ctr">
              <a:buNone/>
              <a:defRPr sz="4500" b="0" i="0">
                <a:solidFill>
                  <a:schemeClr val="accent3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70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70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70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70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Statement Text</a:t>
            </a:r>
          </a:p>
        </p:txBody>
      </p:sp>
    </p:spTree>
    <p:extLst>
      <p:ext uri="{BB962C8B-B14F-4D97-AF65-F5344CB8AC3E}">
        <p14:creationId xmlns:p14="http://schemas.microsoft.com/office/powerpoint/2010/main" val="2242017862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Split Statement Slide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105F828-32BC-D16F-6F36-4CF5102B6F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769B88-A62F-BF4D-B564-54CADC332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001401CB-2386-175A-17B6-75D79E6BA225}"/>
              </a:ext>
            </a:extLst>
          </p:cNvPr>
          <p:cNvSpPr/>
          <p:nvPr userDrawn="1"/>
        </p:nvSpPr>
        <p:spPr>
          <a:xfrm>
            <a:off x="-1" y="1348242"/>
            <a:ext cx="3530269" cy="2447016"/>
          </a:xfrm>
          <a:custGeom>
            <a:avLst/>
            <a:gdLst>
              <a:gd name="connsiteX0" fmla="*/ 0 w 3530269"/>
              <a:gd name="connsiteY0" fmla="*/ 0 h 2447016"/>
              <a:gd name="connsiteX1" fmla="*/ 2306761 w 3530269"/>
              <a:gd name="connsiteY1" fmla="*/ 0 h 2447016"/>
              <a:gd name="connsiteX2" fmla="*/ 3530269 w 3530269"/>
              <a:gd name="connsiteY2" fmla="*/ 1223508 h 2447016"/>
              <a:gd name="connsiteX3" fmla="*/ 2306761 w 3530269"/>
              <a:gd name="connsiteY3" fmla="*/ 2447016 h 2447016"/>
              <a:gd name="connsiteX4" fmla="*/ 0 w 3530269"/>
              <a:gd name="connsiteY4" fmla="*/ 2447016 h 2447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30269" h="2447016">
                <a:moveTo>
                  <a:pt x="0" y="0"/>
                </a:moveTo>
                <a:lnTo>
                  <a:pt x="2306761" y="0"/>
                </a:lnTo>
                <a:cubicBezTo>
                  <a:pt x="2982486" y="0"/>
                  <a:pt x="3530269" y="547783"/>
                  <a:pt x="3530269" y="1223508"/>
                </a:cubicBezTo>
                <a:cubicBezTo>
                  <a:pt x="3530269" y="1899233"/>
                  <a:pt x="2982486" y="2447016"/>
                  <a:pt x="2306761" y="2447016"/>
                </a:cubicBezTo>
                <a:lnTo>
                  <a:pt x="0" y="244701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4C55B24-8433-89AB-3675-DEE88B9633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9" y="435175"/>
            <a:ext cx="5008139" cy="606225"/>
          </a:xfrm>
        </p:spPr>
        <p:txBody>
          <a:bodyPr anchor="t">
            <a:normAutofit/>
          </a:bodyPr>
          <a:lstStyle>
            <a:lvl1pPr algn="l">
              <a:defRPr sz="2600">
                <a:solidFill>
                  <a:schemeClr val="accent1"/>
                </a:solidFill>
              </a:defRPr>
            </a:lvl1pPr>
          </a:lstStyle>
          <a:p>
            <a:r>
              <a:rPr lang="en-US"/>
              <a:t>Option Header Here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7BCF73C-3AF9-ED11-0D6C-0D8590A07051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3809999" y="1047885"/>
            <a:ext cx="5008139" cy="3461697"/>
          </a:xfrm>
        </p:spPr>
        <p:txBody>
          <a:bodyPr/>
          <a:lstStyle>
            <a:lvl1pPr marL="0" indent="0" algn="l">
              <a:buNone/>
              <a:defRPr sz="1600" b="0" i="0">
                <a:latin typeface="Trefoil Sans Medium" panose="020B0000000000000000" pitchFamily="34" charset="0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Option to add </a:t>
            </a:r>
            <a:r>
              <a:rPr lang="en-US" err="1"/>
              <a:t>subheader</a:t>
            </a:r>
            <a:r>
              <a:rPr lang="en-US"/>
              <a:t> in Trefoil Sans – Medium</a:t>
            </a:r>
          </a:p>
          <a:p>
            <a:pPr lvl="1"/>
            <a:r>
              <a:rPr lang="en-US"/>
              <a:t>Option text here (Trefoil Sans – Light)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7BA424DA-EC4D-7837-282A-46F414EBBD0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7109" y="1533118"/>
            <a:ext cx="2745424" cy="2077261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 b="0" i="0">
                <a:solidFill>
                  <a:schemeClr val="accent4"/>
                </a:solidFill>
                <a:latin typeface="Girl Scout Text Book" panose="02020003000000000000" pitchFamily="18" charset="0"/>
              </a:defRPr>
            </a:lvl1pPr>
            <a:lvl2pPr algn="ctr">
              <a:defRPr sz="1600" b="0" i="0">
                <a:solidFill>
                  <a:schemeClr val="accent4"/>
                </a:solidFill>
                <a:latin typeface="Girl Scout Text Book" panose="02020003000000000000" pitchFamily="18" charset="0"/>
              </a:defRPr>
            </a:lvl2pPr>
            <a:lvl3pPr algn="ctr">
              <a:defRPr sz="1600" b="0" i="0">
                <a:solidFill>
                  <a:schemeClr val="accent4"/>
                </a:solidFill>
                <a:latin typeface="Girl Scout Text Book" panose="02020003000000000000" pitchFamily="18" charset="0"/>
              </a:defRPr>
            </a:lvl3pPr>
            <a:lvl4pPr algn="ctr">
              <a:defRPr sz="1600" b="0" i="0">
                <a:solidFill>
                  <a:schemeClr val="accent4"/>
                </a:solidFill>
                <a:latin typeface="Girl Scout Text Book" panose="02020003000000000000" pitchFamily="18" charset="0"/>
              </a:defRPr>
            </a:lvl4pPr>
            <a:lvl5pPr algn="ctr">
              <a:defRPr sz="1600" b="0" i="0">
                <a:solidFill>
                  <a:schemeClr val="accent4"/>
                </a:solidFill>
                <a:latin typeface="Girl Scout Text Book" panose="02020003000000000000" pitchFamily="18" charset="0"/>
              </a:defRPr>
            </a:lvl5pPr>
          </a:lstStyle>
          <a:p>
            <a:pPr lvl="0"/>
            <a:r>
              <a:rPr lang="en-US"/>
              <a:t>Type here to enter statement text.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29319453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Split Statement Slide-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7204851-9EFA-C9D9-2BE1-DB3F00DA2FC2}"/>
              </a:ext>
            </a:extLst>
          </p:cNvPr>
          <p:cNvSpPr/>
          <p:nvPr userDrawn="1"/>
        </p:nvSpPr>
        <p:spPr>
          <a:xfrm>
            <a:off x="0" y="0"/>
            <a:ext cx="3548742" cy="516317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105F828-32BC-D16F-6F36-4CF5102B6F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769B88-A62F-BF4D-B564-54CADC332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1A146E06-0D50-1A0C-A96D-8F56B7AA3377}"/>
              </a:ext>
            </a:extLst>
          </p:cNvPr>
          <p:cNvSpPr/>
          <p:nvPr userDrawn="1"/>
        </p:nvSpPr>
        <p:spPr>
          <a:xfrm>
            <a:off x="-228601" y="1348242"/>
            <a:ext cx="3459233" cy="2450592"/>
          </a:xfrm>
          <a:custGeom>
            <a:avLst/>
            <a:gdLst>
              <a:gd name="connsiteX0" fmla="*/ 0 w 3459233"/>
              <a:gd name="connsiteY0" fmla="*/ 0 h 2447016"/>
              <a:gd name="connsiteX1" fmla="*/ 2235725 w 3459233"/>
              <a:gd name="connsiteY1" fmla="*/ 0 h 2447016"/>
              <a:gd name="connsiteX2" fmla="*/ 3459233 w 3459233"/>
              <a:gd name="connsiteY2" fmla="*/ 1223508 h 2447016"/>
              <a:gd name="connsiteX3" fmla="*/ 2235725 w 3459233"/>
              <a:gd name="connsiteY3" fmla="*/ 2447016 h 2447016"/>
              <a:gd name="connsiteX4" fmla="*/ 0 w 3459233"/>
              <a:gd name="connsiteY4" fmla="*/ 2447016 h 2447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9233" h="2447016">
                <a:moveTo>
                  <a:pt x="0" y="0"/>
                </a:moveTo>
                <a:lnTo>
                  <a:pt x="2235725" y="0"/>
                </a:lnTo>
                <a:cubicBezTo>
                  <a:pt x="2911450" y="0"/>
                  <a:pt x="3459233" y="547783"/>
                  <a:pt x="3459233" y="1223508"/>
                </a:cubicBezTo>
                <a:cubicBezTo>
                  <a:pt x="3459233" y="1899233"/>
                  <a:pt x="2911450" y="2447016"/>
                  <a:pt x="2235725" y="2447016"/>
                </a:cubicBezTo>
                <a:lnTo>
                  <a:pt x="0" y="2447016"/>
                </a:lnTo>
                <a:close/>
              </a:path>
            </a:pathLst>
          </a:custGeom>
          <a:noFill/>
          <a:ln w="15875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AA8781CC-32AE-F8BA-970C-036ECA256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9" y="435175"/>
            <a:ext cx="5008139" cy="606225"/>
          </a:xfrm>
        </p:spPr>
        <p:txBody>
          <a:bodyPr anchor="t">
            <a:normAutofit/>
          </a:bodyPr>
          <a:lstStyle>
            <a:lvl1pPr algn="l">
              <a:defRPr sz="2600">
                <a:solidFill>
                  <a:schemeClr val="accent1"/>
                </a:solidFill>
              </a:defRPr>
            </a:lvl1pPr>
          </a:lstStyle>
          <a:p>
            <a:r>
              <a:rPr lang="en-US"/>
              <a:t>Option Header Here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BC75230-9FDA-BB26-6588-686C46A84265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3809999" y="1047885"/>
            <a:ext cx="5008139" cy="3461697"/>
          </a:xfrm>
        </p:spPr>
        <p:txBody>
          <a:bodyPr/>
          <a:lstStyle>
            <a:lvl1pPr marL="0" indent="0" algn="l">
              <a:buNone/>
              <a:defRPr sz="1600" b="0" i="0">
                <a:latin typeface="Trefoil Sans Medium" panose="020B0000000000000000" pitchFamily="34" charset="0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Option to add </a:t>
            </a:r>
            <a:r>
              <a:rPr lang="en-US" err="1"/>
              <a:t>subheader</a:t>
            </a:r>
            <a:r>
              <a:rPr lang="en-US"/>
              <a:t> in Trefoil Sans – Medium</a:t>
            </a:r>
          </a:p>
          <a:p>
            <a:pPr lvl="1"/>
            <a:r>
              <a:rPr lang="en-US"/>
              <a:t>Option text here (Trefoil Sans – Light)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1433B145-D91D-F341-6D11-96421707A56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7109" y="1533118"/>
            <a:ext cx="2745424" cy="2077261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 b="0" i="0">
                <a:solidFill>
                  <a:schemeClr val="accent3"/>
                </a:solidFill>
                <a:latin typeface="Girl Scout Text Book" panose="02020003000000000000" pitchFamily="18" charset="0"/>
              </a:defRPr>
            </a:lvl1pPr>
            <a:lvl2pPr algn="ctr">
              <a:defRPr sz="1600" b="0" i="0">
                <a:solidFill>
                  <a:schemeClr val="accent3"/>
                </a:solidFill>
                <a:latin typeface="Girl Scout Text Book" panose="02020003000000000000" pitchFamily="18" charset="0"/>
              </a:defRPr>
            </a:lvl2pPr>
            <a:lvl3pPr algn="ctr">
              <a:defRPr sz="1600" b="0" i="0">
                <a:solidFill>
                  <a:schemeClr val="accent3"/>
                </a:solidFill>
                <a:latin typeface="Girl Scout Text Book" panose="02020003000000000000" pitchFamily="18" charset="0"/>
              </a:defRPr>
            </a:lvl3pPr>
            <a:lvl4pPr algn="ctr">
              <a:defRPr sz="1600" b="0" i="0">
                <a:solidFill>
                  <a:schemeClr val="accent3"/>
                </a:solidFill>
                <a:latin typeface="Girl Scout Text Book" panose="02020003000000000000" pitchFamily="18" charset="0"/>
              </a:defRPr>
            </a:lvl4pPr>
            <a:lvl5pPr algn="ctr">
              <a:defRPr sz="1600" b="0" i="0">
                <a:solidFill>
                  <a:schemeClr val="accent3"/>
                </a:solidFill>
                <a:latin typeface="Girl Scout Text Book" panose="02020003000000000000" pitchFamily="18" charset="0"/>
              </a:defRPr>
            </a:lvl5pPr>
          </a:lstStyle>
          <a:p>
            <a:pPr lvl="0"/>
            <a:r>
              <a:rPr lang="en-US"/>
              <a:t>Type here to enter statement text.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94705568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Statement Slide | With Image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47FDF4-F43B-BA83-49C4-BC6112B6FB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5F9BE5-8FDE-E04E-32DB-88660E571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5" name="Text Placeholder 46">
            <a:extLst>
              <a:ext uri="{FF2B5EF4-FFF2-40B4-BE49-F238E27FC236}">
                <a16:creationId xmlns:a16="http://schemas.microsoft.com/office/drawing/2014/main" id="{6575B741-BBAF-F595-2A4B-BD52607B1EC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17485" y="139659"/>
            <a:ext cx="3655705" cy="27922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tx1"/>
                </a:solidFill>
                <a:latin typeface="Trefoil Sans Medium" panose="020B0000000000000000" pitchFamily="34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Type here to enter the presentation section name.</a:t>
            </a:r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0C36EC76-FB3E-DE2E-E67E-9433D73184D7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277813" y="279400"/>
            <a:ext cx="4230687" cy="4458746"/>
          </a:xfrm>
          <a:prstGeom prst="roundRect">
            <a:avLst>
              <a:gd name="adj" fmla="val 2210"/>
            </a:avLst>
          </a:pr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image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5419099-9D37-ACF7-7B05-BF91649E893C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4817486" y="678826"/>
            <a:ext cx="4048701" cy="4059320"/>
          </a:xfrm>
        </p:spPr>
        <p:txBody>
          <a:bodyPr>
            <a:normAutofit/>
          </a:bodyPr>
          <a:lstStyle>
            <a:lvl1pPr marL="0" indent="0" algn="l">
              <a:buNone/>
              <a:defRPr sz="26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1pPr>
            <a:lvl2pPr algn="l">
              <a:defRPr sz="26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2pPr>
            <a:lvl3pPr algn="l">
              <a:defRPr sz="26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3pPr>
            <a:lvl4pPr algn="l">
              <a:defRPr sz="26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4pPr>
            <a:lvl5pPr algn="l">
              <a:defRPr sz="26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statement text.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1137036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Statement Slide | With Image-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icture Placeholder 55">
            <a:extLst>
              <a:ext uri="{FF2B5EF4-FFF2-40B4-BE49-F238E27FC236}">
                <a16:creationId xmlns:a16="http://schemas.microsoft.com/office/drawing/2014/main" id="{B68913DF-FA50-180F-96C8-0FC89E447342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0" y="279268"/>
            <a:ext cx="4508501" cy="4458878"/>
          </a:xfrm>
          <a:custGeom>
            <a:avLst/>
            <a:gdLst>
              <a:gd name="connsiteX0" fmla="*/ 0 w 4508501"/>
              <a:gd name="connsiteY0" fmla="*/ 0 h 4458878"/>
              <a:gd name="connsiteX1" fmla="*/ 2154743 w 4508501"/>
              <a:gd name="connsiteY1" fmla="*/ 0 h 4458878"/>
              <a:gd name="connsiteX2" fmla="*/ 2154743 w 4508501"/>
              <a:gd name="connsiteY2" fmla="*/ 6278 h 4458878"/>
              <a:gd name="connsiteX3" fmla="*/ 2279062 w 4508501"/>
              <a:gd name="connsiteY3" fmla="*/ 0 h 4458878"/>
              <a:gd name="connsiteX4" fmla="*/ 4508501 w 4508501"/>
              <a:gd name="connsiteY4" fmla="*/ 2229439 h 4458878"/>
              <a:gd name="connsiteX5" fmla="*/ 2279062 w 4508501"/>
              <a:gd name="connsiteY5" fmla="*/ 4458878 h 4458878"/>
              <a:gd name="connsiteX6" fmla="*/ 2154743 w 4508501"/>
              <a:gd name="connsiteY6" fmla="*/ 4452601 h 4458878"/>
              <a:gd name="connsiteX7" fmla="*/ 2154743 w 4508501"/>
              <a:gd name="connsiteY7" fmla="*/ 4454539 h 4458878"/>
              <a:gd name="connsiteX8" fmla="*/ 0 w 4508501"/>
              <a:gd name="connsiteY8" fmla="*/ 4454539 h 4458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08501" h="4458878">
                <a:moveTo>
                  <a:pt x="0" y="0"/>
                </a:moveTo>
                <a:lnTo>
                  <a:pt x="2154743" y="0"/>
                </a:lnTo>
                <a:lnTo>
                  <a:pt x="2154743" y="6278"/>
                </a:lnTo>
                <a:lnTo>
                  <a:pt x="2279062" y="0"/>
                </a:lnTo>
                <a:cubicBezTo>
                  <a:pt x="3510347" y="0"/>
                  <a:pt x="4508501" y="998154"/>
                  <a:pt x="4508501" y="2229439"/>
                </a:cubicBezTo>
                <a:cubicBezTo>
                  <a:pt x="4508501" y="3460724"/>
                  <a:pt x="3510347" y="4458878"/>
                  <a:pt x="2279062" y="4458878"/>
                </a:cubicBezTo>
                <a:lnTo>
                  <a:pt x="2154743" y="4452601"/>
                </a:lnTo>
                <a:lnTo>
                  <a:pt x="2154743" y="4454539"/>
                </a:lnTo>
                <a:lnTo>
                  <a:pt x="0" y="4454539"/>
                </a:lnTo>
                <a:close/>
              </a:path>
            </a:pathLst>
          </a:cu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	Click icon to add image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47FDF4-F43B-BA83-49C4-BC6112B6FB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5F9BE5-8FDE-E04E-32DB-88660E571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5" name="Text Placeholder 46">
            <a:extLst>
              <a:ext uri="{FF2B5EF4-FFF2-40B4-BE49-F238E27FC236}">
                <a16:creationId xmlns:a16="http://schemas.microsoft.com/office/drawing/2014/main" id="{6575B741-BBAF-F595-2A4B-BD52607B1EC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17485" y="139659"/>
            <a:ext cx="3655705" cy="27922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tx1"/>
                </a:solidFill>
                <a:latin typeface="Trefoil Sans Medium" panose="020B0000000000000000" pitchFamily="34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Type here to enter the presentation section name.</a:t>
            </a:r>
          </a:p>
        </p:txBody>
      </p:sp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D7B43E7E-5DFA-E8FF-66EE-7DF28BED3425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4817486" y="678826"/>
            <a:ext cx="4048701" cy="4059320"/>
          </a:xfrm>
        </p:spPr>
        <p:txBody>
          <a:bodyPr>
            <a:normAutofit/>
          </a:bodyPr>
          <a:lstStyle>
            <a:lvl1pPr marL="0" indent="0" algn="l">
              <a:buNone/>
              <a:defRPr sz="2600" b="0" i="0">
                <a:solidFill>
                  <a:schemeClr val="accent3"/>
                </a:solidFill>
                <a:latin typeface="Girl Scout Display Light" panose="02020003000000000000" pitchFamily="18" charset="0"/>
              </a:defRPr>
            </a:lvl1pPr>
            <a:lvl2pPr algn="l">
              <a:defRPr sz="2600" b="0" i="0">
                <a:solidFill>
                  <a:schemeClr val="accent3"/>
                </a:solidFill>
                <a:latin typeface="Girl Scout Display Light" panose="02020003000000000000" pitchFamily="18" charset="0"/>
              </a:defRPr>
            </a:lvl2pPr>
            <a:lvl3pPr algn="l">
              <a:defRPr sz="2600" b="0" i="0">
                <a:solidFill>
                  <a:schemeClr val="accent3"/>
                </a:solidFill>
                <a:latin typeface="Girl Scout Display Light" panose="02020003000000000000" pitchFamily="18" charset="0"/>
              </a:defRPr>
            </a:lvl3pPr>
            <a:lvl4pPr algn="l">
              <a:defRPr sz="2600" b="0" i="0">
                <a:solidFill>
                  <a:schemeClr val="accent3"/>
                </a:solidFill>
                <a:latin typeface="Girl Scout Display Light" panose="02020003000000000000" pitchFamily="18" charset="0"/>
              </a:defRPr>
            </a:lvl4pPr>
            <a:lvl5pPr algn="l">
              <a:defRPr sz="2600" b="0" i="0">
                <a:solidFill>
                  <a:schemeClr val="accent3"/>
                </a:solidFill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statement text.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72742171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Statement Slide | With Image-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4BE114-87C6-BD65-128F-AD7927A3CB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46500F-4F40-957A-93B8-49257B674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7" name="Rectangle 114">
            <a:extLst>
              <a:ext uri="{FF2B5EF4-FFF2-40B4-BE49-F238E27FC236}">
                <a16:creationId xmlns:a16="http://schemas.microsoft.com/office/drawing/2014/main" id="{328FBCFE-3AEA-5BAE-5945-A1CDE03166AA}"/>
              </a:ext>
            </a:extLst>
          </p:cNvPr>
          <p:cNvSpPr/>
          <p:nvPr userDrawn="1"/>
        </p:nvSpPr>
        <p:spPr>
          <a:xfrm>
            <a:off x="339009" y="377072"/>
            <a:ext cx="3912480" cy="4389356"/>
          </a:xfrm>
          <a:custGeom>
            <a:avLst/>
            <a:gdLst>
              <a:gd name="connsiteX0" fmla="*/ 0 w 2155657"/>
              <a:gd name="connsiteY0" fmla="*/ 0 h 401637"/>
              <a:gd name="connsiteX1" fmla="*/ 2155657 w 2155657"/>
              <a:gd name="connsiteY1" fmla="*/ 0 h 401637"/>
              <a:gd name="connsiteX2" fmla="*/ 2155657 w 2155657"/>
              <a:gd name="connsiteY2" fmla="*/ 401637 h 401637"/>
              <a:gd name="connsiteX3" fmla="*/ 0 w 2155657"/>
              <a:gd name="connsiteY3" fmla="*/ 401637 h 401637"/>
              <a:gd name="connsiteX4" fmla="*/ 0 w 2155657"/>
              <a:gd name="connsiteY4" fmla="*/ 0 h 401637"/>
              <a:gd name="connsiteX0" fmla="*/ 0 w 2155657"/>
              <a:gd name="connsiteY0" fmla="*/ 207783 h 609420"/>
              <a:gd name="connsiteX1" fmla="*/ 2155657 w 2155657"/>
              <a:gd name="connsiteY1" fmla="*/ 207783 h 609420"/>
              <a:gd name="connsiteX2" fmla="*/ 2155657 w 2155657"/>
              <a:gd name="connsiteY2" fmla="*/ 609420 h 609420"/>
              <a:gd name="connsiteX3" fmla="*/ 0 w 2155657"/>
              <a:gd name="connsiteY3" fmla="*/ 609420 h 609420"/>
              <a:gd name="connsiteX4" fmla="*/ 0 w 2155657"/>
              <a:gd name="connsiteY4" fmla="*/ 207783 h 609420"/>
              <a:gd name="connsiteX0" fmla="*/ 0 w 2155657"/>
              <a:gd name="connsiteY0" fmla="*/ 313150 h 714787"/>
              <a:gd name="connsiteX1" fmla="*/ 2155657 w 2155657"/>
              <a:gd name="connsiteY1" fmla="*/ 313150 h 714787"/>
              <a:gd name="connsiteX2" fmla="*/ 2155657 w 2155657"/>
              <a:gd name="connsiteY2" fmla="*/ 714787 h 714787"/>
              <a:gd name="connsiteX3" fmla="*/ 0 w 2155657"/>
              <a:gd name="connsiteY3" fmla="*/ 714787 h 714787"/>
              <a:gd name="connsiteX4" fmla="*/ 0 w 2155657"/>
              <a:gd name="connsiteY4" fmla="*/ 313150 h 714787"/>
              <a:gd name="connsiteX0" fmla="*/ 0 w 2155657"/>
              <a:gd name="connsiteY0" fmla="*/ 305010 h 706647"/>
              <a:gd name="connsiteX1" fmla="*/ 2155657 w 2155657"/>
              <a:gd name="connsiteY1" fmla="*/ 305010 h 706647"/>
              <a:gd name="connsiteX2" fmla="*/ 2155657 w 2155657"/>
              <a:gd name="connsiteY2" fmla="*/ 706647 h 706647"/>
              <a:gd name="connsiteX3" fmla="*/ 0 w 2155657"/>
              <a:gd name="connsiteY3" fmla="*/ 706647 h 706647"/>
              <a:gd name="connsiteX4" fmla="*/ 0 w 2155657"/>
              <a:gd name="connsiteY4" fmla="*/ 305010 h 706647"/>
              <a:gd name="connsiteX0" fmla="*/ 0 w 2155657"/>
              <a:gd name="connsiteY0" fmla="*/ 312392 h 714029"/>
              <a:gd name="connsiteX1" fmla="*/ 2155657 w 2155657"/>
              <a:gd name="connsiteY1" fmla="*/ 312392 h 714029"/>
              <a:gd name="connsiteX2" fmla="*/ 2155657 w 2155657"/>
              <a:gd name="connsiteY2" fmla="*/ 714029 h 714029"/>
              <a:gd name="connsiteX3" fmla="*/ 0 w 2155657"/>
              <a:gd name="connsiteY3" fmla="*/ 714029 h 714029"/>
              <a:gd name="connsiteX4" fmla="*/ 0 w 2155657"/>
              <a:gd name="connsiteY4" fmla="*/ 312392 h 714029"/>
              <a:gd name="connsiteX0" fmla="*/ 9835 w 2165492"/>
              <a:gd name="connsiteY0" fmla="*/ 312392 h 2209018"/>
              <a:gd name="connsiteX1" fmla="*/ 2165492 w 2165492"/>
              <a:gd name="connsiteY1" fmla="*/ 312392 h 2209018"/>
              <a:gd name="connsiteX2" fmla="*/ 2165492 w 2165492"/>
              <a:gd name="connsiteY2" fmla="*/ 714029 h 2209018"/>
              <a:gd name="connsiteX3" fmla="*/ 0 w 2165492"/>
              <a:gd name="connsiteY3" fmla="*/ 2209018 h 2209018"/>
              <a:gd name="connsiteX4" fmla="*/ 9835 w 2165492"/>
              <a:gd name="connsiteY4" fmla="*/ 312392 h 2209018"/>
              <a:gd name="connsiteX0" fmla="*/ 0 w 2155657"/>
              <a:gd name="connsiteY0" fmla="*/ 312392 h 2209018"/>
              <a:gd name="connsiteX1" fmla="*/ 2155657 w 2155657"/>
              <a:gd name="connsiteY1" fmla="*/ 312392 h 2209018"/>
              <a:gd name="connsiteX2" fmla="*/ 2155657 w 2155657"/>
              <a:gd name="connsiteY2" fmla="*/ 714029 h 2209018"/>
              <a:gd name="connsiteX3" fmla="*/ 0 w 2155657"/>
              <a:gd name="connsiteY3" fmla="*/ 2209018 h 2209018"/>
              <a:gd name="connsiteX4" fmla="*/ 0 w 2155657"/>
              <a:gd name="connsiteY4" fmla="*/ 312392 h 2209018"/>
              <a:gd name="connsiteX0" fmla="*/ 0 w 2165492"/>
              <a:gd name="connsiteY0" fmla="*/ 312392 h 2209018"/>
              <a:gd name="connsiteX1" fmla="*/ 2155657 w 2165492"/>
              <a:gd name="connsiteY1" fmla="*/ 312392 h 2209018"/>
              <a:gd name="connsiteX2" fmla="*/ 2165492 w 2165492"/>
              <a:gd name="connsiteY2" fmla="*/ 2209018 h 2209018"/>
              <a:gd name="connsiteX3" fmla="*/ 0 w 2165492"/>
              <a:gd name="connsiteY3" fmla="*/ 2209018 h 2209018"/>
              <a:gd name="connsiteX4" fmla="*/ 0 w 2165492"/>
              <a:gd name="connsiteY4" fmla="*/ 312392 h 2209018"/>
              <a:gd name="connsiteX0" fmla="*/ 0 w 2156603"/>
              <a:gd name="connsiteY0" fmla="*/ 312392 h 2209018"/>
              <a:gd name="connsiteX1" fmla="*/ 2155657 w 2156603"/>
              <a:gd name="connsiteY1" fmla="*/ 312392 h 2209018"/>
              <a:gd name="connsiteX2" fmla="*/ 2155656 w 2156603"/>
              <a:gd name="connsiteY2" fmla="*/ 2209018 h 2209018"/>
              <a:gd name="connsiteX3" fmla="*/ 0 w 2156603"/>
              <a:gd name="connsiteY3" fmla="*/ 2209018 h 2209018"/>
              <a:gd name="connsiteX4" fmla="*/ 0 w 2156603"/>
              <a:gd name="connsiteY4" fmla="*/ 312392 h 2209018"/>
              <a:gd name="connsiteX0" fmla="*/ 0 w 2160573"/>
              <a:gd name="connsiteY0" fmla="*/ 312392 h 2209018"/>
              <a:gd name="connsiteX1" fmla="*/ 2155657 w 2160573"/>
              <a:gd name="connsiteY1" fmla="*/ 312392 h 2209018"/>
              <a:gd name="connsiteX2" fmla="*/ 2160573 w 2160573"/>
              <a:gd name="connsiteY2" fmla="*/ 2209018 h 2209018"/>
              <a:gd name="connsiteX3" fmla="*/ 0 w 2160573"/>
              <a:gd name="connsiteY3" fmla="*/ 2209018 h 2209018"/>
              <a:gd name="connsiteX4" fmla="*/ 0 w 2160573"/>
              <a:gd name="connsiteY4" fmla="*/ 312392 h 2209018"/>
              <a:gd name="connsiteX0" fmla="*/ 0 w 2156603"/>
              <a:gd name="connsiteY0" fmla="*/ 312392 h 2209018"/>
              <a:gd name="connsiteX1" fmla="*/ 2155657 w 2156603"/>
              <a:gd name="connsiteY1" fmla="*/ 312392 h 2209018"/>
              <a:gd name="connsiteX2" fmla="*/ 2155655 w 2156603"/>
              <a:gd name="connsiteY2" fmla="*/ 2209018 h 2209018"/>
              <a:gd name="connsiteX3" fmla="*/ 0 w 2156603"/>
              <a:gd name="connsiteY3" fmla="*/ 2209018 h 2209018"/>
              <a:gd name="connsiteX4" fmla="*/ 0 w 2156603"/>
              <a:gd name="connsiteY4" fmla="*/ 312392 h 2209018"/>
              <a:gd name="connsiteX0" fmla="*/ 0 w 2160573"/>
              <a:gd name="connsiteY0" fmla="*/ 312392 h 2209018"/>
              <a:gd name="connsiteX1" fmla="*/ 2155657 w 2160573"/>
              <a:gd name="connsiteY1" fmla="*/ 312392 h 2209018"/>
              <a:gd name="connsiteX2" fmla="*/ 2160573 w 2160573"/>
              <a:gd name="connsiteY2" fmla="*/ 2209018 h 2209018"/>
              <a:gd name="connsiteX3" fmla="*/ 0 w 2160573"/>
              <a:gd name="connsiteY3" fmla="*/ 2209018 h 2209018"/>
              <a:gd name="connsiteX4" fmla="*/ 0 w 2160573"/>
              <a:gd name="connsiteY4" fmla="*/ 312392 h 2209018"/>
              <a:gd name="connsiteX0" fmla="*/ 0 w 2157073"/>
              <a:gd name="connsiteY0" fmla="*/ 312392 h 2209018"/>
              <a:gd name="connsiteX1" fmla="*/ 2155657 w 2157073"/>
              <a:gd name="connsiteY1" fmla="*/ 312392 h 2209018"/>
              <a:gd name="connsiteX2" fmla="*/ 2157073 w 2157073"/>
              <a:gd name="connsiteY2" fmla="*/ 2205518 h 2209018"/>
              <a:gd name="connsiteX3" fmla="*/ 0 w 2157073"/>
              <a:gd name="connsiteY3" fmla="*/ 2209018 h 2209018"/>
              <a:gd name="connsiteX4" fmla="*/ 0 w 2157073"/>
              <a:gd name="connsiteY4" fmla="*/ 312392 h 2209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57073" h="2209018">
                <a:moveTo>
                  <a:pt x="0" y="312392"/>
                </a:moveTo>
                <a:cubicBezTo>
                  <a:pt x="746052" y="-134495"/>
                  <a:pt x="1512732" y="-72619"/>
                  <a:pt x="2155657" y="312392"/>
                </a:cubicBezTo>
                <a:cubicBezTo>
                  <a:pt x="2158935" y="944601"/>
                  <a:pt x="2153795" y="1573309"/>
                  <a:pt x="2157073" y="2205518"/>
                </a:cubicBezTo>
                <a:lnTo>
                  <a:pt x="0" y="2209018"/>
                </a:lnTo>
                <a:lnTo>
                  <a:pt x="0" y="312392"/>
                </a:lnTo>
                <a:close/>
              </a:path>
            </a:pathLst>
          </a:custGeom>
          <a:noFill/>
          <a:ln w="15875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7B5E3E9E-4F37-91D0-A68A-711DC19211C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0" y="0"/>
            <a:ext cx="4572000" cy="5153025"/>
          </a:xfr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image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FF612916-AE71-72A3-F719-7D5862AC725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1029" y="1019496"/>
            <a:ext cx="3568440" cy="3494709"/>
          </a:xfrm>
        </p:spPr>
        <p:txBody>
          <a:bodyPr anchor="ctr">
            <a:noAutofit/>
          </a:bodyPr>
          <a:lstStyle>
            <a:lvl1pPr marL="0" indent="0" algn="ctr">
              <a:buNone/>
              <a:defRPr sz="3600" b="0" i="0">
                <a:solidFill>
                  <a:schemeClr val="accent4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70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70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70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70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Statement Text</a:t>
            </a:r>
          </a:p>
        </p:txBody>
      </p:sp>
    </p:spTree>
    <p:extLst>
      <p:ext uri="{BB962C8B-B14F-4D97-AF65-F5344CB8AC3E}">
        <p14:creationId xmlns:p14="http://schemas.microsoft.com/office/powerpoint/2010/main" val="1378385019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Statement Slide | With Image-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11836A49-0E5F-029F-D5B5-9865FEB612D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2640236"/>
            <a:ext cx="1936997" cy="2129978"/>
          </a:xfrm>
          <a:custGeom>
            <a:avLst/>
            <a:gdLst>
              <a:gd name="connsiteX0" fmla="*/ 0 w 1936997"/>
              <a:gd name="connsiteY0" fmla="*/ 0 h 2129978"/>
              <a:gd name="connsiteX1" fmla="*/ 872008 w 1936997"/>
              <a:gd name="connsiteY1" fmla="*/ 0 h 2129978"/>
              <a:gd name="connsiteX2" fmla="*/ 915770 w 1936997"/>
              <a:gd name="connsiteY2" fmla="*/ 0 h 2129978"/>
              <a:gd name="connsiteX3" fmla="*/ 915770 w 1936997"/>
              <a:gd name="connsiteY3" fmla="*/ 2210 h 2129978"/>
              <a:gd name="connsiteX4" fmla="*/ 980897 w 1936997"/>
              <a:gd name="connsiteY4" fmla="*/ 5498 h 2129978"/>
              <a:gd name="connsiteX5" fmla="*/ 1936997 w 1936997"/>
              <a:gd name="connsiteY5" fmla="*/ 1064989 h 2129978"/>
              <a:gd name="connsiteX6" fmla="*/ 980897 w 1936997"/>
              <a:gd name="connsiteY6" fmla="*/ 2124480 h 2129978"/>
              <a:gd name="connsiteX7" fmla="*/ 915770 w 1936997"/>
              <a:gd name="connsiteY7" fmla="*/ 2127768 h 2129978"/>
              <a:gd name="connsiteX8" fmla="*/ 915770 w 1936997"/>
              <a:gd name="connsiteY8" fmla="*/ 2129977 h 2129978"/>
              <a:gd name="connsiteX9" fmla="*/ 872028 w 1936997"/>
              <a:gd name="connsiteY9" fmla="*/ 2129977 h 2129978"/>
              <a:gd name="connsiteX10" fmla="*/ 872008 w 1936997"/>
              <a:gd name="connsiteY10" fmla="*/ 2129978 h 2129978"/>
              <a:gd name="connsiteX11" fmla="*/ 871988 w 1936997"/>
              <a:gd name="connsiteY11" fmla="*/ 2129977 h 2129978"/>
              <a:gd name="connsiteX12" fmla="*/ 0 w 1936997"/>
              <a:gd name="connsiteY12" fmla="*/ 2129977 h 2129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936997" h="2129978">
                <a:moveTo>
                  <a:pt x="0" y="0"/>
                </a:moveTo>
                <a:lnTo>
                  <a:pt x="872008" y="0"/>
                </a:lnTo>
                <a:lnTo>
                  <a:pt x="915770" y="0"/>
                </a:lnTo>
                <a:lnTo>
                  <a:pt x="915770" y="2210"/>
                </a:lnTo>
                <a:lnTo>
                  <a:pt x="980897" y="5498"/>
                </a:lnTo>
                <a:cubicBezTo>
                  <a:pt x="1517924" y="60037"/>
                  <a:pt x="1936997" y="513573"/>
                  <a:pt x="1936997" y="1064989"/>
                </a:cubicBezTo>
                <a:cubicBezTo>
                  <a:pt x="1936997" y="1616405"/>
                  <a:pt x="1517924" y="2069942"/>
                  <a:pt x="980897" y="2124480"/>
                </a:cubicBezTo>
                <a:lnTo>
                  <a:pt x="915770" y="2127768"/>
                </a:lnTo>
                <a:lnTo>
                  <a:pt x="915770" y="2129977"/>
                </a:lnTo>
                <a:lnTo>
                  <a:pt x="872028" y="2129977"/>
                </a:lnTo>
                <a:lnTo>
                  <a:pt x="872008" y="2129978"/>
                </a:lnTo>
                <a:lnTo>
                  <a:pt x="871988" y="2129977"/>
                </a:lnTo>
                <a:lnTo>
                  <a:pt x="0" y="2129977"/>
                </a:lnTo>
                <a:close/>
              </a:path>
            </a:pathLst>
          </a:cu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image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139B024-71A4-34F8-186A-8A153B65C8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081CCD-8443-6E03-DF87-B7F6534AA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2A6CE623-DD67-3575-7F84-03C2A6D13A0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136775" y="2640013"/>
            <a:ext cx="2092325" cy="2130425"/>
          </a:xfrm>
          <a:prstGeom prst="roundRect">
            <a:avLst>
              <a:gd name="adj" fmla="val 7360"/>
            </a:avLst>
          </a:pr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image</a:t>
            </a:r>
          </a:p>
        </p:txBody>
      </p:sp>
      <p:sp>
        <p:nvSpPr>
          <p:cNvPr id="42" name="Picture Placeholder 40">
            <a:extLst>
              <a:ext uri="{FF2B5EF4-FFF2-40B4-BE49-F238E27FC236}">
                <a16:creationId xmlns:a16="http://schemas.microsoft.com/office/drawing/2014/main" id="{54B619A1-2220-60E4-23A4-13161FDDD7B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422775" y="279400"/>
            <a:ext cx="4435475" cy="4491038"/>
          </a:xfrm>
          <a:prstGeom prst="plaque">
            <a:avLst>
              <a:gd name="adj" fmla="val 5023"/>
            </a:avLst>
          </a:pr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image</a:t>
            </a:r>
          </a:p>
        </p:txBody>
      </p:sp>
      <p:sp>
        <p:nvSpPr>
          <p:cNvPr id="44" name="Text Placeholder 18">
            <a:extLst>
              <a:ext uri="{FF2B5EF4-FFF2-40B4-BE49-F238E27FC236}">
                <a16:creationId xmlns:a16="http://schemas.microsoft.com/office/drawing/2014/main" id="{A4947862-5478-46AA-B0C3-538ACC1506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9184" y="215371"/>
            <a:ext cx="3989916" cy="2287893"/>
          </a:xfrm>
        </p:spPr>
        <p:txBody>
          <a:bodyPr anchor="t">
            <a:noAutofit/>
          </a:bodyPr>
          <a:lstStyle>
            <a:lvl1pPr marL="0" indent="0" algn="l">
              <a:buNone/>
              <a:defRPr sz="28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70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70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70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70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statement text.</a:t>
            </a:r>
          </a:p>
        </p:txBody>
      </p:sp>
    </p:spTree>
    <p:extLst>
      <p:ext uri="{BB962C8B-B14F-4D97-AF65-F5344CB8AC3E}">
        <p14:creationId xmlns:p14="http://schemas.microsoft.com/office/powerpoint/2010/main" val="3558475682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Column Slide | With Image/Ic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35CAF3-AFF1-D033-B45A-652761DE55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C890DF-593C-4B2E-3B6C-37013A356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8B1A514-DF4D-B244-25A5-56DB8DA92123}"/>
              </a:ext>
            </a:extLst>
          </p:cNvPr>
          <p:cNvSpPr/>
          <p:nvPr userDrawn="1"/>
        </p:nvSpPr>
        <p:spPr>
          <a:xfrm>
            <a:off x="251401" y="6494"/>
            <a:ext cx="2739772" cy="4802637"/>
          </a:xfrm>
          <a:custGeom>
            <a:avLst/>
            <a:gdLst>
              <a:gd name="connsiteX0" fmla="*/ 0 w 2739772"/>
              <a:gd name="connsiteY0" fmla="*/ 0 h 4802637"/>
              <a:gd name="connsiteX1" fmla="*/ 2739772 w 2739772"/>
              <a:gd name="connsiteY1" fmla="*/ 0 h 4802637"/>
              <a:gd name="connsiteX2" fmla="*/ 2739772 w 2739772"/>
              <a:gd name="connsiteY2" fmla="*/ 4700854 h 4802637"/>
              <a:gd name="connsiteX3" fmla="*/ 2637989 w 2739772"/>
              <a:gd name="connsiteY3" fmla="*/ 4802637 h 4802637"/>
              <a:gd name="connsiteX4" fmla="*/ 101783 w 2739772"/>
              <a:gd name="connsiteY4" fmla="*/ 4802637 h 4802637"/>
              <a:gd name="connsiteX5" fmla="*/ 0 w 2739772"/>
              <a:gd name="connsiteY5" fmla="*/ 4700854 h 4802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39772" h="4802637">
                <a:moveTo>
                  <a:pt x="0" y="0"/>
                </a:moveTo>
                <a:lnTo>
                  <a:pt x="2739772" y="0"/>
                </a:lnTo>
                <a:lnTo>
                  <a:pt x="2739772" y="4700854"/>
                </a:lnTo>
                <a:cubicBezTo>
                  <a:pt x="2739772" y="4757067"/>
                  <a:pt x="2694202" y="4802637"/>
                  <a:pt x="2637989" y="4802637"/>
                </a:cubicBezTo>
                <a:lnTo>
                  <a:pt x="101783" y="4802637"/>
                </a:lnTo>
                <a:cubicBezTo>
                  <a:pt x="45570" y="4802637"/>
                  <a:pt x="0" y="4757067"/>
                  <a:pt x="0" y="4700854"/>
                </a:cubicBezTo>
                <a:close/>
              </a:path>
            </a:pathLst>
          </a:custGeom>
          <a:solidFill>
            <a:schemeClr val="accent3"/>
          </a:solidFill>
          <a:ln w="15875"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200">
              <a:solidFill>
                <a:schemeClr val="tx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1DDC2AEF-6312-E13B-09BB-1900840AE4DD}"/>
              </a:ext>
            </a:extLst>
          </p:cNvPr>
          <p:cNvSpPr/>
          <p:nvPr userDrawn="1"/>
        </p:nvSpPr>
        <p:spPr>
          <a:xfrm>
            <a:off x="3202114" y="0"/>
            <a:ext cx="2739772" cy="4802637"/>
          </a:xfrm>
          <a:custGeom>
            <a:avLst/>
            <a:gdLst>
              <a:gd name="connsiteX0" fmla="*/ 0 w 2739772"/>
              <a:gd name="connsiteY0" fmla="*/ 0 h 4802637"/>
              <a:gd name="connsiteX1" fmla="*/ 2739772 w 2739772"/>
              <a:gd name="connsiteY1" fmla="*/ 0 h 4802637"/>
              <a:gd name="connsiteX2" fmla="*/ 2739772 w 2739772"/>
              <a:gd name="connsiteY2" fmla="*/ 4700854 h 4802637"/>
              <a:gd name="connsiteX3" fmla="*/ 2637989 w 2739772"/>
              <a:gd name="connsiteY3" fmla="*/ 4802637 h 4802637"/>
              <a:gd name="connsiteX4" fmla="*/ 101783 w 2739772"/>
              <a:gd name="connsiteY4" fmla="*/ 4802637 h 4802637"/>
              <a:gd name="connsiteX5" fmla="*/ 0 w 2739772"/>
              <a:gd name="connsiteY5" fmla="*/ 4700854 h 4802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39772" h="4802637">
                <a:moveTo>
                  <a:pt x="0" y="0"/>
                </a:moveTo>
                <a:lnTo>
                  <a:pt x="2739772" y="0"/>
                </a:lnTo>
                <a:lnTo>
                  <a:pt x="2739772" y="4700854"/>
                </a:lnTo>
                <a:cubicBezTo>
                  <a:pt x="2739772" y="4757067"/>
                  <a:pt x="2694202" y="4802637"/>
                  <a:pt x="2637989" y="4802637"/>
                </a:cubicBezTo>
                <a:lnTo>
                  <a:pt x="101783" y="4802637"/>
                </a:lnTo>
                <a:cubicBezTo>
                  <a:pt x="45570" y="4802637"/>
                  <a:pt x="0" y="4757067"/>
                  <a:pt x="0" y="4700854"/>
                </a:cubicBezTo>
                <a:close/>
              </a:path>
            </a:pathLst>
          </a:custGeom>
          <a:solidFill>
            <a:schemeClr val="accent1"/>
          </a:solidFill>
          <a:ln w="15875"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200">
              <a:solidFill>
                <a:schemeClr val="tx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CEC7429-361A-C93C-58D7-09C7ACD455B0}"/>
              </a:ext>
            </a:extLst>
          </p:cNvPr>
          <p:cNvSpPr/>
          <p:nvPr userDrawn="1"/>
        </p:nvSpPr>
        <p:spPr>
          <a:xfrm>
            <a:off x="6152827" y="0"/>
            <a:ext cx="2739772" cy="4802637"/>
          </a:xfrm>
          <a:custGeom>
            <a:avLst/>
            <a:gdLst>
              <a:gd name="connsiteX0" fmla="*/ 0 w 2739772"/>
              <a:gd name="connsiteY0" fmla="*/ 0 h 4802637"/>
              <a:gd name="connsiteX1" fmla="*/ 2739772 w 2739772"/>
              <a:gd name="connsiteY1" fmla="*/ 0 h 4802637"/>
              <a:gd name="connsiteX2" fmla="*/ 2739772 w 2739772"/>
              <a:gd name="connsiteY2" fmla="*/ 4700854 h 4802637"/>
              <a:gd name="connsiteX3" fmla="*/ 2637989 w 2739772"/>
              <a:gd name="connsiteY3" fmla="*/ 4802637 h 4802637"/>
              <a:gd name="connsiteX4" fmla="*/ 101783 w 2739772"/>
              <a:gd name="connsiteY4" fmla="*/ 4802637 h 4802637"/>
              <a:gd name="connsiteX5" fmla="*/ 0 w 2739772"/>
              <a:gd name="connsiteY5" fmla="*/ 4700854 h 4802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39772" h="4802637">
                <a:moveTo>
                  <a:pt x="0" y="0"/>
                </a:moveTo>
                <a:lnTo>
                  <a:pt x="2739772" y="0"/>
                </a:lnTo>
                <a:lnTo>
                  <a:pt x="2739772" y="4700854"/>
                </a:lnTo>
                <a:cubicBezTo>
                  <a:pt x="2739772" y="4757067"/>
                  <a:pt x="2694202" y="4802637"/>
                  <a:pt x="2637989" y="4802637"/>
                </a:cubicBezTo>
                <a:lnTo>
                  <a:pt x="101783" y="4802637"/>
                </a:lnTo>
                <a:cubicBezTo>
                  <a:pt x="45570" y="4802637"/>
                  <a:pt x="0" y="4757067"/>
                  <a:pt x="0" y="4700854"/>
                </a:cubicBezTo>
                <a:close/>
              </a:path>
            </a:pathLst>
          </a:custGeom>
          <a:solidFill>
            <a:schemeClr val="accent6"/>
          </a:solidFill>
          <a:ln w="15875"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200">
              <a:solidFill>
                <a:schemeClr val="tx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317D9E50-B363-1ACE-FB1B-22684F1A6B3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42287" y="334369"/>
            <a:ext cx="2363840" cy="1924380"/>
          </a:xfrm>
          <a:custGeom>
            <a:avLst/>
            <a:gdLst>
              <a:gd name="connsiteX0" fmla="*/ 1181920 w 2363840"/>
              <a:gd name="connsiteY0" fmla="*/ 0 h 1924380"/>
              <a:gd name="connsiteX1" fmla="*/ 2357738 w 2363840"/>
              <a:gd name="connsiteY1" fmla="*/ 1061076 h 1924380"/>
              <a:gd name="connsiteX2" fmla="*/ 2359527 w 2363840"/>
              <a:gd name="connsiteY2" fmla="*/ 1096497 h 1924380"/>
              <a:gd name="connsiteX3" fmla="*/ 2363840 w 2363840"/>
              <a:gd name="connsiteY3" fmla="*/ 1096497 h 1924380"/>
              <a:gd name="connsiteX4" fmla="*/ 2363840 w 2363840"/>
              <a:gd name="connsiteY4" fmla="*/ 1181920 h 1924380"/>
              <a:gd name="connsiteX5" fmla="*/ 2363840 w 2363840"/>
              <a:gd name="connsiteY5" fmla="*/ 1924380 h 1924380"/>
              <a:gd name="connsiteX6" fmla="*/ 0 w 2363840"/>
              <a:gd name="connsiteY6" fmla="*/ 1924380 h 1924380"/>
              <a:gd name="connsiteX7" fmla="*/ 0 w 2363840"/>
              <a:gd name="connsiteY7" fmla="*/ 1181920 h 1924380"/>
              <a:gd name="connsiteX8" fmla="*/ 0 w 2363840"/>
              <a:gd name="connsiteY8" fmla="*/ 1096497 h 1924380"/>
              <a:gd name="connsiteX9" fmla="*/ 4314 w 2363840"/>
              <a:gd name="connsiteY9" fmla="*/ 1096497 h 1924380"/>
              <a:gd name="connsiteX10" fmla="*/ 6102 w 2363840"/>
              <a:gd name="connsiteY10" fmla="*/ 1061076 h 1924380"/>
              <a:gd name="connsiteX11" fmla="*/ 1181920 w 2363840"/>
              <a:gd name="connsiteY11" fmla="*/ 0 h 1924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63840" h="1924380">
                <a:moveTo>
                  <a:pt x="1181920" y="0"/>
                </a:moveTo>
                <a:cubicBezTo>
                  <a:pt x="1793879" y="0"/>
                  <a:pt x="2297212" y="465086"/>
                  <a:pt x="2357738" y="1061076"/>
                </a:cubicBezTo>
                <a:lnTo>
                  <a:pt x="2359527" y="1096497"/>
                </a:lnTo>
                <a:lnTo>
                  <a:pt x="2363840" y="1096497"/>
                </a:lnTo>
                <a:lnTo>
                  <a:pt x="2363840" y="1181920"/>
                </a:lnTo>
                <a:lnTo>
                  <a:pt x="2363840" y="1924380"/>
                </a:lnTo>
                <a:lnTo>
                  <a:pt x="0" y="1924380"/>
                </a:lnTo>
                <a:lnTo>
                  <a:pt x="0" y="1181920"/>
                </a:lnTo>
                <a:lnTo>
                  <a:pt x="0" y="1096497"/>
                </a:lnTo>
                <a:lnTo>
                  <a:pt x="4314" y="1096497"/>
                </a:lnTo>
                <a:lnTo>
                  <a:pt x="6102" y="1061076"/>
                </a:lnTo>
                <a:cubicBezTo>
                  <a:pt x="66628" y="465086"/>
                  <a:pt x="569961" y="0"/>
                  <a:pt x="1181920" y="0"/>
                </a:cubicBezTo>
                <a:close/>
              </a:path>
            </a:pathLst>
          </a:cu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/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image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80669DF8-473E-6464-3096-64DE8308DAA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8710" y="2441801"/>
            <a:ext cx="2521911" cy="1067979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header for this section.</a:t>
            </a:r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D443D9BD-232B-83CE-ACC1-CB2DF1A629C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390080" y="334369"/>
            <a:ext cx="2363840" cy="1924380"/>
          </a:xfrm>
          <a:custGeom>
            <a:avLst/>
            <a:gdLst>
              <a:gd name="connsiteX0" fmla="*/ 1181920 w 2363840"/>
              <a:gd name="connsiteY0" fmla="*/ 0 h 1924380"/>
              <a:gd name="connsiteX1" fmla="*/ 2357738 w 2363840"/>
              <a:gd name="connsiteY1" fmla="*/ 1061076 h 1924380"/>
              <a:gd name="connsiteX2" fmla="*/ 2359527 w 2363840"/>
              <a:gd name="connsiteY2" fmla="*/ 1096497 h 1924380"/>
              <a:gd name="connsiteX3" fmla="*/ 2363840 w 2363840"/>
              <a:gd name="connsiteY3" fmla="*/ 1096497 h 1924380"/>
              <a:gd name="connsiteX4" fmla="*/ 2363840 w 2363840"/>
              <a:gd name="connsiteY4" fmla="*/ 1181920 h 1924380"/>
              <a:gd name="connsiteX5" fmla="*/ 2363840 w 2363840"/>
              <a:gd name="connsiteY5" fmla="*/ 1924380 h 1924380"/>
              <a:gd name="connsiteX6" fmla="*/ 0 w 2363840"/>
              <a:gd name="connsiteY6" fmla="*/ 1924380 h 1924380"/>
              <a:gd name="connsiteX7" fmla="*/ 0 w 2363840"/>
              <a:gd name="connsiteY7" fmla="*/ 1181920 h 1924380"/>
              <a:gd name="connsiteX8" fmla="*/ 0 w 2363840"/>
              <a:gd name="connsiteY8" fmla="*/ 1096497 h 1924380"/>
              <a:gd name="connsiteX9" fmla="*/ 4314 w 2363840"/>
              <a:gd name="connsiteY9" fmla="*/ 1096497 h 1924380"/>
              <a:gd name="connsiteX10" fmla="*/ 6102 w 2363840"/>
              <a:gd name="connsiteY10" fmla="*/ 1061076 h 1924380"/>
              <a:gd name="connsiteX11" fmla="*/ 1181920 w 2363840"/>
              <a:gd name="connsiteY11" fmla="*/ 0 h 1924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63840" h="1924380">
                <a:moveTo>
                  <a:pt x="1181920" y="0"/>
                </a:moveTo>
                <a:cubicBezTo>
                  <a:pt x="1793879" y="0"/>
                  <a:pt x="2297212" y="465086"/>
                  <a:pt x="2357738" y="1061076"/>
                </a:cubicBezTo>
                <a:lnTo>
                  <a:pt x="2359527" y="1096497"/>
                </a:lnTo>
                <a:lnTo>
                  <a:pt x="2363840" y="1096497"/>
                </a:lnTo>
                <a:lnTo>
                  <a:pt x="2363840" y="1181920"/>
                </a:lnTo>
                <a:lnTo>
                  <a:pt x="2363840" y="1924380"/>
                </a:lnTo>
                <a:lnTo>
                  <a:pt x="0" y="1924380"/>
                </a:lnTo>
                <a:lnTo>
                  <a:pt x="0" y="1181920"/>
                </a:lnTo>
                <a:lnTo>
                  <a:pt x="0" y="1096497"/>
                </a:lnTo>
                <a:lnTo>
                  <a:pt x="4314" y="1096497"/>
                </a:lnTo>
                <a:lnTo>
                  <a:pt x="6102" y="1061076"/>
                </a:lnTo>
                <a:cubicBezTo>
                  <a:pt x="66628" y="465086"/>
                  <a:pt x="569961" y="0"/>
                  <a:pt x="1181920" y="0"/>
                </a:cubicBezTo>
                <a:close/>
              </a:path>
            </a:pathLst>
          </a:cu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/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image</a:t>
            </a:r>
          </a:p>
        </p:txBody>
      </p:sp>
      <p:sp>
        <p:nvSpPr>
          <p:cNvPr id="42" name="Text Placeholder 38">
            <a:extLst>
              <a:ext uri="{FF2B5EF4-FFF2-40B4-BE49-F238E27FC236}">
                <a16:creationId xmlns:a16="http://schemas.microsoft.com/office/drawing/2014/main" id="{20A37678-61A7-4729-1E5E-BC5D8F3D66A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96503" y="2441801"/>
            <a:ext cx="2521911" cy="1067979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header for this section.</a:t>
            </a:r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42AFAFB6-5FF2-878B-FCE3-82157079979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337873" y="334369"/>
            <a:ext cx="2363840" cy="1924380"/>
          </a:xfrm>
          <a:custGeom>
            <a:avLst/>
            <a:gdLst>
              <a:gd name="connsiteX0" fmla="*/ 1181920 w 2363840"/>
              <a:gd name="connsiteY0" fmla="*/ 0 h 1924380"/>
              <a:gd name="connsiteX1" fmla="*/ 2357738 w 2363840"/>
              <a:gd name="connsiteY1" fmla="*/ 1061076 h 1924380"/>
              <a:gd name="connsiteX2" fmla="*/ 2359527 w 2363840"/>
              <a:gd name="connsiteY2" fmla="*/ 1096497 h 1924380"/>
              <a:gd name="connsiteX3" fmla="*/ 2363840 w 2363840"/>
              <a:gd name="connsiteY3" fmla="*/ 1096497 h 1924380"/>
              <a:gd name="connsiteX4" fmla="*/ 2363840 w 2363840"/>
              <a:gd name="connsiteY4" fmla="*/ 1181920 h 1924380"/>
              <a:gd name="connsiteX5" fmla="*/ 2363840 w 2363840"/>
              <a:gd name="connsiteY5" fmla="*/ 1924380 h 1924380"/>
              <a:gd name="connsiteX6" fmla="*/ 0 w 2363840"/>
              <a:gd name="connsiteY6" fmla="*/ 1924380 h 1924380"/>
              <a:gd name="connsiteX7" fmla="*/ 0 w 2363840"/>
              <a:gd name="connsiteY7" fmla="*/ 1181920 h 1924380"/>
              <a:gd name="connsiteX8" fmla="*/ 0 w 2363840"/>
              <a:gd name="connsiteY8" fmla="*/ 1096497 h 1924380"/>
              <a:gd name="connsiteX9" fmla="*/ 4314 w 2363840"/>
              <a:gd name="connsiteY9" fmla="*/ 1096497 h 1924380"/>
              <a:gd name="connsiteX10" fmla="*/ 6102 w 2363840"/>
              <a:gd name="connsiteY10" fmla="*/ 1061076 h 1924380"/>
              <a:gd name="connsiteX11" fmla="*/ 1181920 w 2363840"/>
              <a:gd name="connsiteY11" fmla="*/ 0 h 1924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63840" h="1924380">
                <a:moveTo>
                  <a:pt x="1181920" y="0"/>
                </a:moveTo>
                <a:cubicBezTo>
                  <a:pt x="1793879" y="0"/>
                  <a:pt x="2297212" y="465086"/>
                  <a:pt x="2357738" y="1061076"/>
                </a:cubicBezTo>
                <a:lnTo>
                  <a:pt x="2359527" y="1096497"/>
                </a:lnTo>
                <a:lnTo>
                  <a:pt x="2363840" y="1096497"/>
                </a:lnTo>
                <a:lnTo>
                  <a:pt x="2363840" y="1181920"/>
                </a:lnTo>
                <a:lnTo>
                  <a:pt x="2363840" y="1924380"/>
                </a:lnTo>
                <a:lnTo>
                  <a:pt x="0" y="1924380"/>
                </a:lnTo>
                <a:lnTo>
                  <a:pt x="0" y="1181920"/>
                </a:lnTo>
                <a:lnTo>
                  <a:pt x="0" y="1096497"/>
                </a:lnTo>
                <a:lnTo>
                  <a:pt x="4314" y="1096497"/>
                </a:lnTo>
                <a:lnTo>
                  <a:pt x="6102" y="1061076"/>
                </a:lnTo>
                <a:cubicBezTo>
                  <a:pt x="66628" y="465086"/>
                  <a:pt x="569961" y="0"/>
                  <a:pt x="1181920" y="0"/>
                </a:cubicBezTo>
                <a:close/>
              </a:path>
            </a:pathLst>
          </a:cu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/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image</a:t>
            </a:r>
          </a:p>
        </p:txBody>
      </p:sp>
      <p:sp>
        <p:nvSpPr>
          <p:cNvPr id="45" name="Text Placeholder 38">
            <a:extLst>
              <a:ext uri="{FF2B5EF4-FFF2-40B4-BE49-F238E27FC236}">
                <a16:creationId xmlns:a16="http://schemas.microsoft.com/office/drawing/2014/main" id="{1315D7E1-FA24-448F-AEA1-3F0D13F44E0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44296" y="2441801"/>
            <a:ext cx="2521911" cy="1067979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header for this section.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A814012E-4EB3-6F4F-1F37-901925233BA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8710" y="3513409"/>
            <a:ext cx="2521911" cy="1088571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1"/>
                </a:solidFill>
              </a:defRPr>
            </a:lvl1pPr>
            <a:lvl2pPr marL="628650" indent="-171450">
              <a:buFont typeface="Arial" panose="020B0604020202020204" pitchFamily="34" charset="0"/>
              <a:buChar char="•"/>
              <a:defRPr sz="1100">
                <a:solidFill>
                  <a:schemeClr val="bg1"/>
                </a:solidFill>
              </a:defRPr>
            </a:lvl2pPr>
            <a:lvl3pPr marL="1085850" indent="-171450">
              <a:buFont typeface="Arial" panose="020B0604020202020204" pitchFamily="34" charset="0"/>
              <a:buChar char="•"/>
              <a:defRPr sz="1100">
                <a:solidFill>
                  <a:schemeClr val="bg1"/>
                </a:solidFill>
              </a:defRPr>
            </a:lvl3pPr>
            <a:lvl4pPr marL="1543050" indent="-171450">
              <a:buFont typeface="Arial" panose="020B0604020202020204" pitchFamily="34" charset="0"/>
              <a:buChar char="•"/>
              <a:defRPr sz="1100">
                <a:solidFill>
                  <a:schemeClr val="bg1"/>
                </a:solidFill>
              </a:defRPr>
            </a:lvl4pPr>
            <a:lvl5pPr marL="2000250" indent="-171450">
              <a:buFont typeface="Arial" panose="020B0604020202020204" pitchFamily="34" charset="0"/>
              <a:buChar char="•"/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3B6C067-2185-DC18-80B8-208988AF2E6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96502" y="3513409"/>
            <a:ext cx="2521911" cy="1088571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1"/>
                </a:solidFill>
              </a:defRPr>
            </a:lvl1pPr>
            <a:lvl2pPr marL="628650" indent="-171450">
              <a:buFont typeface="Arial" panose="020B0604020202020204" pitchFamily="34" charset="0"/>
              <a:buChar char="•"/>
              <a:defRPr sz="1100">
                <a:solidFill>
                  <a:schemeClr val="bg1"/>
                </a:solidFill>
              </a:defRPr>
            </a:lvl2pPr>
            <a:lvl3pPr marL="1085850" indent="-171450">
              <a:buFont typeface="Arial" panose="020B0604020202020204" pitchFamily="34" charset="0"/>
              <a:buChar char="•"/>
              <a:defRPr sz="1100">
                <a:solidFill>
                  <a:schemeClr val="bg1"/>
                </a:solidFill>
              </a:defRPr>
            </a:lvl3pPr>
            <a:lvl4pPr marL="1543050" indent="-171450">
              <a:buFont typeface="Arial" panose="020B0604020202020204" pitchFamily="34" charset="0"/>
              <a:buChar char="•"/>
              <a:defRPr sz="1100">
                <a:solidFill>
                  <a:schemeClr val="bg1"/>
                </a:solidFill>
              </a:defRPr>
            </a:lvl4pPr>
            <a:lvl5pPr marL="2000250" indent="-171450">
              <a:buFont typeface="Arial" panose="020B0604020202020204" pitchFamily="34" charset="0"/>
              <a:buChar char="•"/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A4DEF4B9-078D-4B3C-E5C1-9EA252CDE76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44296" y="3513409"/>
            <a:ext cx="2521911" cy="1088571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1"/>
                </a:solidFill>
              </a:defRPr>
            </a:lvl1pPr>
            <a:lvl2pPr marL="628650" indent="-171450">
              <a:buFont typeface="Arial" panose="020B0604020202020204" pitchFamily="34" charset="0"/>
              <a:buChar char="•"/>
              <a:defRPr sz="1100">
                <a:solidFill>
                  <a:schemeClr val="bg1"/>
                </a:solidFill>
              </a:defRPr>
            </a:lvl2pPr>
            <a:lvl3pPr marL="1085850" indent="-171450">
              <a:buFont typeface="Arial" panose="020B0604020202020204" pitchFamily="34" charset="0"/>
              <a:buChar char="•"/>
              <a:defRPr sz="1100">
                <a:solidFill>
                  <a:schemeClr val="bg1"/>
                </a:solidFill>
              </a:defRPr>
            </a:lvl3pPr>
            <a:lvl4pPr marL="1543050" indent="-171450">
              <a:buFont typeface="Arial" panose="020B0604020202020204" pitchFamily="34" charset="0"/>
              <a:buChar char="•"/>
              <a:defRPr sz="1100">
                <a:solidFill>
                  <a:schemeClr val="bg1"/>
                </a:solidFill>
              </a:defRPr>
            </a:lvl4pPr>
            <a:lvl5pPr marL="2000250" indent="-171450">
              <a:buFont typeface="Arial" panose="020B0604020202020204" pitchFamily="34" charset="0"/>
              <a:buChar char="•"/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80195392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Statement + Images |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06623F-A9E4-6F53-E477-20211070A0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AC9E61-00CC-7CDA-3B05-820313EF8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5" name="Text Placeholder 18">
            <a:extLst>
              <a:ext uri="{FF2B5EF4-FFF2-40B4-BE49-F238E27FC236}">
                <a16:creationId xmlns:a16="http://schemas.microsoft.com/office/drawing/2014/main" id="{443DCE67-37F2-8890-2103-ADF15BC66C7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94838" y="613096"/>
            <a:ext cx="4046961" cy="1884571"/>
          </a:xfrm>
        </p:spPr>
        <p:txBody>
          <a:bodyPr anchor="t">
            <a:noAutofit/>
          </a:bodyPr>
          <a:lstStyle>
            <a:lvl1pPr marL="0" indent="0" algn="l">
              <a:buNone/>
              <a:defRPr sz="2200" b="0" i="0">
                <a:solidFill>
                  <a:schemeClr val="accent3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70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70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70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70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statement text related to chart/graph.</a:t>
            </a:r>
          </a:p>
        </p:txBody>
      </p:sp>
      <p:sp>
        <p:nvSpPr>
          <p:cNvPr id="6" name="Text Placeholder 46">
            <a:extLst>
              <a:ext uri="{FF2B5EF4-FFF2-40B4-BE49-F238E27FC236}">
                <a16:creationId xmlns:a16="http://schemas.microsoft.com/office/drawing/2014/main" id="{A73DC227-54D4-5C26-40E6-AB2F4000445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94839" y="-11945"/>
            <a:ext cx="8801100" cy="27922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tx1"/>
                </a:solidFill>
                <a:latin typeface="Trefoil Sans Medium" panose="020B0000000000000000" pitchFamily="34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Type here to enter the presentation section name.</a:t>
            </a:r>
          </a:p>
        </p:txBody>
      </p:sp>
      <p:sp>
        <p:nvSpPr>
          <p:cNvPr id="10" name="Chart Placeholder 9">
            <a:extLst>
              <a:ext uri="{FF2B5EF4-FFF2-40B4-BE49-F238E27FC236}">
                <a16:creationId xmlns:a16="http://schemas.microsoft.com/office/drawing/2014/main" id="{EDD26772-AF80-2770-4145-ABC63E193B1B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4572000" y="613096"/>
            <a:ext cx="4267199" cy="3975838"/>
          </a:xfr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chart/graph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313D07B-C16A-055D-1C93-BDAB7BED4690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194838" y="2571751"/>
            <a:ext cx="4046961" cy="2017184"/>
          </a:xfrm>
        </p:spPr>
        <p:txBody>
          <a:bodyPr/>
          <a:lstStyle>
            <a:lvl1pPr marL="0" indent="0" algn="l">
              <a:buNone/>
              <a:defRPr sz="1400" b="0" i="0">
                <a:latin typeface="Trefoil Sans Medium" panose="020B0000000000000000" pitchFamily="34" charset="0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Options to add subtitle for bullet points</a:t>
            </a:r>
          </a:p>
          <a:p>
            <a:pPr lvl="1"/>
            <a:r>
              <a:rPr lang="en-US"/>
              <a:t>Bullet point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44147883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Statement | Images w/ Caption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06623F-A9E4-6F53-E477-20211070A0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AC9E61-00CC-7CDA-3B05-820313EF8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5" name="Text Placeholder 18">
            <a:extLst>
              <a:ext uri="{FF2B5EF4-FFF2-40B4-BE49-F238E27FC236}">
                <a16:creationId xmlns:a16="http://schemas.microsoft.com/office/drawing/2014/main" id="{443DCE67-37F2-8890-2103-ADF15BC66C7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94838" y="613096"/>
            <a:ext cx="4046961" cy="1884571"/>
          </a:xfrm>
        </p:spPr>
        <p:txBody>
          <a:bodyPr anchor="t">
            <a:noAutofit/>
          </a:bodyPr>
          <a:lstStyle>
            <a:lvl1pPr marL="0" indent="0" algn="l">
              <a:buNone/>
              <a:defRPr sz="22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70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70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70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70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statement text.</a:t>
            </a:r>
          </a:p>
        </p:txBody>
      </p:sp>
      <p:sp>
        <p:nvSpPr>
          <p:cNvPr id="6" name="Text Placeholder 46">
            <a:extLst>
              <a:ext uri="{FF2B5EF4-FFF2-40B4-BE49-F238E27FC236}">
                <a16:creationId xmlns:a16="http://schemas.microsoft.com/office/drawing/2014/main" id="{A73DC227-54D4-5C26-40E6-AB2F4000445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94839" y="-11945"/>
            <a:ext cx="8801100" cy="27922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tx1"/>
                </a:solidFill>
                <a:latin typeface="Trefoil Sans Medium" panose="020B0000000000000000" pitchFamily="34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Type here to enter the presentation section name.</a:t>
            </a:r>
          </a:p>
        </p:txBody>
      </p:sp>
      <p:sp>
        <p:nvSpPr>
          <p:cNvPr id="15" name="Text Placeholder 38">
            <a:extLst>
              <a:ext uri="{FF2B5EF4-FFF2-40B4-BE49-F238E27FC236}">
                <a16:creationId xmlns:a16="http://schemas.microsoft.com/office/drawing/2014/main" id="{0163C2AE-9782-8654-8DBC-278348F592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54926" y="871432"/>
            <a:ext cx="2016376" cy="479864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accent3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single/multi-line text.</a:t>
            </a:r>
          </a:p>
        </p:txBody>
      </p:sp>
      <p:sp>
        <p:nvSpPr>
          <p:cNvPr id="19" name="Text Placeholder 38">
            <a:extLst>
              <a:ext uri="{FF2B5EF4-FFF2-40B4-BE49-F238E27FC236}">
                <a16:creationId xmlns:a16="http://schemas.microsoft.com/office/drawing/2014/main" id="{4F7B3E30-1136-E430-6A53-0F68EA60D79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654926" y="2886211"/>
            <a:ext cx="2016376" cy="479864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accent3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single/multi-line text.</a:t>
            </a:r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733666F0-5B6E-C03A-823F-27AF731C2179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5019675" y="871538"/>
            <a:ext cx="1500188" cy="1339850"/>
          </a:xfrm>
          <a:prstGeom prst="hexagon">
            <a:avLst/>
          </a:pr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Add Image Here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598977A0-B160-B678-C7E1-884E64375A81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019675" y="2822544"/>
            <a:ext cx="1485426" cy="1469077"/>
          </a:xfrm>
          <a:custGeom>
            <a:avLst/>
            <a:gdLst>
              <a:gd name="connsiteX0" fmla="*/ 0 w 4508501"/>
              <a:gd name="connsiteY0" fmla="*/ 0 h 4458878"/>
              <a:gd name="connsiteX1" fmla="*/ 2154743 w 4508501"/>
              <a:gd name="connsiteY1" fmla="*/ 0 h 4458878"/>
              <a:gd name="connsiteX2" fmla="*/ 2154743 w 4508501"/>
              <a:gd name="connsiteY2" fmla="*/ 6278 h 4458878"/>
              <a:gd name="connsiteX3" fmla="*/ 2279062 w 4508501"/>
              <a:gd name="connsiteY3" fmla="*/ 0 h 4458878"/>
              <a:gd name="connsiteX4" fmla="*/ 4508501 w 4508501"/>
              <a:gd name="connsiteY4" fmla="*/ 2229439 h 4458878"/>
              <a:gd name="connsiteX5" fmla="*/ 2279062 w 4508501"/>
              <a:gd name="connsiteY5" fmla="*/ 4458878 h 4458878"/>
              <a:gd name="connsiteX6" fmla="*/ 2154743 w 4508501"/>
              <a:gd name="connsiteY6" fmla="*/ 4452601 h 4458878"/>
              <a:gd name="connsiteX7" fmla="*/ 2154743 w 4508501"/>
              <a:gd name="connsiteY7" fmla="*/ 4454539 h 4458878"/>
              <a:gd name="connsiteX8" fmla="*/ 0 w 4508501"/>
              <a:gd name="connsiteY8" fmla="*/ 4454539 h 4458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08501" h="4458878">
                <a:moveTo>
                  <a:pt x="0" y="0"/>
                </a:moveTo>
                <a:lnTo>
                  <a:pt x="2154743" y="0"/>
                </a:lnTo>
                <a:lnTo>
                  <a:pt x="2154743" y="6278"/>
                </a:lnTo>
                <a:lnTo>
                  <a:pt x="2279062" y="0"/>
                </a:lnTo>
                <a:cubicBezTo>
                  <a:pt x="3510347" y="0"/>
                  <a:pt x="4508501" y="998154"/>
                  <a:pt x="4508501" y="2229439"/>
                </a:cubicBezTo>
                <a:cubicBezTo>
                  <a:pt x="4508501" y="3460724"/>
                  <a:pt x="3510347" y="4458878"/>
                  <a:pt x="2279062" y="4458878"/>
                </a:cubicBezTo>
                <a:lnTo>
                  <a:pt x="2154743" y="4452601"/>
                </a:lnTo>
                <a:lnTo>
                  <a:pt x="2154743" y="4454539"/>
                </a:lnTo>
                <a:lnTo>
                  <a:pt x="0" y="4454539"/>
                </a:lnTo>
                <a:close/>
              </a:path>
            </a:pathLst>
          </a:cu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    Add Image Here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705AF6A-C9E5-6099-4095-F3BECF47FC74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654926" y="1354273"/>
            <a:ext cx="2016376" cy="1092200"/>
          </a:xfrm>
        </p:spPr>
        <p:txBody>
          <a:bodyPr>
            <a:noAutofit/>
          </a:bodyPr>
          <a:lstStyle>
            <a:lvl1pPr marL="0" indent="0">
              <a:buNone/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859EC0E-BA4C-7D28-2A3E-6376D8646E31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654926" y="3366075"/>
            <a:ext cx="2016376" cy="1092200"/>
          </a:xfrm>
        </p:spPr>
        <p:txBody>
          <a:bodyPr>
            <a:noAutofit/>
          </a:bodyPr>
          <a:lstStyle>
            <a:lvl1pPr marL="0" indent="0">
              <a:buNone/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105245051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Images w/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ECA6B1-9D6C-5F56-6C22-43BCA6256D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609343-1A69-436A-81AA-96323BFE9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11" name="Text Placeholder 46">
            <a:extLst>
              <a:ext uri="{FF2B5EF4-FFF2-40B4-BE49-F238E27FC236}">
                <a16:creationId xmlns:a16="http://schemas.microsoft.com/office/drawing/2014/main" id="{A260D0EC-511E-669D-ED50-6A4369915B0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94839" y="-11945"/>
            <a:ext cx="8801100" cy="27922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tx1"/>
                </a:solidFill>
                <a:latin typeface="Trefoil Sans Medium" panose="020B0000000000000000" pitchFamily="34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Type here to enter the presentation section name.</a:t>
            </a:r>
          </a:p>
        </p:txBody>
      </p:sp>
      <p:sp>
        <p:nvSpPr>
          <p:cNvPr id="15" name="Text Placeholder 38">
            <a:extLst>
              <a:ext uri="{FF2B5EF4-FFF2-40B4-BE49-F238E27FC236}">
                <a16:creationId xmlns:a16="http://schemas.microsoft.com/office/drawing/2014/main" id="{994B30C2-3273-5889-AFF6-6E2DC77A5A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42989" y="646706"/>
            <a:ext cx="2016376" cy="479864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accent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image header.</a:t>
            </a:r>
          </a:p>
        </p:txBody>
      </p:sp>
      <p:sp>
        <p:nvSpPr>
          <p:cNvPr id="18" name="Picture Placeholder 16">
            <a:extLst>
              <a:ext uri="{FF2B5EF4-FFF2-40B4-BE49-F238E27FC236}">
                <a16:creationId xmlns:a16="http://schemas.microsoft.com/office/drawing/2014/main" id="{DB573ABE-18EB-DE46-ACEF-41E7586FB0AE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271463" y="646113"/>
            <a:ext cx="1747837" cy="1360487"/>
          </a:xfrm>
          <a:prstGeom prst="roundRect">
            <a:avLst>
              <a:gd name="adj" fmla="val 8577"/>
            </a:avLst>
          </a:pr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3" name="Text Placeholder 38">
            <a:extLst>
              <a:ext uri="{FF2B5EF4-FFF2-40B4-BE49-F238E27FC236}">
                <a16:creationId xmlns:a16="http://schemas.microsoft.com/office/drawing/2014/main" id="{73ED314D-911B-4414-287C-C2354AD1EDE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655205" y="646706"/>
            <a:ext cx="2016376" cy="479864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accent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image header.</a:t>
            </a:r>
          </a:p>
        </p:txBody>
      </p:sp>
      <p:sp>
        <p:nvSpPr>
          <p:cNvPr id="24" name="Picture Placeholder 16">
            <a:extLst>
              <a:ext uri="{FF2B5EF4-FFF2-40B4-BE49-F238E27FC236}">
                <a16:creationId xmlns:a16="http://schemas.microsoft.com/office/drawing/2014/main" id="{68D66A7D-0A7D-90D5-B6BF-34CD2C8C29D4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4783679" y="646113"/>
            <a:ext cx="1747837" cy="1360487"/>
          </a:xfrm>
          <a:prstGeom prst="roundRect">
            <a:avLst>
              <a:gd name="adj" fmla="val 8577"/>
            </a:avLst>
          </a:pr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33" name="Text Placeholder 38">
            <a:extLst>
              <a:ext uri="{FF2B5EF4-FFF2-40B4-BE49-F238E27FC236}">
                <a16:creationId xmlns:a16="http://schemas.microsoft.com/office/drawing/2014/main" id="{33C72428-C074-A404-AF0D-95799FF84A35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2142989" y="2695639"/>
            <a:ext cx="2016376" cy="479864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accent3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image header.</a:t>
            </a:r>
          </a:p>
        </p:txBody>
      </p:sp>
      <p:sp>
        <p:nvSpPr>
          <p:cNvPr id="34" name="Picture Placeholder 16">
            <a:extLst>
              <a:ext uri="{FF2B5EF4-FFF2-40B4-BE49-F238E27FC236}">
                <a16:creationId xmlns:a16="http://schemas.microsoft.com/office/drawing/2014/main" id="{E68050C5-6071-B19D-30E8-114E0A71C947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271463" y="2695046"/>
            <a:ext cx="1747837" cy="1360487"/>
          </a:xfrm>
          <a:prstGeom prst="roundRect">
            <a:avLst>
              <a:gd name="adj" fmla="val 8577"/>
            </a:avLst>
          </a:pr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36" name="Text Placeholder 38">
            <a:extLst>
              <a:ext uri="{FF2B5EF4-FFF2-40B4-BE49-F238E27FC236}">
                <a16:creationId xmlns:a16="http://schemas.microsoft.com/office/drawing/2014/main" id="{76D0BB10-84D6-1805-A77A-CF9F2228398B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655205" y="2695639"/>
            <a:ext cx="2016376" cy="479864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accent3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image header.</a:t>
            </a:r>
          </a:p>
        </p:txBody>
      </p:sp>
      <p:sp>
        <p:nvSpPr>
          <p:cNvPr id="37" name="Picture Placeholder 16">
            <a:extLst>
              <a:ext uri="{FF2B5EF4-FFF2-40B4-BE49-F238E27FC236}">
                <a16:creationId xmlns:a16="http://schemas.microsoft.com/office/drawing/2014/main" id="{75BA434F-5113-70FE-DBB4-2306732B46A6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4783679" y="2695046"/>
            <a:ext cx="1747837" cy="1360487"/>
          </a:xfrm>
          <a:prstGeom prst="roundRect">
            <a:avLst>
              <a:gd name="adj" fmla="val 8577"/>
            </a:avLst>
          </a:pr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F5992C50-3C2F-1D5B-341E-58BDF9FFE69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142989" y="1125485"/>
            <a:ext cx="2016376" cy="885541"/>
          </a:xfrm>
        </p:spPr>
        <p:txBody>
          <a:bodyPr>
            <a:noAutofit/>
          </a:bodyPr>
          <a:lstStyle>
            <a:lvl1pPr marL="0" indent="0">
              <a:buNone/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BC5C2C3-751A-5814-8735-BC98361EC492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655205" y="1125485"/>
            <a:ext cx="2016376" cy="885541"/>
          </a:xfrm>
        </p:spPr>
        <p:txBody>
          <a:bodyPr>
            <a:noAutofit/>
          </a:bodyPr>
          <a:lstStyle>
            <a:lvl1pPr marL="0" indent="0">
              <a:buNone/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2FF8D14D-374A-C9FF-6500-8B4B9C8289B4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2142989" y="3174779"/>
            <a:ext cx="2016376" cy="885541"/>
          </a:xfrm>
        </p:spPr>
        <p:txBody>
          <a:bodyPr>
            <a:noAutofit/>
          </a:bodyPr>
          <a:lstStyle>
            <a:lvl1pPr marL="0" indent="0">
              <a:buNone/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288EDE6-9C98-C3F1-C39B-9A6F78B7565B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6655205" y="3174779"/>
            <a:ext cx="2016376" cy="885541"/>
          </a:xfrm>
        </p:spPr>
        <p:txBody>
          <a:bodyPr>
            <a:noAutofit/>
          </a:bodyPr>
          <a:lstStyle>
            <a:lvl1pPr marL="0" indent="0">
              <a:buNone/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36916877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Images w/ Caption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589E29-234C-9C1F-599D-2CB7CAC459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AAC730-8DE6-91DD-5BB2-B0D01E084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5" name="Text Placeholder 46">
            <a:extLst>
              <a:ext uri="{FF2B5EF4-FFF2-40B4-BE49-F238E27FC236}">
                <a16:creationId xmlns:a16="http://schemas.microsoft.com/office/drawing/2014/main" id="{9467510D-3CAD-8BB5-BA20-2E6DF186DF2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94839" y="-11945"/>
            <a:ext cx="8801100" cy="27922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tx1"/>
                </a:solidFill>
                <a:latin typeface="Trefoil Sans Medium" panose="020B0000000000000000" pitchFamily="34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Type here to enter the presentation section name.</a:t>
            </a: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73CF8B4C-2E1F-6F76-48D8-67090FDC167F}"/>
              </a:ext>
            </a:extLst>
          </p:cNvPr>
          <p:cNvSpPr/>
          <p:nvPr userDrawn="1"/>
        </p:nvSpPr>
        <p:spPr>
          <a:xfrm>
            <a:off x="-135467" y="304800"/>
            <a:ext cx="4552572" cy="4347500"/>
          </a:xfrm>
          <a:custGeom>
            <a:avLst/>
            <a:gdLst>
              <a:gd name="connsiteX0" fmla="*/ 0 w 4552572"/>
              <a:gd name="connsiteY0" fmla="*/ 0 h 4347500"/>
              <a:gd name="connsiteX1" fmla="*/ 4443580 w 4552572"/>
              <a:gd name="connsiteY1" fmla="*/ 0 h 4347500"/>
              <a:gd name="connsiteX2" fmla="*/ 4552572 w 4552572"/>
              <a:gd name="connsiteY2" fmla="*/ 108992 h 4347500"/>
              <a:gd name="connsiteX3" fmla="*/ 4552572 w 4552572"/>
              <a:gd name="connsiteY3" fmla="*/ 4238508 h 4347500"/>
              <a:gd name="connsiteX4" fmla="*/ 4443580 w 4552572"/>
              <a:gd name="connsiteY4" fmla="*/ 4347500 h 4347500"/>
              <a:gd name="connsiteX5" fmla="*/ 0 w 4552572"/>
              <a:gd name="connsiteY5" fmla="*/ 4347500 h 4347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52572" h="4347500">
                <a:moveTo>
                  <a:pt x="0" y="0"/>
                </a:moveTo>
                <a:lnTo>
                  <a:pt x="4443580" y="0"/>
                </a:lnTo>
                <a:cubicBezTo>
                  <a:pt x="4503775" y="0"/>
                  <a:pt x="4552572" y="48797"/>
                  <a:pt x="4552572" y="108992"/>
                </a:cubicBezTo>
                <a:lnTo>
                  <a:pt x="4552572" y="4238508"/>
                </a:lnTo>
                <a:cubicBezTo>
                  <a:pt x="4552572" y="4298703"/>
                  <a:pt x="4503775" y="4347500"/>
                  <a:pt x="4443580" y="4347500"/>
                </a:cubicBezTo>
                <a:lnTo>
                  <a:pt x="0" y="4347500"/>
                </a:lnTo>
                <a:close/>
              </a:path>
            </a:pathLst>
          </a:custGeom>
          <a:noFill/>
          <a:ln w="15875">
            <a:solidFill>
              <a:schemeClr val="accent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200">
              <a:solidFill>
                <a:schemeClr val="tx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20" name="Picture Placeholder 18">
            <a:extLst>
              <a:ext uri="{FF2B5EF4-FFF2-40B4-BE49-F238E27FC236}">
                <a16:creationId xmlns:a16="http://schemas.microsoft.com/office/drawing/2014/main" id="{102ED8F4-7CBC-F77E-4EA3-E4FE366E7E6A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284163" y="577850"/>
            <a:ext cx="3854450" cy="2268538"/>
          </a:xfrm>
          <a:prstGeom prst="roundRect">
            <a:avLst>
              <a:gd name="adj" fmla="val 4351"/>
            </a:avLst>
          </a:pr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image</a:t>
            </a:r>
          </a:p>
        </p:txBody>
      </p:sp>
      <p:sp>
        <p:nvSpPr>
          <p:cNvPr id="23" name="Picture Placeholder 21">
            <a:extLst>
              <a:ext uri="{FF2B5EF4-FFF2-40B4-BE49-F238E27FC236}">
                <a16:creationId xmlns:a16="http://schemas.microsoft.com/office/drawing/2014/main" id="{17D3C7D8-2697-4247-FFAF-D25604F57D0E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727575" y="304800"/>
            <a:ext cx="4124325" cy="4348163"/>
          </a:xfrm>
          <a:prstGeom prst="roundRect">
            <a:avLst>
              <a:gd name="adj" fmla="val 2708"/>
            </a:avLst>
          </a:pr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image</a:t>
            </a:r>
          </a:p>
        </p:txBody>
      </p:sp>
      <p:sp>
        <p:nvSpPr>
          <p:cNvPr id="26" name="Text Placeholder 38">
            <a:extLst>
              <a:ext uri="{FF2B5EF4-FFF2-40B4-BE49-F238E27FC236}">
                <a16:creationId xmlns:a16="http://schemas.microsoft.com/office/drawing/2014/main" id="{A1264A48-1F85-A080-CDB5-410FB690C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4840" y="2958707"/>
            <a:ext cx="1707392" cy="1349883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solidFill>
                  <a:schemeClr val="accent6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statement text.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0A81A1D4-047B-3FC6-2FDD-7A7A36DB43D6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2138767" y="2949590"/>
            <a:ext cx="2007134" cy="1616059"/>
          </a:xfrm>
        </p:spPr>
        <p:txBody>
          <a:bodyPr>
            <a:normAutofit/>
          </a:bodyPr>
          <a:lstStyle>
            <a:lvl1pPr marL="0" indent="0" algn="l">
              <a:buNone/>
              <a:defRPr sz="1100" b="0" i="0">
                <a:latin typeface="Trefoil Sans Light" panose="020B0000000000000000" pitchFamily="34" charset="0"/>
              </a:defRPr>
            </a:lvl1pPr>
            <a:lvl2pPr algn="l">
              <a:defRPr sz="1100"/>
            </a:lvl2pPr>
            <a:lvl3pPr algn="l">
              <a:defRPr sz="1100"/>
            </a:lvl3pPr>
            <a:lvl4pPr algn="l">
              <a:defRPr sz="1100"/>
            </a:lvl4pPr>
            <a:lvl5pPr algn="l">
              <a:defRPr sz="1100"/>
            </a:lvl5pPr>
          </a:lstStyle>
          <a:p>
            <a:pPr lvl="0"/>
            <a:r>
              <a:rPr lang="en-US"/>
              <a:t>Type here to enter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054712785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Statement | Images w/ Call Ou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393450-46D4-9698-5DE6-C14F1E50BC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850E8-42BD-5FF7-C215-16ACA2745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B0C64AD-6937-446E-D85A-CE2B46AD52A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0" y="279268"/>
            <a:ext cx="4508501" cy="4458878"/>
          </a:xfrm>
          <a:custGeom>
            <a:avLst/>
            <a:gdLst>
              <a:gd name="connsiteX0" fmla="*/ 0 w 4508501"/>
              <a:gd name="connsiteY0" fmla="*/ 0 h 4458878"/>
              <a:gd name="connsiteX1" fmla="*/ 2154743 w 4508501"/>
              <a:gd name="connsiteY1" fmla="*/ 0 h 4458878"/>
              <a:gd name="connsiteX2" fmla="*/ 2154743 w 4508501"/>
              <a:gd name="connsiteY2" fmla="*/ 6278 h 4458878"/>
              <a:gd name="connsiteX3" fmla="*/ 2279062 w 4508501"/>
              <a:gd name="connsiteY3" fmla="*/ 0 h 4458878"/>
              <a:gd name="connsiteX4" fmla="*/ 4508501 w 4508501"/>
              <a:gd name="connsiteY4" fmla="*/ 2229439 h 4458878"/>
              <a:gd name="connsiteX5" fmla="*/ 2279062 w 4508501"/>
              <a:gd name="connsiteY5" fmla="*/ 4458878 h 4458878"/>
              <a:gd name="connsiteX6" fmla="*/ 2154743 w 4508501"/>
              <a:gd name="connsiteY6" fmla="*/ 4452601 h 4458878"/>
              <a:gd name="connsiteX7" fmla="*/ 2154743 w 4508501"/>
              <a:gd name="connsiteY7" fmla="*/ 4454539 h 4458878"/>
              <a:gd name="connsiteX8" fmla="*/ 0 w 4508501"/>
              <a:gd name="connsiteY8" fmla="*/ 4454539 h 4458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08501" h="4458878">
                <a:moveTo>
                  <a:pt x="0" y="0"/>
                </a:moveTo>
                <a:lnTo>
                  <a:pt x="2154743" y="0"/>
                </a:lnTo>
                <a:lnTo>
                  <a:pt x="2154743" y="6278"/>
                </a:lnTo>
                <a:lnTo>
                  <a:pt x="2279062" y="0"/>
                </a:lnTo>
                <a:cubicBezTo>
                  <a:pt x="3510347" y="0"/>
                  <a:pt x="4508501" y="998154"/>
                  <a:pt x="4508501" y="2229439"/>
                </a:cubicBezTo>
                <a:cubicBezTo>
                  <a:pt x="4508501" y="3460724"/>
                  <a:pt x="3510347" y="4458878"/>
                  <a:pt x="2279062" y="4458878"/>
                </a:cubicBezTo>
                <a:lnTo>
                  <a:pt x="2154743" y="4452601"/>
                </a:lnTo>
                <a:lnTo>
                  <a:pt x="2154743" y="4454539"/>
                </a:lnTo>
                <a:lnTo>
                  <a:pt x="0" y="4454539"/>
                </a:lnTo>
                <a:close/>
              </a:path>
            </a:pathLst>
          </a:custGeom>
          <a:pattFill prst="dkUp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	Click icon to add image</a:t>
            </a:r>
          </a:p>
        </p:txBody>
      </p:sp>
      <p:sp>
        <p:nvSpPr>
          <p:cNvPr id="6" name="Text Placeholder 46">
            <a:extLst>
              <a:ext uri="{FF2B5EF4-FFF2-40B4-BE49-F238E27FC236}">
                <a16:creationId xmlns:a16="http://schemas.microsoft.com/office/drawing/2014/main" id="{0D8BD7A6-CEFA-4A06-94A9-3A2A33BD8E1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17485" y="139659"/>
            <a:ext cx="3655705" cy="27922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tx1"/>
                </a:solidFill>
                <a:latin typeface="Trefoil Sans Medium" panose="020B0000000000000000" pitchFamily="34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Type here to enter the presentation section name.</a:t>
            </a:r>
          </a:p>
        </p:txBody>
      </p:sp>
      <p:sp>
        <p:nvSpPr>
          <p:cNvPr id="8" name="Text Placeholder 18">
            <a:extLst>
              <a:ext uri="{FF2B5EF4-FFF2-40B4-BE49-F238E27FC236}">
                <a16:creationId xmlns:a16="http://schemas.microsoft.com/office/drawing/2014/main" id="{DBDDBB94-CADB-995A-A9DC-C91C15D277B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17485" y="687179"/>
            <a:ext cx="4048701" cy="1884571"/>
          </a:xfrm>
        </p:spPr>
        <p:txBody>
          <a:bodyPr anchor="t">
            <a:noAutofit/>
          </a:bodyPr>
          <a:lstStyle>
            <a:lvl1pPr marL="0" indent="0" algn="l">
              <a:buNone/>
              <a:defRPr sz="26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70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70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70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70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statement text.</a:t>
            </a:r>
          </a:p>
        </p:txBody>
      </p:sp>
      <p:sp>
        <p:nvSpPr>
          <p:cNvPr id="13" name="Text Placeholder 38">
            <a:extLst>
              <a:ext uri="{FF2B5EF4-FFF2-40B4-BE49-F238E27FC236}">
                <a16:creationId xmlns:a16="http://schemas.microsoft.com/office/drawing/2014/main" id="{F4FB1D49-E8B4-DA30-6A81-D33849BE504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60446" y="3793156"/>
            <a:ext cx="1316226" cy="27922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100" b="0" i="0">
                <a:solidFill>
                  <a:schemeClr val="accent3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title here</a:t>
            </a:r>
          </a:p>
        </p:txBody>
      </p:sp>
      <p:sp>
        <p:nvSpPr>
          <p:cNvPr id="17" name="Text Placeholder 38">
            <a:extLst>
              <a:ext uri="{FF2B5EF4-FFF2-40B4-BE49-F238E27FC236}">
                <a16:creationId xmlns:a16="http://schemas.microsoft.com/office/drawing/2014/main" id="{5F708E09-4882-FBBB-67B6-BA558DE5FC8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49960" y="3793156"/>
            <a:ext cx="1316226" cy="27922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100" b="0" i="0">
                <a:solidFill>
                  <a:schemeClr val="accent3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title here</a:t>
            </a:r>
          </a:p>
        </p:txBody>
      </p:sp>
      <p:sp>
        <p:nvSpPr>
          <p:cNvPr id="19" name="Text Placeholder 38">
            <a:extLst>
              <a:ext uri="{FF2B5EF4-FFF2-40B4-BE49-F238E27FC236}">
                <a16:creationId xmlns:a16="http://schemas.microsoft.com/office/drawing/2014/main" id="{7EC42056-3A7C-1C7D-4F4B-D2B96F7487AF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155203" y="3793156"/>
            <a:ext cx="1316226" cy="27922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100" b="0" i="0">
                <a:solidFill>
                  <a:schemeClr val="accent3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title here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DE6A04C8-1E6C-B0D0-C5B5-E30FB46AC7B6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4760446" y="4121373"/>
            <a:ext cx="1316226" cy="61677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algn="ctr">
              <a:defRPr sz="10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863DE3E-3C01-1010-9BA6-5D450C19F63D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6155203" y="4121373"/>
            <a:ext cx="1316226" cy="61677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algn="ctr">
              <a:defRPr sz="10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4457858-59FF-B2A0-70A1-957882FEEFB6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7549960" y="4121373"/>
            <a:ext cx="1316226" cy="616773"/>
          </a:xfr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  <a:lvl2pPr algn="ctr">
              <a:defRPr sz="10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413074529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Statistics | Column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8A9E9E-4DF6-DDF1-B4B7-119BB7BB2C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37695F-185D-C362-1B10-B16FC408E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5" name="Text Placeholder 46">
            <a:extLst>
              <a:ext uri="{FF2B5EF4-FFF2-40B4-BE49-F238E27FC236}">
                <a16:creationId xmlns:a16="http://schemas.microsoft.com/office/drawing/2014/main" id="{9B744577-8549-3D99-5D5F-E16E2F217A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94839" y="-11945"/>
            <a:ext cx="8801100" cy="27922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tx1"/>
                </a:solidFill>
                <a:latin typeface="Trefoil Sans Medium" panose="020B0000000000000000" pitchFamily="34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Type here to enter the presentation section name.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B04C01B3-BA33-F748-3E72-C375115768CA}"/>
              </a:ext>
            </a:extLst>
          </p:cNvPr>
          <p:cNvSpPr txBox="1">
            <a:spLocks/>
          </p:cNvSpPr>
          <p:nvPr userDrawn="1"/>
        </p:nvSpPr>
        <p:spPr>
          <a:xfrm>
            <a:off x="8485459" y="4972051"/>
            <a:ext cx="550592" cy="18273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685800" rtl="0" eaLnBrk="1" latinLnBrk="0" hangingPunct="1">
              <a:defRPr sz="600" b="0" i="0" kern="1200">
                <a:solidFill>
                  <a:schemeClr val="tx1"/>
                </a:solidFill>
                <a:latin typeface="Girl Scout Text Book" panose="02020003000000000000" pitchFamily="18" charset="0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05FB7111-968B-A420-35FC-8F787BD426E5}"/>
              </a:ext>
            </a:extLst>
          </p:cNvPr>
          <p:cNvSpPr txBox="1">
            <a:spLocks/>
          </p:cNvSpPr>
          <p:nvPr userDrawn="1"/>
        </p:nvSpPr>
        <p:spPr>
          <a:xfrm>
            <a:off x="171449" y="4998093"/>
            <a:ext cx="5673297" cy="15457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marR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450" b="0" i="0" u="none" strike="noStrike" kern="1200" smtClean="0">
                <a:solidFill>
                  <a:schemeClr val="tx1"/>
                </a:solidFill>
                <a:effectLst/>
                <a:latin typeface="Girl Scout Text Book" panose="02020003000000000000" pitchFamily="18" charset="0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©2024 Girl Scouts of the USA. All Rights Reserved.  Not for public distribution.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2239C51-B191-70AD-BE56-AC46513B1745}"/>
              </a:ext>
            </a:extLst>
          </p:cNvPr>
          <p:cNvSpPr/>
          <p:nvPr userDrawn="1"/>
        </p:nvSpPr>
        <p:spPr>
          <a:xfrm>
            <a:off x="251401" y="452487"/>
            <a:ext cx="4167036" cy="4326903"/>
          </a:xfrm>
          <a:prstGeom prst="roundRect">
            <a:avLst>
              <a:gd name="adj" fmla="val 3715"/>
            </a:avLst>
          </a:prstGeom>
          <a:solidFill>
            <a:schemeClr val="accent2"/>
          </a:solidFill>
          <a:ln w="15875"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97EF6E5-040A-9697-314A-DC8CC51D5EB9}"/>
              </a:ext>
            </a:extLst>
          </p:cNvPr>
          <p:cNvSpPr/>
          <p:nvPr userDrawn="1"/>
        </p:nvSpPr>
        <p:spPr>
          <a:xfrm>
            <a:off x="4750964" y="475752"/>
            <a:ext cx="4167036" cy="4326903"/>
          </a:xfrm>
          <a:prstGeom prst="roundRect">
            <a:avLst>
              <a:gd name="adj" fmla="val 3715"/>
            </a:avLst>
          </a:prstGeom>
          <a:solidFill>
            <a:schemeClr val="accent1"/>
          </a:solidFill>
          <a:ln w="15875"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CCB9F12-270C-4CD1-9858-B137ADF2F14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57258" y="2160218"/>
            <a:ext cx="3955322" cy="661464"/>
          </a:xfrm>
        </p:spPr>
        <p:txBody>
          <a:bodyPr anchor="b">
            <a:noAutofit/>
          </a:bodyPr>
          <a:lstStyle>
            <a:lvl1pPr marL="0" indent="0" algn="l">
              <a:buNone/>
              <a:defRPr sz="40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70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70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70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70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Enter Statistic Here</a:t>
            </a:r>
          </a:p>
        </p:txBody>
      </p:sp>
      <p:sp>
        <p:nvSpPr>
          <p:cNvPr id="21" name="Text Placeholder 38">
            <a:extLst>
              <a:ext uri="{FF2B5EF4-FFF2-40B4-BE49-F238E27FC236}">
                <a16:creationId xmlns:a16="http://schemas.microsoft.com/office/drawing/2014/main" id="{A5C0E704-BD2C-680D-FA1D-07334DB615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2659" y="2994539"/>
            <a:ext cx="3929921" cy="510577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400" b="0" i="0">
                <a:solidFill>
                  <a:schemeClr val="accent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subtitle.</a:t>
            </a:r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C4D7A40E-D08B-AD6C-89DB-4D38AC268FA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856821" y="2160218"/>
            <a:ext cx="3955322" cy="661464"/>
          </a:xfrm>
        </p:spPr>
        <p:txBody>
          <a:bodyPr anchor="b">
            <a:noAutofit/>
          </a:bodyPr>
          <a:lstStyle>
            <a:lvl1pPr marL="0" indent="0" algn="l">
              <a:buNone/>
              <a:defRPr sz="4000" b="0" i="0">
                <a:solidFill>
                  <a:schemeClr val="accent2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70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70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70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70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Enter Statistic Here</a:t>
            </a:r>
          </a:p>
        </p:txBody>
      </p:sp>
      <p:sp>
        <p:nvSpPr>
          <p:cNvPr id="29" name="Text Placeholder 38">
            <a:extLst>
              <a:ext uri="{FF2B5EF4-FFF2-40B4-BE49-F238E27FC236}">
                <a16:creationId xmlns:a16="http://schemas.microsoft.com/office/drawing/2014/main" id="{8A5BF5B3-7208-0F39-8F29-D54CC30D1C47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882222" y="2994539"/>
            <a:ext cx="3929921" cy="510577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400" b="0" i="0">
                <a:solidFill>
                  <a:schemeClr val="accent2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subtitle.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0A1D015A-1EC9-FEED-7D1D-F5D27550792F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82659" y="3512550"/>
            <a:ext cx="3929920" cy="1102101"/>
          </a:xfr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7E816C21-5AFF-F4DC-233C-DEA3808A24AA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4882223" y="3512550"/>
            <a:ext cx="3929920" cy="1102101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089393590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Statistics | Column-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AFF890-A5A4-988B-DB61-693D1C0B58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27667C-2212-B51B-2C94-4D394F8C1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345B043-D379-1DC5-94C6-1A49743D6D74}"/>
              </a:ext>
            </a:extLst>
          </p:cNvPr>
          <p:cNvSpPr/>
          <p:nvPr userDrawn="1"/>
        </p:nvSpPr>
        <p:spPr>
          <a:xfrm>
            <a:off x="3247011" y="452487"/>
            <a:ext cx="2619729" cy="4326903"/>
          </a:xfrm>
          <a:prstGeom prst="roundRect">
            <a:avLst>
              <a:gd name="adj" fmla="val 3715"/>
            </a:avLst>
          </a:prstGeom>
          <a:noFill/>
          <a:ln w="15875">
            <a:solidFill>
              <a:schemeClr val="accent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9704E64-A5C5-687F-C4AE-51077C1E685A}"/>
              </a:ext>
            </a:extLst>
          </p:cNvPr>
          <p:cNvSpPr/>
          <p:nvPr userDrawn="1"/>
        </p:nvSpPr>
        <p:spPr>
          <a:xfrm>
            <a:off x="6242621" y="452487"/>
            <a:ext cx="2619729" cy="4326903"/>
          </a:xfrm>
          <a:prstGeom prst="roundRect">
            <a:avLst>
              <a:gd name="adj" fmla="val 3715"/>
            </a:avLst>
          </a:prstGeom>
          <a:noFill/>
          <a:ln w="15875">
            <a:solidFill>
              <a:schemeClr val="accent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00C2B26-48D6-423D-C220-C33F5FD28750}"/>
              </a:ext>
            </a:extLst>
          </p:cNvPr>
          <p:cNvSpPr/>
          <p:nvPr userDrawn="1"/>
        </p:nvSpPr>
        <p:spPr>
          <a:xfrm>
            <a:off x="251401" y="452487"/>
            <a:ext cx="2619729" cy="4326903"/>
          </a:xfrm>
          <a:prstGeom prst="roundRect">
            <a:avLst>
              <a:gd name="adj" fmla="val 3715"/>
            </a:avLst>
          </a:prstGeom>
          <a:noFill/>
          <a:ln w="15875">
            <a:solidFill>
              <a:schemeClr val="accent4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2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2D31754A-E512-2DE4-BCF0-A3840B2AFF0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6073" y="2160218"/>
            <a:ext cx="2421752" cy="661464"/>
          </a:xfrm>
        </p:spPr>
        <p:txBody>
          <a:bodyPr anchor="b">
            <a:noAutofit/>
          </a:bodyPr>
          <a:lstStyle>
            <a:lvl1pPr marL="0" indent="0" algn="l">
              <a:buNone/>
              <a:defRPr sz="4000" b="0" i="0">
                <a:solidFill>
                  <a:schemeClr val="accent3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70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70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70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70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Enter Statistic</a:t>
            </a:r>
          </a:p>
        </p:txBody>
      </p:sp>
      <p:sp>
        <p:nvSpPr>
          <p:cNvPr id="22" name="Text Placeholder 38">
            <a:extLst>
              <a:ext uri="{FF2B5EF4-FFF2-40B4-BE49-F238E27FC236}">
                <a16:creationId xmlns:a16="http://schemas.microsoft.com/office/drawing/2014/main" id="{63DB6871-A594-9C94-65A1-2FEA629E81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0867" y="2994539"/>
            <a:ext cx="2406200" cy="510577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400" b="0" i="0">
                <a:solidFill>
                  <a:schemeClr val="accent3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subtitle.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F19F82FA-D244-75C6-D874-E51D21DCAF8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352657" y="2160218"/>
            <a:ext cx="2421752" cy="661464"/>
          </a:xfrm>
        </p:spPr>
        <p:txBody>
          <a:bodyPr anchor="b">
            <a:noAutofit/>
          </a:bodyPr>
          <a:lstStyle>
            <a:lvl1pPr marL="0" indent="0" algn="l">
              <a:buNone/>
              <a:defRPr sz="40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70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70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70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70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Enter Statistic</a:t>
            </a:r>
          </a:p>
        </p:txBody>
      </p:sp>
      <p:sp>
        <p:nvSpPr>
          <p:cNvPr id="25" name="Text Placeholder 38">
            <a:extLst>
              <a:ext uri="{FF2B5EF4-FFF2-40B4-BE49-F238E27FC236}">
                <a16:creationId xmlns:a16="http://schemas.microsoft.com/office/drawing/2014/main" id="{B4DC0A1A-A75C-9E33-336D-333D1187FDC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377451" y="2994539"/>
            <a:ext cx="2406200" cy="510577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400" b="0" i="0">
                <a:solidFill>
                  <a:schemeClr val="accent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subtitle.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06860703-9AFB-A2E4-B728-C3DB3FC2BA5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342139" y="2160218"/>
            <a:ext cx="2421752" cy="661464"/>
          </a:xfrm>
        </p:spPr>
        <p:txBody>
          <a:bodyPr anchor="b">
            <a:noAutofit/>
          </a:bodyPr>
          <a:lstStyle>
            <a:lvl1pPr marL="0" indent="0" algn="l">
              <a:buNone/>
              <a:defRPr sz="4000" b="0" i="0">
                <a:solidFill>
                  <a:schemeClr val="accent6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70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70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70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70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Enter Statistic</a:t>
            </a:r>
          </a:p>
        </p:txBody>
      </p:sp>
      <p:sp>
        <p:nvSpPr>
          <p:cNvPr id="28" name="Text Placeholder 38">
            <a:extLst>
              <a:ext uri="{FF2B5EF4-FFF2-40B4-BE49-F238E27FC236}">
                <a16:creationId xmlns:a16="http://schemas.microsoft.com/office/drawing/2014/main" id="{A843D680-F8C1-960B-FD77-3CD192F5E6D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66933" y="2994539"/>
            <a:ext cx="2406200" cy="510577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400" b="0" i="0">
                <a:solidFill>
                  <a:schemeClr val="accent6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subtitle.</a:t>
            </a:r>
          </a:p>
        </p:txBody>
      </p:sp>
      <p:sp>
        <p:nvSpPr>
          <p:cNvPr id="33" name="Text Placeholder 46">
            <a:extLst>
              <a:ext uri="{FF2B5EF4-FFF2-40B4-BE49-F238E27FC236}">
                <a16:creationId xmlns:a16="http://schemas.microsoft.com/office/drawing/2014/main" id="{EF4611A7-5BB5-283F-6AA6-7EBFAA022D4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94839" y="-11945"/>
            <a:ext cx="8801100" cy="27922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tx1"/>
                </a:solidFill>
                <a:latin typeface="Trefoil Sans Medium" panose="020B0000000000000000" pitchFamily="34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Type here to enter the presentation section name.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A1E16081-D9F8-7F5B-A96B-4D49C1B9DF7E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67106" y="3512550"/>
            <a:ext cx="2409961" cy="1102101"/>
          </a:xfr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27E690F2-5B27-AD2A-667A-A031905A0388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3377451" y="3512550"/>
            <a:ext cx="2409961" cy="1102101"/>
          </a:xfr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B4CA80D-36E7-DF22-44C7-2392BC51388A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6366933" y="3512550"/>
            <a:ext cx="2409961" cy="1102101"/>
          </a:xfr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859788820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Call Out w/ Icons 4-up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A2A0D4-09BF-E592-0A99-F31C9B6DF7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34465D-0AE8-EB3C-3BB8-4A518821D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6D53FA2-05CA-2EAB-CBA6-76D0EDDF3EEA}"/>
              </a:ext>
            </a:extLst>
          </p:cNvPr>
          <p:cNvSpPr/>
          <p:nvPr userDrawn="1"/>
        </p:nvSpPr>
        <p:spPr>
          <a:xfrm rot="16200000">
            <a:off x="1286753" y="-751280"/>
            <a:ext cx="2163480" cy="4190045"/>
          </a:xfrm>
          <a:prstGeom prst="roundRect">
            <a:avLst>
              <a:gd name="adj" fmla="val 50000"/>
            </a:avLst>
          </a:prstGeom>
          <a:noFill/>
          <a:ln w="15875">
            <a:solidFill>
              <a:schemeClr val="accent4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D50F932-9561-216C-64DD-F1F23D5DC758}"/>
              </a:ext>
            </a:extLst>
          </p:cNvPr>
          <p:cNvSpPr/>
          <p:nvPr userDrawn="1"/>
        </p:nvSpPr>
        <p:spPr>
          <a:xfrm rot="16200000">
            <a:off x="1286753" y="1564043"/>
            <a:ext cx="2163480" cy="4190046"/>
          </a:xfrm>
          <a:prstGeom prst="roundRect">
            <a:avLst>
              <a:gd name="adj" fmla="val 50000"/>
            </a:avLst>
          </a:prstGeom>
          <a:noFill/>
          <a:ln w="15875">
            <a:solidFill>
              <a:schemeClr val="accent3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AEF3B05-A4A6-FA20-B4E8-BBCA1735B7AD}"/>
              </a:ext>
            </a:extLst>
          </p:cNvPr>
          <p:cNvSpPr/>
          <p:nvPr userDrawn="1"/>
        </p:nvSpPr>
        <p:spPr>
          <a:xfrm rot="16200000">
            <a:off x="5693767" y="-751279"/>
            <a:ext cx="2163480" cy="4190045"/>
          </a:xfrm>
          <a:prstGeom prst="roundRect">
            <a:avLst>
              <a:gd name="adj" fmla="val 50000"/>
            </a:avLst>
          </a:prstGeom>
          <a:noFill/>
          <a:ln w="15875">
            <a:solidFill>
              <a:schemeClr val="accent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27BF13D-74F8-DC76-0744-5AD5D0996C31}"/>
              </a:ext>
            </a:extLst>
          </p:cNvPr>
          <p:cNvSpPr/>
          <p:nvPr userDrawn="1"/>
        </p:nvSpPr>
        <p:spPr>
          <a:xfrm rot="16200000">
            <a:off x="5693767" y="1564043"/>
            <a:ext cx="2163480" cy="4190046"/>
          </a:xfrm>
          <a:prstGeom prst="roundRect">
            <a:avLst>
              <a:gd name="adj" fmla="val 50000"/>
            </a:avLst>
          </a:prstGeom>
          <a:noFill/>
          <a:ln w="15875">
            <a:solidFill>
              <a:schemeClr val="accent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22" name="Text Placeholder 38">
            <a:extLst>
              <a:ext uri="{FF2B5EF4-FFF2-40B4-BE49-F238E27FC236}">
                <a16:creationId xmlns:a16="http://schemas.microsoft.com/office/drawing/2014/main" id="{DF7B4CEB-728C-CAFB-B147-F78B6B0BDC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32417" y="1537191"/>
            <a:ext cx="2671558" cy="260551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accent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title</a:t>
            </a:r>
          </a:p>
        </p:txBody>
      </p:sp>
      <p:sp>
        <p:nvSpPr>
          <p:cNvPr id="28" name="Text Placeholder 38">
            <a:extLst>
              <a:ext uri="{FF2B5EF4-FFF2-40B4-BE49-F238E27FC236}">
                <a16:creationId xmlns:a16="http://schemas.microsoft.com/office/drawing/2014/main" id="{46A136AE-9957-CB02-82C0-7240B0D087CF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440025" y="1537191"/>
            <a:ext cx="2671558" cy="260551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accent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title</a:t>
            </a:r>
          </a:p>
        </p:txBody>
      </p:sp>
      <p:sp>
        <p:nvSpPr>
          <p:cNvPr id="34" name="Text Placeholder 38">
            <a:extLst>
              <a:ext uri="{FF2B5EF4-FFF2-40B4-BE49-F238E27FC236}">
                <a16:creationId xmlns:a16="http://schemas.microsoft.com/office/drawing/2014/main" id="{4CEB67D1-2DA6-9C97-6D0A-8BD8301CC159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032417" y="3865524"/>
            <a:ext cx="2671558" cy="260551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accent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title</a:t>
            </a:r>
          </a:p>
        </p:txBody>
      </p:sp>
      <p:sp>
        <p:nvSpPr>
          <p:cNvPr id="36" name="Text Placeholder 38">
            <a:extLst>
              <a:ext uri="{FF2B5EF4-FFF2-40B4-BE49-F238E27FC236}">
                <a16:creationId xmlns:a16="http://schemas.microsoft.com/office/drawing/2014/main" id="{AA7339B4-504C-3351-68F4-9948A528D490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5440025" y="3865524"/>
            <a:ext cx="2671558" cy="260551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accent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title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6CA822F-C9A8-D6CF-7728-5605551AB17D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032416" y="1791963"/>
            <a:ext cx="2671557" cy="458286"/>
          </a:xfrm>
        </p:spPr>
        <p:txBody>
          <a:bodyPr>
            <a:noAutofit/>
          </a:bodyPr>
          <a:lstStyle>
            <a:lvl1pPr marL="0" indent="0" algn="ctr">
              <a:buNone/>
              <a:defRPr sz="1100"/>
            </a:lvl1pPr>
            <a:lvl2pPr algn="ctr"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7BDBC9DB-C19F-1B5E-1251-0D959C87D0AF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5446530" y="1791963"/>
            <a:ext cx="2671557" cy="458286"/>
          </a:xfrm>
        </p:spPr>
        <p:txBody>
          <a:bodyPr>
            <a:noAutofit/>
          </a:bodyPr>
          <a:lstStyle>
            <a:lvl1pPr marL="0" indent="0" algn="ctr">
              <a:buNone/>
              <a:defRPr sz="1100"/>
            </a:lvl1pPr>
            <a:lvl2pPr algn="ctr"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039A2BEB-9088-F015-6B55-A15AACFABB6B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032416" y="4126285"/>
            <a:ext cx="2671557" cy="458286"/>
          </a:xfrm>
        </p:spPr>
        <p:txBody>
          <a:bodyPr>
            <a:noAutofit/>
          </a:bodyPr>
          <a:lstStyle>
            <a:lvl1pPr marL="0" indent="0" algn="ctr">
              <a:buNone/>
              <a:defRPr sz="1100"/>
            </a:lvl1pPr>
            <a:lvl2pPr algn="ctr"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E2A7A70A-12FD-4541-B18E-6BADA4CB624F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5446530" y="4126285"/>
            <a:ext cx="2671557" cy="458286"/>
          </a:xfrm>
        </p:spPr>
        <p:txBody>
          <a:bodyPr>
            <a:noAutofit/>
          </a:bodyPr>
          <a:lstStyle>
            <a:lvl1pPr marL="0" indent="0" algn="ctr">
              <a:buNone/>
              <a:defRPr sz="1100"/>
            </a:lvl1pPr>
            <a:lvl2pPr algn="ctr"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859641119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Call Out w/ Icons 6-up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374242-51EA-84C2-9F60-87179A83F1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842D80-5576-3B76-CAC5-2B8AB5967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8C20167-8AEC-7F6D-5B2B-80BD6ED00AD5}"/>
              </a:ext>
            </a:extLst>
          </p:cNvPr>
          <p:cNvSpPr/>
          <p:nvPr userDrawn="1"/>
        </p:nvSpPr>
        <p:spPr>
          <a:xfrm>
            <a:off x="240224" y="224725"/>
            <a:ext cx="2828440" cy="2231755"/>
          </a:xfrm>
          <a:prstGeom prst="roundRect">
            <a:avLst>
              <a:gd name="adj" fmla="val 4437"/>
            </a:avLst>
          </a:prstGeom>
          <a:noFill/>
          <a:ln w="158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69BB086-4B2E-24DE-3AC8-F616EBA832C8}"/>
              </a:ext>
            </a:extLst>
          </p:cNvPr>
          <p:cNvSpPr/>
          <p:nvPr userDrawn="1"/>
        </p:nvSpPr>
        <p:spPr>
          <a:xfrm>
            <a:off x="3157780" y="224725"/>
            <a:ext cx="2828440" cy="2231755"/>
          </a:xfrm>
          <a:prstGeom prst="roundRect">
            <a:avLst>
              <a:gd name="adj" fmla="val 4437"/>
            </a:avLst>
          </a:prstGeom>
          <a:noFill/>
          <a:ln w="158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C73C5FD-9D80-D721-2723-3C08535F2760}"/>
              </a:ext>
            </a:extLst>
          </p:cNvPr>
          <p:cNvSpPr/>
          <p:nvPr userDrawn="1"/>
        </p:nvSpPr>
        <p:spPr>
          <a:xfrm>
            <a:off x="6075338" y="224725"/>
            <a:ext cx="2828440" cy="2231755"/>
          </a:xfrm>
          <a:prstGeom prst="roundRect">
            <a:avLst>
              <a:gd name="adj" fmla="val 4437"/>
            </a:avLst>
          </a:prstGeom>
          <a:noFill/>
          <a:ln w="158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2D65EAD-5C23-D3FB-2E0F-021B08BEA1D5}"/>
              </a:ext>
            </a:extLst>
          </p:cNvPr>
          <p:cNvSpPr/>
          <p:nvPr userDrawn="1"/>
        </p:nvSpPr>
        <p:spPr>
          <a:xfrm>
            <a:off x="240224" y="2549470"/>
            <a:ext cx="2828440" cy="2231755"/>
          </a:xfrm>
          <a:prstGeom prst="roundRect">
            <a:avLst>
              <a:gd name="adj" fmla="val 4437"/>
            </a:avLst>
          </a:prstGeom>
          <a:noFill/>
          <a:ln w="158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47E8F44-5704-A89C-579F-A7BB401BD399}"/>
              </a:ext>
            </a:extLst>
          </p:cNvPr>
          <p:cNvSpPr/>
          <p:nvPr userDrawn="1"/>
        </p:nvSpPr>
        <p:spPr>
          <a:xfrm>
            <a:off x="3157780" y="2549470"/>
            <a:ext cx="2828440" cy="2231755"/>
          </a:xfrm>
          <a:prstGeom prst="roundRect">
            <a:avLst>
              <a:gd name="adj" fmla="val 4437"/>
            </a:avLst>
          </a:prstGeom>
          <a:noFill/>
          <a:ln w="15875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BC89447-FC95-9EB5-42D6-2E69D76EE9F3}"/>
              </a:ext>
            </a:extLst>
          </p:cNvPr>
          <p:cNvSpPr/>
          <p:nvPr userDrawn="1"/>
        </p:nvSpPr>
        <p:spPr>
          <a:xfrm>
            <a:off x="6075338" y="2549470"/>
            <a:ext cx="2828440" cy="2231755"/>
          </a:xfrm>
          <a:prstGeom prst="roundRect">
            <a:avLst>
              <a:gd name="adj" fmla="val 4437"/>
            </a:avLst>
          </a:prstGeom>
          <a:noFill/>
          <a:ln w="15875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38">
            <a:extLst>
              <a:ext uri="{FF2B5EF4-FFF2-40B4-BE49-F238E27FC236}">
                <a16:creationId xmlns:a16="http://schemas.microsoft.com/office/drawing/2014/main" id="{1AEEBE46-FB15-0790-5057-8B26B501D40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2043" y="1647674"/>
            <a:ext cx="2544802" cy="260551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accent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title</a:t>
            </a:r>
          </a:p>
        </p:txBody>
      </p:sp>
      <p:sp>
        <p:nvSpPr>
          <p:cNvPr id="30" name="Text Placeholder 38">
            <a:extLst>
              <a:ext uri="{FF2B5EF4-FFF2-40B4-BE49-F238E27FC236}">
                <a16:creationId xmlns:a16="http://schemas.microsoft.com/office/drawing/2014/main" id="{BC845A9E-865D-DBD4-BAFD-94EDECE8EDD0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382043" y="3984474"/>
            <a:ext cx="2544802" cy="260551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accent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title</a:t>
            </a:r>
          </a:p>
        </p:txBody>
      </p:sp>
      <p:sp>
        <p:nvSpPr>
          <p:cNvPr id="32" name="Text Placeholder 38">
            <a:extLst>
              <a:ext uri="{FF2B5EF4-FFF2-40B4-BE49-F238E27FC236}">
                <a16:creationId xmlns:a16="http://schemas.microsoft.com/office/drawing/2014/main" id="{09939DBA-08DF-0485-0B5E-03179D8D934B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3299599" y="1647674"/>
            <a:ext cx="2544802" cy="260551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accent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title</a:t>
            </a:r>
          </a:p>
        </p:txBody>
      </p:sp>
      <p:sp>
        <p:nvSpPr>
          <p:cNvPr id="34" name="Text Placeholder 38">
            <a:extLst>
              <a:ext uri="{FF2B5EF4-FFF2-40B4-BE49-F238E27FC236}">
                <a16:creationId xmlns:a16="http://schemas.microsoft.com/office/drawing/2014/main" id="{CB90C1AC-E658-CF01-FA58-7B2AC55FC07C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3299599" y="3984474"/>
            <a:ext cx="2544802" cy="260551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accent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title</a:t>
            </a:r>
          </a:p>
        </p:txBody>
      </p:sp>
      <p:sp>
        <p:nvSpPr>
          <p:cNvPr id="36" name="Text Placeholder 38">
            <a:extLst>
              <a:ext uri="{FF2B5EF4-FFF2-40B4-BE49-F238E27FC236}">
                <a16:creationId xmlns:a16="http://schemas.microsoft.com/office/drawing/2014/main" id="{A0B8B78C-1DBE-04A1-6E33-A6C76DE8B643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6217155" y="1647674"/>
            <a:ext cx="2544802" cy="260551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accent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title</a:t>
            </a:r>
          </a:p>
        </p:txBody>
      </p:sp>
      <p:sp>
        <p:nvSpPr>
          <p:cNvPr id="38" name="Text Placeholder 38">
            <a:extLst>
              <a:ext uri="{FF2B5EF4-FFF2-40B4-BE49-F238E27FC236}">
                <a16:creationId xmlns:a16="http://schemas.microsoft.com/office/drawing/2014/main" id="{1BA26C01-6F8D-7F42-FE6B-F7EC45AB376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6217155" y="3984474"/>
            <a:ext cx="2544802" cy="260551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accent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title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7C4E065-D955-856B-2376-4FE5A7D4A003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382044" y="1886567"/>
            <a:ext cx="2544802" cy="458286"/>
          </a:xfrm>
        </p:spPr>
        <p:txBody>
          <a:bodyPr>
            <a:noAutofit/>
          </a:bodyPr>
          <a:lstStyle>
            <a:lvl1pPr marL="0" indent="0" algn="ctr">
              <a:buNone/>
              <a:defRPr sz="1100"/>
            </a:lvl1pPr>
            <a:lvl2pPr algn="ctr"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266B98AD-0001-3F50-4B67-EF3682E033A1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3299599" y="1886567"/>
            <a:ext cx="2544802" cy="458286"/>
          </a:xfrm>
        </p:spPr>
        <p:txBody>
          <a:bodyPr>
            <a:noAutofit/>
          </a:bodyPr>
          <a:lstStyle>
            <a:lvl1pPr marL="0" indent="0" algn="ctr">
              <a:buNone/>
              <a:defRPr sz="1100"/>
            </a:lvl1pPr>
            <a:lvl2pPr algn="ctr"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EA7352B9-BC2B-CB75-F4A4-1F0F8BD98FA8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6215953" y="1886567"/>
            <a:ext cx="2544802" cy="458286"/>
          </a:xfrm>
        </p:spPr>
        <p:txBody>
          <a:bodyPr>
            <a:noAutofit/>
          </a:bodyPr>
          <a:lstStyle>
            <a:lvl1pPr marL="0" indent="0" algn="ctr">
              <a:buNone/>
              <a:defRPr sz="1100"/>
            </a:lvl1pPr>
            <a:lvl2pPr algn="ctr"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F4A10735-8BA7-CFDF-F343-562DC3E83312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382044" y="4235757"/>
            <a:ext cx="2544802" cy="458286"/>
          </a:xfrm>
        </p:spPr>
        <p:txBody>
          <a:bodyPr>
            <a:noAutofit/>
          </a:bodyPr>
          <a:lstStyle>
            <a:lvl1pPr marL="0" indent="0" algn="ctr">
              <a:buNone/>
              <a:defRPr sz="1100"/>
            </a:lvl1pPr>
            <a:lvl2pPr algn="ctr"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F5BABB8C-08D2-9924-4847-DFA47E6BF612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3299599" y="4235757"/>
            <a:ext cx="2544802" cy="458286"/>
          </a:xfrm>
        </p:spPr>
        <p:txBody>
          <a:bodyPr>
            <a:noAutofit/>
          </a:bodyPr>
          <a:lstStyle>
            <a:lvl1pPr marL="0" indent="0" algn="ctr">
              <a:buNone/>
              <a:defRPr sz="1100"/>
            </a:lvl1pPr>
            <a:lvl2pPr algn="ctr"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49446112-1EB2-B788-2139-7E7D94885934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6215953" y="4235757"/>
            <a:ext cx="2544802" cy="458286"/>
          </a:xfrm>
        </p:spPr>
        <p:txBody>
          <a:bodyPr>
            <a:noAutofit/>
          </a:bodyPr>
          <a:lstStyle>
            <a:lvl1pPr marL="0" indent="0" algn="ctr">
              <a:buNone/>
              <a:defRPr sz="1100"/>
            </a:lvl1pPr>
            <a:lvl2pPr algn="ctr"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908520994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Call Out w/ Icons 8-up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60016ED-D7BA-0AB1-5015-BABC1A1104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662024-0431-7915-D7E1-2DE04C169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5" name="Plaque 4">
            <a:extLst>
              <a:ext uri="{FF2B5EF4-FFF2-40B4-BE49-F238E27FC236}">
                <a16:creationId xmlns:a16="http://schemas.microsoft.com/office/drawing/2014/main" id="{3101B86C-8DED-F424-6472-B869A1C3A253}"/>
              </a:ext>
            </a:extLst>
          </p:cNvPr>
          <p:cNvSpPr/>
          <p:nvPr userDrawn="1"/>
        </p:nvSpPr>
        <p:spPr>
          <a:xfrm>
            <a:off x="291434" y="2644520"/>
            <a:ext cx="1931778" cy="2083071"/>
          </a:xfrm>
          <a:prstGeom prst="plaque">
            <a:avLst>
              <a:gd name="adj" fmla="val 6641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600">
              <a:solidFill>
                <a:schemeClr val="accent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6" name="Plaque 5">
            <a:extLst>
              <a:ext uri="{FF2B5EF4-FFF2-40B4-BE49-F238E27FC236}">
                <a16:creationId xmlns:a16="http://schemas.microsoft.com/office/drawing/2014/main" id="{D5E8565F-3000-5AAA-9497-93C857C43773}"/>
              </a:ext>
            </a:extLst>
          </p:cNvPr>
          <p:cNvSpPr/>
          <p:nvPr userDrawn="1"/>
        </p:nvSpPr>
        <p:spPr>
          <a:xfrm>
            <a:off x="2502173" y="2644520"/>
            <a:ext cx="1931778" cy="2083071"/>
          </a:xfrm>
          <a:prstGeom prst="plaque">
            <a:avLst>
              <a:gd name="adj" fmla="val 6641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600">
              <a:solidFill>
                <a:schemeClr val="accent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7" name="Plaque 6">
            <a:extLst>
              <a:ext uri="{FF2B5EF4-FFF2-40B4-BE49-F238E27FC236}">
                <a16:creationId xmlns:a16="http://schemas.microsoft.com/office/drawing/2014/main" id="{8C814A84-1CFE-444E-B5EE-2A8A29AABBC9}"/>
              </a:ext>
            </a:extLst>
          </p:cNvPr>
          <p:cNvSpPr/>
          <p:nvPr userDrawn="1"/>
        </p:nvSpPr>
        <p:spPr>
          <a:xfrm>
            <a:off x="4712912" y="2644520"/>
            <a:ext cx="1931778" cy="2083071"/>
          </a:xfrm>
          <a:prstGeom prst="plaque">
            <a:avLst>
              <a:gd name="adj" fmla="val 664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600">
              <a:solidFill>
                <a:schemeClr val="accent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8" name="Plaque 7">
            <a:extLst>
              <a:ext uri="{FF2B5EF4-FFF2-40B4-BE49-F238E27FC236}">
                <a16:creationId xmlns:a16="http://schemas.microsoft.com/office/drawing/2014/main" id="{11119090-EE55-AEF3-DB6B-8E42BBA38810}"/>
              </a:ext>
            </a:extLst>
          </p:cNvPr>
          <p:cNvSpPr/>
          <p:nvPr userDrawn="1"/>
        </p:nvSpPr>
        <p:spPr>
          <a:xfrm>
            <a:off x="6923650" y="2644520"/>
            <a:ext cx="1931778" cy="2083071"/>
          </a:xfrm>
          <a:prstGeom prst="plaque">
            <a:avLst>
              <a:gd name="adj" fmla="val 6641"/>
            </a:avLst>
          </a:prstGeom>
          <a:solidFill>
            <a:srgbClr val="A8A7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600">
              <a:solidFill>
                <a:schemeClr val="accent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9" name="Plaque 8">
            <a:extLst>
              <a:ext uri="{FF2B5EF4-FFF2-40B4-BE49-F238E27FC236}">
                <a16:creationId xmlns:a16="http://schemas.microsoft.com/office/drawing/2014/main" id="{54D43185-B885-011C-28D9-33AC6649F895}"/>
              </a:ext>
            </a:extLst>
          </p:cNvPr>
          <p:cNvSpPr/>
          <p:nvPr userDrawn="1"/>
        </p:nvSpPr>
        <p:spPr>
          <a:xfrm>
            <a:off x="291434" y="300278"/>
            <a:ext cx="1931778" cy="2083071"/>
          </a:xfrm>
          <a:prstGeom prst="plaque">
            <a:avLst>
              <a:gd name="adj" fmla="val 6641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600">
              <a:solidFill>
                <a:schemeClr val="accent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10" name="Plaque 9">
            <a:extLst>
              <a:ext uri="{FF2B5EF4-FFF2-40B4-BE49-F238E27FC236}">
                <a16:creationId xmlns:a16="http://schemas.microsoft.com/office/drawing/2014/main" id="{6567E374-5C0C-6CFD-62A5-041912CB21FC}"/>
              </a:ext>
            </a:extLst>
          </p:cNvPr>
          <p:cNvSpPr/>
          <p:nvPr userDrawn="1"/>
        </p:nvSpPr>
        <p:spPr>
          <a:xfrm>
            <a:off x="2502173" y="300278"/>
            <a:ext cx="1931778" cy="2083071"/>
          </a:xfrm>
          <a:prstGeom prst="plaque">
            <a:avLst>
              <a:gd name="adj" fmla="val 6641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600">
              <a:solidFill>
                <a:schemeClr val="accent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11" name="Plaque 10">
            <a:extLst>
              <a:ext uri="{FF2B5EF4-FFF2-40B4-BE49-F238E27FC236}">
                <a16:creationId xmlns:a16="http://schemas.microsoft.com/office/drawing/2014/main" id="{22F7EA68-18C4-6187-893B-C47F5D3A4721}"/>
              </a:ext>
            </a:extLst>
          </p:cNvPr>
          <p:cNvSpPr/>
          <p:nvPr userDrawn="1"/>
        </p:nvSpPr>
        <p:spPr>
          <a:xfrm>
            <a:off x="4712912" y="300278"/>
            <a:ext cx="1931778" cy="2083071"/>
          </a:xfrm>
          <a:prstGeom prst="plaque">
            <a:avLst>
              <a:gd name="adj" fmla="val 6641"/>
            </a:avLst>
          </a:prstGeom>
          <a:solidFill>
            <a:srgbClr val="D6C9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600">
              <a:solidFill>
                <a:schemeClr val="accent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12" name="Plaque 11">
            <a:extLst>
              <a:ext uri="{FF2B5EF4-FFF2-40B4-BE49-F238E27FC236}">
                <a16:creationId xmlns:a16="http://schemas.microsoft.com/office/drawing/2014/main" id="{02F3B067-AF72-4E07-9088-8D33DF345F03}"/>
              </a:ext>
            </a:extLst>
          </p:cNvPr>
          <p:cNvSpPr/>
          <p:nvPr userDrawn="1"/>
        </p:nvSpPr>
        <p:spPr>
          <a:xfrm>
            <a:off x="6923650" y="300278"/>
            <a:ext cx="1931778" cy="2083071"/>
          </a:xfrm>
          <a:prstGeom prst="plaque">
            <a:avLst>
              <a:gd name="adj" fmla="val 6641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600">
              <a:solidFill>
                <a:schemeClr val="accent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14" name="Text Placeholder 38">
            <a:extLst>
              <a:ext uri="{FF2B5EF4-FFF2-40B4-BE49-F238E27FC236}">
                <a16:creationId xmlns:a16="http://schemas.microsoft.com/office/drawing/2014/main" id="{77E30CD2-3A13-8CB7-CBC3-01C30900DA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6124" y="1582909"/>
            <a:ext cx="1722398" cy="260551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tx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Enter Title Here</a:t>
            </a:r>
          </a:p>
        </p:txBody>
      </p:sp>
      <p:sp>
        <p:nvSpPr>
          <p:cNvPr id="16" name="Text Placeholder 38">
            <a:extLst>
              <a:ext uri="{FF2B5EF4-FFF2-40B4-BE49-F238E27FC236}">
                <a16:creationId xmlns:a16="http://schemas.microsoft.com/office/drawing/2014/main" id="{F09BF16F-5661-9947-1AEB-C788545CA023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604849" y="1582909"/>
            <a:ext cx="1722398" cy="260551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tx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Enter Title Here</a:t>
            </a:r>
          </a:p>
        </p:txBody>
      </p:sp>
      <p:sp>
        <p:nvSpPr>
          <p:cNvPr id="18" name="Text Placeholder 38">
            <a:extLst>
              <a:ext uri="{FF2B5EF4-FFF2-40B4-BE49-F238E27FC236}">
                <a16:creationId xmlns:a16="http://schemas.microsoft.com/office/drawing/2014/main" id="{DD7DBAFA-1E15-A032-4EC5-033CAAE585C1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4814650" y="1582909"/>
            <a:ext cx="1722398" cy="260551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tx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Enter Title Here</a:t>
            </a:r>
          </a:p>
        </p:txBody>
      </p:sp>
      <p:sp>
        <p:nvSpPr>
          <p:cNvPr id="20" name="Text Placeholder 38">
            <a:extLst>
              <a:ext uri="{FF2B5EF4-FFF2-40B4-BE49-F238E27FC236}">
                <a16:creationId xmlns:a16="http://schemas.microsoft.com/office/drawing/2014/main" id="{6B57D940-77F3-0246-34F4-93A094F62D53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7025478" y="1582909"/>
            <a:ext cx="1722398" cy="260551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tx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Enter Title Here</a:t>
            </a:r>
          </a:p>
        </p:txBody>
      </p:sp>
      <p:sp>
        <p:nvSpPr>
          <p:cNvPr id="22" name="Text Placeholder 38">
            <a:extLst>
              <a:ext uri="{FF2B5EF4-FFF2-40B4-BE49-F238E27FC236}">
                <a16:creationId xmlns:a16="http://schemas.microsoft.com/office/drawing/2014/main" id="{B44A52CA-1AF0-1111-3EFD-8A3AA61EF973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396124" y="3936643"/>
            <a:ext cx="1722398" cy="260551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bg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Enter Title Here</a:t>
            </a:r>
          </a:p>
        </p:txBody>
      </p:sp>
      <p:sp>
        <p:nvSpPr>
          <p:cNvPr id="24" name="Text Placeholder 38">
            <a:extLst>
              <a:ext uri="{FF2B5EF4-FFF2-40B4-BE49-F238E27FC236}">
                <a16:creationId xmlns:a16="http://schemas.microsoft.com/office/drawing/2014/main" id="{EDBC0FB6-34BA-D4E8-A0A1-6C31724D574A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2604849" y="3936643"/>
            <a:ext cx="1722398" cy="260551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bg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Enter Title Here</a:t>
            </a:r>
          </a:p>
        </p:txBody>
      </p:sp>
      <p:sp>
        <p:nvSpPr>
          <p:cNvPr id="26" name="Text Placeholder 38">
            <a:extLst>
              <a:ext uri="{FF2B5EF4-FFF2-40B4-BE49-F238E27FC236}">
                <a16:creationId xmlns:a16="http://schemas.microsoft.com/office/drawing/2014/main" id="{824304D0-AB83-E57A-9004-294A2EC4B9C9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4814650" y="3936643"/>
            <a:ext cx="1722398" cy="260551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bg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Enter Title Here</a:t>
            </a:r>
          </a:p>
        </p:txBody>
      </p:sp>
      <p:sp>
        <p:nvSpPr>
          <p:cNvPr id="28" name="Text Placeholder 38">
            <a:extLst>
              <a:ext uri="{FF2B5EF4-FFF2-40B4-BE49-F238E27FC236}">
                <a16:creationId xmlns:a16="http://schemas.microsoft.com/office/drawing/2014/main" id="{17026E3A-B445-D3D9-8C2F-A612B0DD9FC1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7025478" y="3936643"/>
            <a:ext cx="1722398" cy="260551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solidFill>
                  <a:schemeClr val="tx1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Enter Title Here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EF22615-4C84-451F-0EA9-22BEF43C2E29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396124" y="1821840"/>
            <a:ext cx="1722398" cy="367472"/>
          </a:xfrm>
        </p:spPr>
        <p:txBody>
          <a:bodyPr>
            <a:noAutofit/>
          </a:bodyPr>
          <a:lstStyle>
            <a:lvl1pPr marL="0" indent="0" algn="ctr">
              <a:buNone/>
              <a:defRPr sz="1050"/>
            </a:lvl1pPr>
            <a:lvl2pPr algn="ctr">
              <a:defRPr sz="105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CD8830DF-AC97-AE19-73D7-C79B9D0D29B0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2604849" y="1821840"/>
            <a:ext cx="1722398" cy="367472"/>
          </a:xfrm>
        </p:spPr>
        <p:txBody>
          <a:bodyPr>
            <a:noAutofit/>
          </a:bodyPr>
          <a:lstStyle>
            <a:lvl1pPr marL="0" indent="0" algn="ctr">
              <a:buNone/>
              <a:defRPr sz="1050"/>
            </a:lvl1pPr>
            <a:lvl2pPr algn="ctr">
              <a:defRPr sz="105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7B680F10-25C4-61C4-DE1F-C1113E5D5910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4814650" y="1821840"/>
            <a:ext cx="1722398" cy="367472"/>
          </a:xfrm>
        </p:spPr>
        <p:txBody>
          <a:bodyPr>
            <a:noAutofit/>
          </a:bodyPr>
          <a:lstStyle>
            <a:lvl1pPr marL="0" indent="0" algn="ctr">
              <a:buNone/>
              <a:defRPr sz="1050"/>
            </a:lvl1pPr>
            <a:lvl2pPr algn="ctr">
              <a:defRPr sz="105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0EF01D2B-D07F-23B6-B629-263C05694540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7025478" y="1821840"/>
            <a:ext cx="1722398" cy="367472"/>
          </a:xfrm>
        </p:spPr>
        <p:txBody>
          <a:bodyPr>
            <a:noAutofit/>
          </a:bodyPr>
          <a:lstStyle>
            <a:lvl1pPr marL="0" indent="0" algn="ctr">
              <a:buNone/>
              <a:defRPr sz="1050"/>
            </a:lvl1pPr>
            <a:lvl2pPr algn="ctr">
              <a:defRPr sz="105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453E1A0C-2B45-E110-3D6C-B1CDC61B406F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396124" y="4189760"/>
            <a:ext cx="1722398" cy="367472"/>
          </a:xfrm>
        </p:spPr>
        <p:txBody>
          <a:bodyPr>
            <a:no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  <a:lvl2pPr algn="ctr">
              <a:defRPr sz="1050">
                <a:solidFill>
                  <a:schemeClr val="bg1"/>
                </a:solidFill>
              </a:defRPr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5292908B-048A-7394-77EB-1A9E699ECB5F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2604849" y="4189760"/>
            <a:ext cx="1722398" cy="367472"/>
          </a:xfrm>
        </p:spPr>
        <p:txBody>
          <a:bodyPr>
            <a:no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  <a:lvl2pPr algn="ctr">
              <a:defRPr sz="1050">
                <a:solidFill>
                  <a:schemeClr val="bg1"/>
                </a:solidFill>
              </a:defRPr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0A15FD3C-2CEA-0271-81D4-B3401931B783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4814650" y="4189760"/>
            <a:ext cx="1722398" cy="367472"/>
          </a:xfrm>
        </p:spPr>
        <p:txBody>
          <a:bodyPr>
            <a:no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  <a:lvl2pPr algn="ctr">
              <a:defRPr sz="1050">
                <a:solidFill>
                  <a:schemeClr val="bg1"/>
                </a:solidFill>
              </a:defRPr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5" name="Text Placeholder 6">
            <a:extLst>
              <a:ext uri="{FF2B5EF4-FFF2-40B4-BE49-F238E27FC236}">
                <a16:creationId xmlns:a16="http://schemas.microsoft.com/office/drawing/2014/main" id="{75B1346C-35DB-377C-B511-5B54B756A50D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7025478" y="4189760"/>
            <a:ext cx="1722398" cy="367472"/>
          </a:xfrm>
        </p:spPr>
        <p:txBody>
          <a:bodyPr>
            <a:noAutofit/>
          </a:bodyPr>
          <a:lstStyle>
            <a:lvl1pPr marL="0" indent="0" algn="ctr">
              <a:buNone/>
              <a:defRPr sz="1050"/>
            </a:lvl1pPr>
            <a:lvl2pPr algn="ctr">
              <a:defRPr sz="105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121088398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Call Out w/ Icon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1CC68DB-1C77-B88F-DD0D-81CAC88176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33ECFE-4D17-C176-EDB0-F2320CA3E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8A87F7AD-D55D-1FBC-08BA-D6481DC76AA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88381" y="664147"/>
            <a:ext cx="5328425" cy="1401719"/>
          </a:xfrm>
        </p:spPr>
        <p:txBody>
          <a:bodyPr anchor="t">
            <a:noAutofit/>
          </a:bodyPr>
          <a:lstStyle>
            <a:lvl1pPr marL="0" indent="0" algn="l">
              <a:buNone/>
              <a:defRPr sz="2800" b="0" i="0">
                <a:solidFill>
                  <a:schemeClr val="accent2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70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70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70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70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statement text.</a:t>
            </a:r>
          </a:p>
        </p:txBody>
      </p:sp>
      <p:sp>
        <p:nvSpPr>
          <p:cNvPr id="17" name="Text Placeholder 38">
            <a:extLst>
              <a:ext uri="{FF2B5EF4-FFF2-40B4-BE49-F238E27FC236}">
                <a16:creationId xmlns:a16="http://schemas.microsoft.com/office/drawing/2014/main" id="{11D14E36-3795-A04E-57FF-FEFD79AD025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915" y="3199502"/>
            <a:ext cx="2368552" cy="510577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200" b="0" i="0">
                <a:solidFill>
                  <a:schemeClr val="accent2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title</a:t>
            </a:r>
          </a:p>
        </p:txBody>
      </p:sp>
      <p:sp>
        <p:nvSpPr>
          <p:cNvPr id="21" name="Text Placeholder 38">
            <a:extLst>
              <a:ext uri="{FF2B5EF4-FFF2-40B4-BE49-F238E27FC236}">
                <a16:creationId xmlns:a16="http://schemas.microsoft.com/office/drawing/2014/main" id="{9963CFA5-4ABA-345A-9D7D-2570EEB908A2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148254" y="3199502"/>
            <a:ext cx="2368552" cy="510577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200" b="0" i="0">
                <a:solidFill>
                  <a:schemeClr val="accent2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title</a:t>
            </a:r>
          </a:p>
        </p:txBody>
      </p:sp>
      <p:sp>
        <p:nvSpPr>
          <p:cNvPr id="25" name="Text Placeholder 38">
            <a:extLst>
              <a:ext uri="{FF2B5EF4-FFF2-40B4-BE49-F238E27FC236}">
                <a16:creationId xmlns:a16="http://schemas.microsoft.com/office/drawing/2014/main" id="{59083376-3ACB-E7F5-C371-F33A944B234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125259" y="3199502"/>
            <a:ext cx="2368552" cy="510577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200" b="0" i="0">
                <a:solidFill>
                  <a:schemeClr val="accent2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title</a:t>
            </a:r>
          </a:p>
        </p:txBody>
      </p:sp>
      <p:sp>
        <p:nvSpPr>
          <p:cNvPr id="27" name="Text Placeholder 46">
            <a:extLst>
              <a:ext uri="{FF2B5EF4-FFF2-40B4-BE49-F238E27FC236}">
                <a16:creationId xmlns:a16="http://schemas.microsoft.com/office/drawing/2014/main" id="{FBA97364-B9FA-2DA6-1E71-6178160DE83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94839" y="-11945"/>
            <a:ext cx="8801100" cy="27922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Trefoil Sans Medium" panose="020B0000000000000000" pitchFamily="34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Type here to enter the presentation section name.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2D057EC-5A77-DE44-4C6B-5D304D4FFA84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79915" y="3731817"/>
            <a:ext cx="2368552" cy="941233"/>
          </a:xfrm>
        </p:spPr>
        <p:txBody>
          <a:bodyPr>
            <a:no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  <a:lvl2pPr algn="ctr">
              <a:defRPr sz="1100">
                <a:solidFill>
                  <a:schemeClr val="bg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23D1E497-01CC-4F3A-0991-62B787F96ADC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3148254" y="3731817"/>
            <a:ext cx="2368552" cy="941233"/>
          </a:xfrm>
        </p:spPr>
        <p:txBody>
          <a:bodyPr>
            <a:no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  <a:lvl2pPr algn="ctr">
              <a:defRPr sz="1100">
                <a:solidFill>
                  <a:schemeClr val="bg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D67C3F8F-EA09-EE1A-887A-02C2D704735C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6125259" y="3731817"/>
            <a:ext cx="2368552" cy="941233"/>
          </a:xfrm>
        </p:spPr>
        <p:txBody>
          <a:bodyPr>
            <a:no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  <a:lvl2pPr algn="ctr">
              <a:defRPr sz="1100">
                <a:solidFill>
                  <a:schemeClr val="bg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9331921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Statement w/ Subhead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DA832C-4039-B3BA-D87E-86C31B6A20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8E9F58-35DE-E7FD-C682-C66007E67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15" name="Text Placeholder 18">
            <a:extLst>
              <a:ext uri="{FF2B5EF4-FFF2-40B4-BE49-F238E27FC236}">
                <a16:creationId xmlns:a16="http://schemas.microsoft.com/office/drawing/2014/main" id="{8A24E307-C434-838D-A841-42DC960CF0B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94838" y="613096"/>
            <a:ext cx="4046961" cy="1884571"/>
          </a:xfrm>
        </p:spPr>
        <p:txBody>
          <a:bodyPr anchor="t">
            <a:noAutofit/>
          </a:bodyPr>
          <a:lstStyle>
            <a:lvl1pPr marL="0" indent="0" algn="l">
              <a:buNone/>
              <a:defRPr sz="28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70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70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70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70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statement text.</a:t>
            </a:r>
          </a:p>
        </p:txBody>
      </p:sp>
      <p:sp>
        <p:nvSpPr>
          <p:cNvPr id="18" name="Text Placeholder 38">
            <a:extLst>
              <a:ext uri="{FF2B5EF4-FFF2-40B4-BE49-F238E27FC236}">
                <a16:creationId xmlns:a16="http://schemas.microsoft.com/office/drawing/2014/main" id="{3FA07CAA-AAF8-FAA2-0452-05B0FFEE001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63153" y="426451"/>
            <a:ext cx="3071026" cy="510577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200" b="0" i="0">
                <a:solidFill>
                  <a:schemeClr val="accent3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title</a:t>
            </a:r>
          </a:p>
        </p:txBody>
      </p:sp>
      <p:sp>
        <p:nvSpPr>
          <p:cNvPr id="22" name="Text Placeholder 38">
            <a:extLst>
              <a:ext uri="{FF2B5EF4-FFF2-40B4-BE49-F238E27FC236}">
                <a16:creationId xmlns:a16="http://schemas.microsoft.com/office/drawing/2014/main" id="{AF648065-B9DF-515F-1494-E05DC939FFD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463153" y="1925098"/>
            <a:ext cx="3071026" cy="510577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200" b="0" i="0">
                <a:solidFill>
                  <a:schemeClr val="accent3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title</a:t>
            </a:r>
          </a:p>
        </p:txBody>
      </p:sp>
      <p:sp>
        <p:nvSpPr>
          <p:cNvPr id="26" name="Text Placeholder 38">
            <a:extLst>
              <a:ext uri="{FF2B5EF4-FFF2-40B4-BE49-F238E27FC236}">
                <a16:creationId xmlns:a16="http://schemas.microsoft.com/office/drawing/2014/main" id="{CBF27F41-5306-DA2D-6699-878CE246285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463153" y="3420245"/>
            <a:ext cx="3071026" cy="510577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200" b="0" i="0">
                <a:solidFill>
                  <a:schemeClr val="accent3"/>
                </a:solidFill>
                <a:latin typeface="Trefoil Sans Medium" panose="020B0000000000000000" pitchFamily="34" charset="0"/>
              </a:defRPr>
            </a:lvl1pPr>
            <a:lvl2pPr marL="457200" indent="0">
              <a:buNone/>
              <a:defRPr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title</a:t>
            </a:r>
          </a:p>
        </p:txBody>
      </p:sp>
      <p:sp>
        <p:nvSpPr>
          <p:cNvPr id="28" name="Text Placeholder 46">
            <a:extLst>
              <a:ext uri="{FF2B5EF4-FFF2-40B4-BE49-F238E27FC236}">
                <a16:creationId xmlns:a16="http://schemas.microsoft.com/office/drawing/2014/main" id="{4E51C65E-0271-1CBD-1306-833068CA8D5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94839" y="-11945"/>
            <a:ext cx="8801100" cy="27922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tx1"/>
                </a:solidFill>
                <a:latin typeface="Trefoil Sans Medium" panose="020B0000000000000000" pitchFamily="34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Type here to enter the presentation section name.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F8681D51-470B-304D-7187-12E12B7D44E3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463153" y="966226"/>
            <a:ext cx="3071026" cy="772532"/>
          </a:xfrm>
        </p:spPr>
        <p:txBody>
          <a:bodyPr>
            <a:noAutofit/>
          </a:bodyPr>
          <a:lstStyle>
            <a:lvl1pPr marL="0" indent="0">
              <a:buNone/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32C990B1-9159-0781-B046-E4E8FA1BF5AB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463153" y="2443427"/>
            <a:ext cx="3071026" cy="772532"/>
          </a:xfrm>
        </p:spPr>
        <p:txBody>
          <a:bodyPr>
            <a:noAutofit/>
          </a:bodyPr>
          <a:lstStyle>
            <a:lvl1pPr marL="0" indent="0">
              <a:buNone/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D5F89288-7449-511F-F22D-6FAC9BC2B36B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5463153" y="3946238"/>
            <a:ext cx="3071026" cy="772532"/>
          </a:xfrm>
        </p:spPr>
        <p:txBody>
          <a:bodyPr>
            <a:noAutofit/>
          </a:bodyPr>
          <a:lstStyle>
            <a:lvl1pPr marL="0" indent="0">
              <a:buNone/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Type here to enter text.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76283059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White Text - Two Line Title | w/ Sub | 1 Co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D49959-1E81-DA4C-E9E9-ADE17ED29D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33CEBC-C3AB-B7D5-98D3-2A1B22FCC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23" name="Text Placeholder 65">
            <a:extLst>
              <a:ext uri="{FF2B5EF4-FFF2-40B4-BE49-F238E27FC236}">
                <a16:creationId xmlns:a16="http://schemas.microsoft.com/office/drawing/2014/main" id="{240AC0BA-21FC-57E7-27D9-18360681550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4839" y="2318108"/>
            <a:ext cx="8801100" cy="1912698"/>
          </a:xfrm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tx1"/>
                </a:solidFill>
                <a:latin typeface="Girl Scout Text Medium" panose="02020003000000000000" pitchFamily="18" charset="0"/>
              </a:defRPr>
            </a:lvl1pPr>
            <a:lvl2pPr>
              <a:defRPr sz="1200" b="0" i="0">
                <a:solidFill>
                  <a:schemeClr val="tx1"/>
                </a:solidFill>
                <a:latin typeface="Trefoil Sans Light" panose="020B0000000000000000" pitchFamily="34" charset="0"/>
              </a:defRPr>
            </a:lvl2pPr>
            <a:lvl3pPr>
              <a:defRPr sz="1050" b="0" i="0">
                <a:solidFill>
                  <a:schemeClr val="tx1"/>
                </a:solidFill>
                <a:latin typeface="Trefoil Sans Light" panose="020B0000000000000000" pitchFamily="34" charset="0"/>
              </a:defRPr>
            </a:lvl3pPr>
            <a:lvl4pPr>
              <a:defRPr sz="900" b="0" i="0">
                <a:solidFill>
                  <a:schemeClr val="tx1"/>
                </a:solidFill>
                <a:latin typeface="Trefoil Sans Light" panose="020B0000000000000000" pitchFamily="34" charset="0"/>
              </a:defRPr>
            </a:lvl4pPr>
            <a:lvl5pPr>
              <a:defRPr sz="900" b="0" i="0">
                <a:solidFill>
                  <a:schemeClr val="tx1"/>
                </a:solidFill>
                <a:latin typeface="Trefoil Sans Light" panose="020B0000000000000000" pitchFamily="34" charset="0"/>
              </a:defRPr>
            </a:lvl5pPr>
          </a:lstStyle>
          <a:p>
            <a:pPr lvl="0"/>
            <a:r>
              <a:rPr lang="en-US"/>
              <a:t>Paragraph </a:t>
            </a:r>
            <a:r>
              <a:rPr lang="en-US" err="1"/>
              <a:t>Subheader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46">
            <a:extLst>
              <a:ext uri="{FF2B5EF4-FFF2-40B4-BE49-F238E27FC236}">
                <a16:creationId xmlns:a16="http://schemas.microsoft.com/office/drawing/2014/main" id="{EF293EBC-4E31-C298-6AFE-93EEDF2800B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94839" y="1623894"/>
            <a:ext cx="8801100" cy="694214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accent1"/>
                </a:solidFill>
                <a:latin typeface="Trefoil Sans Medium" panose="020B0000000000000000" pitchFamily="34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Type here to enter a multi-line paragraph header.</a:t>
            </a:r>
          </a:p>
        </p:txBody>
      </p:sp>
      <p:sp>
        <p:nvSpPr>
          <p:cNvPr id="25" name="Text Placeholder 65">
            <a:extLst>
              <a:ext uri="{FF2B5EF4-FFF2-40B4-BE49-F238E27FC236}">
                <a16:creationId xmlns:a16="http://schemas.microsoft.com/office/drawing/2014/main" id="{3873AAC1-68C3-D249-7066-857FF6D70C6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94839" y="906378"/>
            <a:ext cx="8801101" cy="48437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Trefoil Sans Medium" panose="020B0000000000000000" pitchFamily="34" charset="0"/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/>
              <a:t>Type here to enter a multi-line slide subtitle. Ut </a:t>
            </a:r>
            <a:r>
              <a:rPr lang="en-US" err="1"/>
              <a:t>enim</a:t>
            </a:r>
            <a:r>
              <a:rPr lang="en-US"/>
              <a:t> ad minima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nostrum </a:t>
            </a:r>
            <a:r>
              <a:rPr lang="en-US" err="1"/>
              <a:t>exercitationem</a:t>
            </a:r>
            <a:r>
              <a:rPr lang="en-US"/>
              <a:t> </a:t>
            </a:r>
            <a:r>
              <a:rPr lang="en-US" err="1"/>
              <a:t>ullam</a:t>
            </a:r>
            <a:r>
              <a:rPr lang="en-US"/>
              <a:t> corporis </a:t>
            </a:r>
            <a:r>
              <a:rPr lang="en-US" err="1"/>
              <a:t>suscipit</a:t>
            </a:r>
            <a:r>
              <a:rPr lang="en-US"/>
              <a:t> </a:t>
            </a:r>
            <a:r>
              <a:rPr lang="en-US" err="1"/>
              <a:t>laboriosam</a:t>
            </a:r>
            <a:r>
              <a:rPr lang="en-US"/>
              <a:t>,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aliquid</a:t>
            </a:r>
            <a:r>
              <a:rPr lang="en-US"/>
              <a:t> </a:t>
            </a:r>
            <a:r>
              <a:rPr lang="en-US" err="1"/>
              <a:t>consequatur</a:t>
            </a:r>
            <a:r>
              <a:rPr lang="en-US"/>
              <a:t>.</a:t>
            </a:r>
          </a:p>
        </p:txBody>
      </p:sp>
      <p:sp>
        <p:nvSpPr>
          <p:cNvPr id="26" name="Title 5">
            <a:extLst>
              <a:ext uri="{FF2B5EF4-FFF2-40B4-BE49-F238E27FC236}">
                <a16:creationId xmlns:a16="http://schemas.microsoft.com/office/drawing/2014/main" id="{1601BEE5-EAB4-22BD-0CF6-E351584F1B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4840" y="329744"/>
            <a:ext cx="8801100" cy="575117"/>
          </a:xfrm>
        </p:spPr>
        <p:txBody>
          <a:bodyPr>
            <a:noAutofit/>
          </a:bodyPr>
          <a:lstStyle>
            <a:lvl1pPr>
              <a:defRPr sz="2200" b="0" i="0">
                <a:solidFill>
                  <a:schemeClr val="accent1"/>
                </a:solidFill>
                <a:latin typeface="Girl Scout Display Light" panose="02020003000000000000" pitchFamily="18" charset="0"/>
              </a:defRPr>
            </a:lvl1pPr>
          </a:lstStyle>
          <a:p>
            <a:r>
              <a:rPr lang="en-US"/>
              <a:t>Type Here to Enter a Two-Line Slide Header. Sed Ut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Omnis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.</a:t>
            </a:r>
          </a:p>
        </p:txBody>
      </p:sp>
      <p:sp>
        <p:nvSpPr>
          <p:cNvPr id="27" name="Text Placeholder 46">
            <a:extLst>
              <a:ext uri="{FF2B5EF4-FFF2-40B4-BE49-F238E27FC236}">
                <a16:creationId xmlns:a16="http://schemas.microsoft.com/office/drawing/2014/main" id="{86BF5189-2397-E36A-FFF4-F4A191AE5C9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94839" y="-11945"/>
            <a:ext cx="8801100" cy="27922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tx1"/>
                </a:solidFill>
                <a:latin typeface="Trefoil Sans Medium" panose="020B0000000000000000" pitchFamily="34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Type here to enter the presentation section name.</a:t>
            </a:r>
          </a:p>
        </p:txBody>
      </p:sp>
    </p:spTree>
    <p:extLst>
      <p:ext uri="{BB962C8B-B14F-4D97-AF65-F5344CB8AC3E}">
        <p14:creationId xmlns:p14="http://schemas.microsoft.com/office/powerpoint/2010/main" val="859942289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Text Only Slide | Horizontal Spli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7011D9-501A-64E2-02F8-57E0C6AD51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A37D2A-CCDE-C516-AA49-EE71CC67C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59EE8A-5954-B0A2-ED9F-481B008C0DC4}"/>
              </a:ext>
            </a:extLst>
          </p:cNvPr>
          <p:cNvSpPr/>
          <p:nvPr userDrawn="1"/>
        </p:nvSpPr>
        <p:spPr>
          <a:xfrm>
            <a:off x="0" y="0"/>
            <a:ext cx="9144000" cy="2571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b="0" i="0">
              <a:solidFill>
                <a:schemeClr val="bg1"/>
              </a:solidFill>
              <a:latin typeface="Girl Scout Display Light" panose="02020003000000000000" pitchFamily="18" charset="0"/>
            </a:endParaRPr>
          </a:p>
        </p:txBody>
      </p:sp>
      <p:sp>
        <p:nvSpPr>
          <p:cNvPr id="6" name="Text Placeholder 65">
            <a:extLst>
              <a:ext uri="{FF2B5EF4-FFF2-40B4-BE49-F238E27FC236}">
                <a16:creationId xmlns:a16="http://schemas.microsoft.com/office/drawing/2014/main" id="{B4628341-4D38-C18D-ABEB-6522BFD3E5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0500" y="2665312"/>
            <a:ext cx="8763000" cy="230673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0" i="0">
                <a:solidFill>
                  <a:schemeClr val="tx1"/>
                </a:solidFill>
                <a:latin typeface="Trefoil Sans Medium" panose="020B0000000000000000" pitchFamily="34" charset="0"/>
              </a:defRPr>
            </a:lvl1pPr>
            <a:lvl2pPr algn="ctr">
              <a:defRPr sz="1400" b="0" i="0">
                <a:solidFill>
                  <a:schemeClr val="tx1"/>
                </a:solidFill>
                <a:latin typeface="Trefoil Sans Light" panose="020B0000000000000000" pitchFamily="34" charset="0"/>
              </a:defRPr>
            </a:lvl2pPr>
            <a:lvl3pPr algn="ctr">
              <a:defRPr sz="1400" b="0" i="0">
                <a:solidFill>
                  <a:schemeClr val="tx1"/>
                </a:solidFill>
                <a:latin typeface="Trefoil Sans Light" panose="020B0000000000000000" pitchFamily="34" charset="0"/>
              </a:defRPr>
            </a:lvl3pPr>
            <a:lvl4pPr algn="ctr">
              <a:defRPr sz="1400" b="0" i="0">
                <a:solidFill>
                  <a:schemeClr val="tx1"/>
                </a:solidFill>
                <a:latin typeface="Trefoil Sans Light" panose="020B0000000000000000" pitchFamily="34" charset="0"/>
              </a:defRPr>
            </a:lvl4pPr>
            <a:lvl5pPr algn="ctr">
              <a:defRPr sz="1400" b="0" i="0">
                <a:solidFill>
                  <a:schemeClr val="tx1"/>
                </a:solidFill>
                <a:latin typeface="Trefoil Sans Light" panose="020B0000000000000000" pitchFamily="34" charset="0"/>
              </a:defRPr>
            </a:lvl5pPr>
          </a:lstStyle>
          <a:p>
            <a:pPr lvl="0"/>
            <a:r>
              <a:rPr lang="en-US"/>
              <a:t>Paragraph </a:t>
            </a:r>
            <a:r>
              <a:rPr lang="en-US" err="1"/>
              <a:t>Subheader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6">
            <a:extLst>
              <a:ext uri="{FF2B5EF4-FFF2-40B4-BE49-F238E27FC236}">
                <a16:creationId xmlns:a16="http://schemas.microsoft.com/office/drawing/2014/main" id="{117EE0F7-1AAD-3B80-278A-D998884B04B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94839" y="-11945"/>
            <a:ext cx="8801100" cy="27922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Trefoil Sans Medium" panose="020B0000000000000000" pitchFamily="34" charset="0"/>
                <a:ea typeface="Palatino" pitchFamily="2" charset="77"/>
              </a:defRPr>
            </a:lvl1pPr>
          </a:lstStyle>
          <a:p>
            <a:pPr lvl="0"/>
            <a:r>
              <a:rPr lang="en-US"/>
              <a:t>Type here to enter the presentation section name.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04D72FC9-EC91-B321-521B-B3460315231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88381" y="360837"/>
            <a:ext cx="8801099" cy="2116145"/>
          </a:xfrm>
        </p:spPr>
        <p:txBody>
          <a:bodyPr anchor="ctr">
            <a:noAutofit/>
          </a:bodyPr>
          <a:lstStyle>
            <a:lvl1pPr marL="0" indent="0" algn="ctr">
              <a:buNone/>
              <a:defRPr sz="2800" b="0" i="0">
                <a:solidFill>
                  <a:schemeClr val="bg1"/>
                </a:solidFill>
                <a:latin typeface="Girl Scout Display Light" panose="02020003000000000000" pitchFamily="18" charset="0"/>
              </a:defRPr>
            </a:lvl1pPr>
            <a:lvl2pPr marL="457200" indent="0">
              <a:buNone/>
              <a:defRPr sz="7000" b="0" i="0">
                <a:latin typeface="Girl Scout Display Light" panose="02020003000000000000" pitchFamily="18" charset="0"/>
              </a:defRPr>
            </a:lvl2pPr>
            <a:lvl3pPr marL="914400" indent="0">
              <a:buNone/>
              <a:defRPr sz="7000" b="0" i="0">
                <a:latin typeface="Girl Scout Display Light" panose="02020003000000000000" pitchFamily="18" charset="0"/>
              </a:defRPr>
            </a:lvl3pPr>
            <a:lvl4pPr marL="1371600" indent="0">
              <a:buNone/>
              <a:defRPr sz="7000" b="0" i="0">
                <a:latin typeface="Girl Scout Display Light" panose="02020003000000000000" pitchFamily="18" charset="0"/>
              </a:defRPr>
            </a:lvl4pPr>
            <a:lvl5pPr marL="1828800" indent="0">
              <a:buNone/>
              <a:defRPr sz="7000" b="0" i="0">
                <a:latin typeface="Girl Scout Display Light" panose="02020003000000000000" pitchFamily="18" charset="0"/>
              </a:defRPr>
            </a:lvl5pPr>
          </a:lstStyle>
          <a:p>
            <a:pPr lvl="0"/>
            <a:r>
              <a:rPr lang="en-US"/>
              <a:t>Type here to enter a single line slide header.</a:t>
            </a:r>
          </a:p>
        </p:txBody>
      </p:sp>
    </p:spTree>
    <p:extLst>
      <p:ext uri="{BB962C8B-B14F-4D97-AF65-F5344CB8AC3E}">
        <p14:creationId xmlns:p14="http://schemas.microsoft.com/office/powerpoint/2010/main" val="4238463114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Back Cover - Fram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BBD42F1-9C9F-E0F0-D82F-1261D6AD09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9458EC-2ECB-2C0F-6999-7AD0F9D06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©2024 Girl Scouts of the USA. All Rights Reserved. Not for public distribution.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8143C60-EDDB-5F75-2539-A54E6A4563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81033" y="419102"/>
            <a:ext cx="4305300" cy="43053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DB394D8E-C70D-EEE0-CAF4-73200581050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8995" y="464503"/>
            <a:ext cx="4259255" cy="4259255"/>
          </a:xfrm>
          <a:prstGeom prst="rect">
            <a:avLst/>
          </a:prstGeom>
        </p:spPr>
      </p:pic>
      <p:sp>
        <p:nvSpPr>
          <p:cNvPr id="7" name="Text Placeholder 46">
            <a:extLst>
              <a:ext uri="{FF2B5EF4-FFF2-40B4-BE49-F238E27FC236}">
                <a16:creationId xmlns:a16="http://schemas.microsoft.com/office/drawing/2014/main" id="{F7A1B123-0FBE-7DEF-FDE4-1100C6C1A8F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8662" y="2417335"/>
            <a:ext cx="3864284" cy="1973699"/>
          </a:xfrm>
        </p:spPr>
        <p:txBody>
          <a:bodyPr lIns="182880" rIns="182880" anchor="t">
            <a:noAutofit/>
          </a:bodyPr>
          <a:lstStyle>
            <a:lvl1pPr marL="0" marR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50" b="0" i="0" baseline="0">
                <a:solidFill>
                  <a:schemeClr val="accent2"/>
                </a:solidFill>
                <a:latin typeface="Trefoil Sans" panose="020B0000000000000000" pitchFamily="34" charset="0"/>
              </a:defRPr>
            </a:lvl1pPr>
          </a:lstStyle>
          <a:p>
            <a:r>
              <a:rPr lang="en-US"/>
              <a:t>Presenter Name:</a:t>
            </a:r>
            <a:br>
              <a:rPr lang="en-US"/>
            </a:br>
            <a:r>
              <a:rPr lang="en-US"/>
              <a:t>Presenter Title:</a:t>
            </a:r>
            <a:br>
              <a:rPr lang="en-US"/>
            </a:br>
            <a:r>
              <a:rPr lang="en-US"/>
              <a:t>Contact Info: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404A51-9E2C-1A05-4D83-0324827437A0}"/>
              </a:ext>
            </a:extLst>
          </p:cNvPr>
          <p:cNvSpPr txBox="1"/>
          <p:nvPr userDrawn="1"/>
        </p:nvSpPr>
        <p:spPr>
          <a:xfrm>
            <a:off x="420727" y="1551061"/>
            <a:ext cx="387221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0" i="0">
                <a:solidFill>
                  <a:schemeClr val="accent2"/>
                </a:solidFill>
                <a:latin typeface="Girl Scout Display Light" panose="02020003000000000000" pitchFamily="18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008693072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9_Thank You | Forest Gree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B4A0A49-BFC8-C831-910F-EAA355BD2B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80E387-7CA7-320D-F7E5-308E383A4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5DF174-3585-7C14-CEFA-3DD61359FD0A}"/>
              </a:ext>
            </a:extLst>
          </p:cNvPr>
          <p:cNvSpPr txBox="1"/>
          <p:nvPr userDrawn="1"/>
        </p:nvSpPr>
        <p:spPr>
          <a:xfrm>
            <a:off x="171448" y="139973"/>
            <a:ext cx="788669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0" b="0" i="0">
                <a:solidFill>
                  <a:schemeClr val="accent1"/>
                </a:solidFill>
                <a:latin typeface="Girl Scout Display Light" panose="02020003000000000000" pitchFamily="18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474762595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0_Ending Slide | Trefoil Forest Gree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1E1C6EFE-C7D3-E883-DF3A-866CC52CDCD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37096" y="1536848"/>
            <a:ext cx="2069806" cy="2069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787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5.xml"/><Relationship Id="rId18" Type="http://schemas.openxmlformats.org/officeDocument/2006/relationships/slideLayout" Target="../slideLayouts/slideLayout60.xml"/><Relationship Id="rId26" Type="http://schemas.openxmlformats.org/officeDocument/2006/relationships/slideLayout" Target="../slideLayouts/slideLayout68.xml"/><Relationship Id="rId39" Type="http://schemas.openxmlformats.org/officeDocument/2006/relationships/slideLayout" Target="../slideLayouts/slideLayout81.xml"/><Relationship Id="rId21" Type="http://schemas.openxmlformats.org/officeDocument/2006/relationships/slideLayout" Target="../slideLayouts/slideLayout63.xml"/><Relationship Id="rId34" Type="http://schemas.openxmlformats.org/officeDocument/2006/relationships/slideLayout" Target="../slideLayouts/slideLayout76.xml"/><Relationship Id="rId42" Type="http://schemas.openxmlformats.org/officeDocument/2006/relationships/slideLayout" Target="../slideLayouts/slideLayout84.xml"/><Relationship Id="rId7" Type="http://schemas.openxmlformats.org/officeDocument/2006/relationships/slideLayout" Target="../slideLayouts/slideLayout49.xml"/><Relationship Id="rId2" Type="http://schemas.openxmlformats.org/officeDocument/2006/relationships/slideLayout" Target="../slideLayouts/slideLayout44.xml"/><Relationship Id="rId16" Type="http://schemas.openxmlformats.org/officeDocument/2006/relationships/slideLayout" Target="../slideLayouts/slideLayout58.xml"/><Relationship Id="rId20" Type="http://schemas.openxmlformats.org/officeDocument/2006/relationships/slideLayout" Target="../slideLayouts/slideLayout62.xml"/><Relationship Id="rId29" Type="http://schemas.openxmlformats.org/officeDocument/2006/relationships/slideLayout" Target="../slideLayouts/slideLayout71.xml"/><Relationship Id="rId41" Type="http://schemas.openxmlformats.org/officeDocument/2006/relationships/slideLayout" Target="../slideLayouts/slideLayout83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53.xml"/><Relationship Id="rId24" Type="http://schemas.openxmlformats.org/officeDocument/2006/relationships/slideLayout" Target="../slideLayouts/slideLayout66.xml"/><Relationship Id="rId32" Type="http://schemas.openxmlformats.org/officeDocument/2006/relationships/slideLayout" Target="../slideLayouts/slideLayout74.xml"/><Relationship Id="rId37" Type="http://schemas.openxmlformats.org/officeDocument/2006/relationships/slideLayout" Target="../slideLayouts/slideLayout79.xml"/><Relationship Id="rId40" Type="http://schemas.openxmlformats.org/officeDocument/2006/relationships/slideLayout" Target="../slideLayouts/slideLayout82.xml"/><Relationship Id="rId5" Type="http://schemas.openxmlformats.org/officeDocument/2006/relationships/slideLayout" Target="../slideLayouts/slideLayout47.xml"/><Relationship Id="rId15" Type="http://schemas.openxmlformats.org/officeDocument/2006/relationships/slideLayout" Target="../slideLayouts/slideLayout57.xml"/><Relationship Id="rId23" Type="http://schemas.openxmlformats.org/officeDocument/2006/relationships/slideLayout" Target="../slideLayouts/slideLayout65.xml"/><Relationship Id="rId28" Type="http://schemas.openxmlformats.org/officeDocument/2006/relationships/slideLayout" Target="../slideLayouts/slideLayout70.xml"/><Relationship Id="rId36" Type="http://schemas.openxmlformats.org/officeDocument/2006/relationships/slideLayout" Target="../slideLayouts/slideLayout78.xml"/><Relationship Id="rId10" Type="http://schemas.openxmlformats.org/officeDocument/2006/relationships/slideLayout" Target="../slideLayouts/slideLayout52.xml"/><Relationship Id="rId19" Type="http://schemas.openxmlformats.org/officeDocument/2006/relationships/slideLayout" Target="../slideLayouts/slideLayout61.xml"/><Relationship Id="rId31" Type="http://schemas.openxmlformats.org/officeDocument/2006/relationships/slideLayout" Target="../slideLayouts/slideLayout73.xml"/><Relationship Id="rId4" Type="http://schemas.openxmlformats.org/officeDocument/2006/relationships/slideLayout" Target="../slideLayouts/slideLayout46.xml"/><Relationship Id="rId9" Type="http://schemas.openxmlformats.org/officeDocument/2006/relationships/slideLayout" Target="../slideLayouts/slideLayout51.xml"/><Relationship Id="rId14" Type="http://schemas.openxmlformats.org/officeDocument/2006/relationships/slideLayout" Target="../slideLayouts/slideLayout56.xml"/><Relationship Id="rId22" Type="http://schemas.openxmlformats.org/officeDocument/2006/relationships/slideLayout" Target="../slideLayouts/slideLayout64.xml"/><Relationship Id="rId27" Type="http://schemas.openxmlformats.org/officeDocument/2006/relationships/slideLayout" Target="../slideLayouts/slideLayout69.xml"/><Relationship Id="rId30" Type="http://schemas.openxmlformats.org/officeDocument/2006/relationships/slideLayout" Target="../slideLayouts/slideLayout72.xml"/><Relationship Id="rId35" Type="http://schemas.openxmlformats.org/officeDocument/2006/relationships/slideLayout" Target="../slideLayouts/slideLayout77.xml"/><Relationship Id="rId43" Type="http://schemas.openxmlformats.org/officeDocument/2006/relationships/theme" Target="../theme/theme2.xml"/><Relationship Id="rId8" Type="http://schemas.openxmlformats.org/officeDocument/2006/relationships/slideLayout" Target="../slideLayouts/slideLayout50.xml"/><Relationship Id="rId3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4.xml"/><Relationship Id="rId17" Type="http://schemas.openxmlformats.org/officeDocument/2006/relationships/slideLayout" Target="../slideLayouts/slideLayout59.xml"/><Relationship Id="rId25" Type="http://schemas.openxmlformats.org/officeDocument/2006/relationships/slideLayout" Target="../slideLayouts/slideLayout67.xml"/><Relationship Id="rId33" Type="http://schemas.openxmlformats.org/officeDocument/2006/relationships/slideLayout" Target="../slideLayouts/slideLayout75.xml"/><Relationship Id="rId38" Type="http://schemas.openxmlformats.org/officeDocument/2006/relationships/slideLayout" Target="../slideLayouts/slideLayout80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97.xml"/><Relationship Id="rId18" Type="http://schemas.openxmlformats.org/officeDocument/2006/relationships/slideLayout" Target="../slideLayouts/slideLayout102.xml"/><Relationship Id="rId26" Type="http://schemas.openxmlformats.org/officeDocument/2006/relationships/slideLayout" Target="../slideLayouts/slideLayout110.xml"/><Relationship Id="rId39" Type="http://schemas.openxmlformats.org/officeDocument/2006/relationships/slideLayout" Target="../slideLayouts/slideLayout123.xml"/><Relationship Id="rId21" Type="http://schemas.openxmlformats.org/officeDocument/2006/relationships/slideLayout" Target="../slideLayouts/slideLayout105.xml"/><Relationship Id="rId34" Type="http://schemas.openxmlformats.org/officeDocument/2006/relationships/slideLayout" Target="../slideLayouts/slideLayout118.xml"/><Relationship Id="rId42" Type="http://schemas.openxmlformats.org/officeDocument/2006/relationships/slideLayout" Target="../slideLayouts/slideLayout126.xml"/><Relationship Id="rId47" Type="http://schemas.openxmlformats.org/officeDocument/2006/relationships/slideLayout" Target="../slideLayouts/slideLayout131.xml"/><Relationship Id="rId50" Type="http://schemas.openxmlformats.org/officeDocument/2006/relationships/slideLayout" Target="../slideLayouts/slideLayout134.xml"/><Relationship Id="rId7" Type="http://schemas.openxmlformats.org/officeDocument/2006/relationships/slideLayout" Target="../slideLayouts/slideLayout91.xml"/><Relationship Id="rId2" Type="http://schemas.openxmlformats.org/officeDocument/2006/relationships/slideLayout" Target="../slideLayouts/slideLayout86.xml"/><Relationship Id="rId16" Type="http://schemas.openxmlformats.org/officeDocument/2006/relationships/slideLayout" Target="../slideLayouts/slideLayout100.xml"/><Relationship Id="rId29" Type="http://schemas.openxmlformats.org/officeDocument/2006/relationships/slideLayout" Target="../slideLayouts/slideLayout113.xml"/><Relationship Id="rId11" Type="http://schemas.openxmlformats.org/officeDocument/2006/relationships/slideLayout" Target="../slideLayouts/slideLayout95.xml"/><Relationship Id="rId24" Type="http://schemas.openxmlformats.org/officeDocument/2006/relationships/slideLayout" Target="../slideLayouts/slideLayout108.xml"/><Relationship Id="rId32" Type="http://schemas.openxmlformats.org/officeDocument/2006/relationships/slideLayout" Target="../slideLayouts/slideLayout116.xml"/><Relationship Id="rId37" Type="http://schemas.openxmlformats.org/officeDocument/2006/relationships/slideLayout" Target="../slideLayouts/slideLayout121.xml"/><Relationship Id="rId40" Type="http://schemas.openxmlformats.org/officeDocument/2006/relationships/slideLayout" Target="../slideLayouts/slideLayout124.xml"/><Relationship Id="rId45" Type="http://schemas.openxmlformats.org/officeDocument/2006/relationships/slideLayout" Target="../slideLayouts/slideLayout129.xml"/><Relationship Id="rId53" Type="http://schemas.openxmlformats.org/officeDocument/2006/relationships/theme" Target="../theme/theme3.xml"/><Relationship Id="rId5" Type="http://schemas.openxmlformats.org/officeDocument/2006/relationships/slideLayout" Target="../slideLayouts/slideLayout89.xml"/><Relationship Id="rId10" Type="http://schemas.openxmlformats.org/officeDocument/2006/relationships/slideLayout" Target="../slideLayouts/slideLayout94.xml"/><Relationship Id="rId19" Type="http://schemas.openxmlformats.org/officeDocument/2006/relationships/slideLayout" Target="../slideLayouts/slideLayout103.xml"/><Relationship Id="rId31" Type="http://schemas.openxmlformats.org/officeDocument/2006/relationships/slideLayout" Target="../slideLayouts/slideLayout115.xml"/><Relationship Id="rId44" Type="http://schemas.openxmlformats.org/officeDocument/2006/relationships/slideLayout" Target="../slideLayouts/slideLayout128.xml"/><Relationship Id="rId52" Type="http://schemas.openxmlformats.org/officeDocument/2006/relationships/slideLayout" Target="../slideLayouts/slideLayout136.xml"/><Relationship Id="rId4" Type="http://schemas.openxmlformats.org/officeDocument/2006/relationships/slideLayout" Target="../slideLayouts/slideLayout88.xml"/><Relationship Id="rId9" Type="http://schemas.openxmlformats.org/officeDocument/2006/relationships/slideLayout" Target="../slideLayouts/slideLayout93.xml"/><Relationship Id="rId14" Type="http://schemas.openxmlformats.org/officeDocument/2006/relationships/slideLayout" Target="../slideLayouts/slideLayout98.xml"/><Relationship Id="rId22" Type="http://schemas.openxmlformats.org/officeDocument/2006/relationships/slideLayout" Target="../slideLayouts/slideLayout106.xml"/><Relationship Id="rId27" Type="http://schemas.openxmlformats.org/officeDocument/2006/relationships/slideLayout" Target="../slideLayouts/slideLayout111.xml"/><Relationship Id="rId30" Type="http://schemas.openxmlformats.org/officeDocument/2006/relationships/slideLayout" Target="../slideLayouts/slideLayout114.xml"/><Relationship Id="rId35" Type="http://schemas.openxmlformats.org/officeDocument/2006/relationships/slideLayout" Target="../slideLayouts/slideLayout119.xml"/><Relationship Id="rId43" Type="http://schemas.openxmlformats.org/officeDocument/2006/relationships/slideLayout" Target="../slideLayouts/slideLayout127.xml"/><Relationship Id="rId48" Type="http://schemas.openxmlformats.org/officeDocument/2006/relationships/slideLayout" Target="../slideLayouts/slideLayout132.xml"/><Relationship Id="rId8" Type="http://schemas.openxmlformats.org/officeDocument/2006/relationships/slideLayout" Target="../slideLayouts/slideLayout92.xml"/><Relationship Id="rId51" Type="http://schemas.openxmlformats.org/officeDocument/2006/relationships/slideLayout" Target="../slideLayouts/slideLayout135.xml"/><Relationship Id="rId3" Type="http://schemas.openxmlformats.org/officeDocument/2006/relationships/slideLayout" Target="../slideLayouts/slideLayout87.xml"/><Relationship Id="rId12" Type="http://schemas.openxmlformats.org/officeDocument/2006/relationships/slideLayout" Target="../slideLayouts/slideLayout96.xml"/><Relationship Id="rId17" Type="http://schemas.openxmlformats.org/officeDocument/2006/relationships/slideLayout" Target="../slideLayouts/slideLayout101.xml"/><Relationship Id="rId25" Type="http://schemas.openxmlformats.org/officeDocument/2006/relationships/slideLayout" Target="../slideLayouts/slideLayout109.xml"/><Relationship Id="rId33" Type="http://schemas.openxmlformats.org/officeDocument/2006/relationships/slideLayout" Target="../slideLayouts/slideLayout117.xml"/><Relationship Id="rId38" Type="http://schemas.openxmlformats.org/officeDocument/2006/relationships/slideLayout" Target="../slideLayouts/slideLayout122.xml"/><Relationship Id="rId46" Type="http://schemas.openxmlformats.org/officeDocument/2006/relationships/slideLayout" Target="../slideLayouts/slideLayout130.xml"/><Relationship Id="rId20" Type="http://schemas.openxmlformats.org/officeDocument/2006/relationships/slideLayout" Target="../slideLayouts/slideLayout104.xml"/><Relationship Id="rId41" Type="http://schemas.openxmlformats.org/officeDocument/2006/relationships/slideLayout" Target="../slideLayouts/slideLayout125.xml"/><Relationship Id="rId1" Type="http://schemas.openxmlformats.org/officeDocument/2006/relationships/slideLayout" Target="../slideLayouts/slideLayout85.xml"/><Relationship Id="rId6" Type="http://schemas.openxmlformats.org/officeDocument/2006/relationships/slideLayout" Target="../slideLayouts/slideLayout90.xml"/><Relationship Id="rId15" Type="http://schemas.openxmlformats.org/officeDocument/2006/relationships/slideLayout" Target="../slideLayouts/slideLayout99.xml"/><Relationship Id="rId23" Type="http://schemas.openxmlformats.org/officeDocument/2006/relationships/slideLayout" Target="../slideLayouts/slideLayout107.xml"/><Relationship Id="rId28" Type="http://schemas.openxmlformats.org/officeDocument/2006/relationships/slideLayout" Target="../slideLayouts/slideLayout112.xml"/><Relationship Id="rId36" Type="http://schemas.openxmlformats.org/officeDocument/2006/relationships/slideLayout" Target="../slideLayouts/slideLayout120.xml"/><Relationship Id="rId49" Type="http://schemas.openxmlformats.org/officeDocument/2006/relationships/slideLayout" Target="../slideLayouts/slideLayout133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49.xml"/><Relationship Id="rId18" Type="http://schemas.openxmlformats.org/officeDocument/2006/relationships/slideLayout" Target="../slideLayouts/slideLayout154.xml"/><Relationship Id="rId26" Type="http://schemas.openxmlformats.org/officeDocument/2006/relationships/slideLayout" Target="../slideLayouts/slideLayout162.xml"/><Relationship Id="rId39" Type="http://schemas.openxmlformats.org/officeDocument/2006/relationships/slideLayout" Target="../slideLayouts/slideLayout175.xml"/><Relationship Id="rId21" Type="http://schemas.openxmlformats.org/officeDocument/2006/relationships/slideLayout" Target="../slideLayouts/slideLayout157.xml"/><Relationship Id="rId34" Type="http://schemas.openxmlformats.org/officeDocument/2006/relationships/slideLayout" Target="../slideLayouts/slideLayout170.xml"/><Relationship Id="rId42" Type="http://schemas.openxmlformats.org/officeDocument/2006/relationships/theme" Target="../theme/theme4.xml"/><Relationship Id="rId7" Type="http://schemas.openxmlformats.org/officeDocument/2006/relationships/slideLayout" Target="../slideLayouts/slideLayout143.xml"/><Relationship Id="rId2" Type="http://schemas.openxmlformats.org/officeDocument/2006/relationships/slideLayout" Target="../slideLayouts/slideLayout138.xml"/><Relationship Id="rId16" Type="http://schemas.openxmlformats.org/officeDocument/2006/relationships/slideLayout" Target="../slideLayouts/slideLayout152.xml"/><Relationship Id="rId20" Type="http://schemas.openxmlformats.org/officeDocument/2006/relationships/slideLayout" Target="../slideLayouts/slideLayout156.xml"/><Relationship Id="rId29" Type="http://schemas.openxmlformats.org/officeDocument/2006/relationships/slideLayout" Target="../slideLayouts/slideLayout165.xml"/><Relationship Id="rId41" Type="http://schemas.openxmlformats.org/officeDocument/2006/relationships/slideLayout" Target="../slideLayouts/slideLayout177.xml"/><Relationship Id="rId1" Type="http://schemas.openxmlformats.org/officeDocument/2006/relationships/slideLayout" Target="../slideLayouts/slideLayout137.xml"/><Relationship Id="rId6" Type="http://schemas.openxmlformats.org/officeDocument/2006/relationships/slideLayout" Target="../slideLayouts/slideLayout142.xml"/><Relationship Id="rId11" Type="http://schemas.openxmlformats.org/officeDocument/2006/relationships/slideLayout" Target="../slideLayouts/slideLayout147.xml"/><Relationship Id="rId24" Type="http://schemas.openxmlformats.org/officeDocument/2006/relationships/slideLayout" Target="../slideLayouts/slideLayout160.xml"/><Relationship Id="rId32" Type="http://schemas.openxmlformats.org/officeDocument/2006/relationships/slideLayout" Target="../slideLayouts/slideLayout168.xml"/><Relationship Id="rId37" Type="http://schemas.openxmlformats.org/officeDocument/2006/relationships/slideLayout" Target="../slideLayouts/slideLayout173.xml"/><Relationship Id="rId40" Type="http://schemas.openxmlformats.org/officeDocument/2006/relationships/slideLayout" Target="../slideLayouts/slideLayout176.xml"/><Relationship Id="rId5" Type="http://schemas.openxmlformats.org/officeDocument/2006/relationships/slideLayout" Target="../slideLayouts/slideLayout141.xml"/><Relationship Id="rId15" Type="http://schemas.openxmlformats.org/officeDocument/2006/relationships/slideLayout" Target="../slideLayouts/slideLayout151.xml"/><Relationship Id="rId23" Type="http://schemas.openxmlformats.org/officeDocument/2006/relationships/slideLayout" Target="../slideLayouts/slideLayout159.xml"/><Relationship Id="rId28" Type="http://schemas.openxmlformats.org/officeDocument/2006/relationships/slideLayout" Target="../slideLayouts/slideLayout164.xml"/><Relationship Id="rId36" Type="http://schemas.openxmlformats.org/officeDocument/2006/relationships/slideLayout" Target="../slideLayouts/slideLayout172.xml"/><Relationship Id="rId10" Type="http://schemas.openxmlformats.org/officeDocument/2006/relationships/slideLayout" Target="../slideLayouts/slideLayout146.xml"/><Relationship Id="rId19" Type="http://schemas.openxmlformats.org/officeDocument/2006/relationships/slideLayout" Target="../slideLayouts/slideLayout155.xml"/><Relationship Id="rId31" Type="http://schemas.openxmlformats.org/officeDocument/2006/relationships/slideLayout" Target="../slideLayouts/slideLayout167.xml"/><Relationship Id="rId4" Type="http://schemas.openxmlformats.org/officeDocument/2006/relationships/slideLayout" Target="../slideLayouts/slideLayout140.xml"/><Relationship Id="rId9" Type="http://schemas.openxmlformats.org/officeDocument/2006/relationships/slideLayout" Target="../slideLayouts/slideLayout145.xml"/><Relationship Id="rId14" Type="http://schemas.openxmlformats.org/officeDocument/2006/relationships/slideLayout" Target="../slideLayouts/slideLayout150.xml"/><Relationship Id="rId22" Type="http://schemas.openxmlformats.org/officeDocument/2006/relationships/slideLayout" Target="../slideLayouts/slideLayout158.xml"/><Relationship Id="rId27" Type="http://schemas.openxmlformats.org/officeDocument/2006/relationships/slideLayout" Target="../slideLayouts/slideLayout163.xml"/><Relationship Id="rId30" Type="http://schemas.openxmlformats.org/officeDocument/2006/relationships/slideLayout" Target="../slideLayouts/slideLayout166.xml"/><Relationship Id="rId35" Type="http://schemas.openxmlformats.org/officeDocument/2006/relationships/slideLayout" Target="../slideLayouts/slideLayout171.xml"/><Relationship Id="rId8" Type="http://schemas.openxmlformats.org/officeDocument/2006/relationships/slideLayout" Target="../slideLayouts/slideLayout144.xml"/><Relationship Id="rId3" Type="http://schemas.openxmlformats.org/officeDocument/2006/relationships/slideLayout" Target="../slideLayouts/slideLayout139.xml"/><Relationship Id="rId12" Type="http://schemas.openxmlformats.org/officeDocument/2006/relationships/slideLayout" Target="../slideLayouts/slideLayout148.xml"/><Relationship Id="rId17" Type="http://schemas.openxmlformats.org/officeDocument/2006/relationships/slideLayout" Target="../slideLayouts/slideLayout153.xml"/><Relationship Id="rId25" Type="http://schemas.openxmlformats.org/officeDocument/2006/relationships/slideLayout" Target="../slideLayouts/slideLayout161.xml"/><Relationship Id="rId33" Type="http://schemas.openxmlformats.org/officeDocument/2006/relationships/slideLayout" Target="../slideLayouts/slideLayout169.xml"/><Relationship Id="rId38" Type="http://schemas.openxmlformats.org/officeDocument/2006/relationships/slideLayout" Target="../slideLayouts/slideLayout17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133CBF-10AA-9F24-9BDF-6CA5548D4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EB2242-EC1C-DDD9-1C2E-DECD457C3F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52D848C-9688-8FE5-210B-769A4F6D4D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85459" y="4972051"/>
            <a:ext cx="550592" cy="18273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600" b="0" i="0">
                <a:solidFill>
                  <a:schemeClr val="tx1"/>
                </a:solidFill>
                <a:latin typeface="Girl Scout Text Book" panose="02020003000000000000" pitchFamily="18" charset="0"/>
              </a:defRPr>
            </a:lvl1pPr>
          </a:lstStyle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944452D0-C1F1-3BBB-0FF9-026F81EAB4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1449" y="4998093"/>
            <a:ext cx="5673297" cy="15457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0" marR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450" b="0" i="0" u="none" strike="noStrike" smtClean="0">
                <a:effectLst/>
                <a:latin typeface="Girl Scout Text Book" panose="02020003000000000000" pitchFamily="18" charset="0"/>
              </a:defRPr>
            </a:lvl1pPr>
          </a:lstStyle>
          <a:p>
            <a:r>
              <a:rPr lang="en-US"/>
              <a:t>©2024 Girl Scouts of the USA. All Rights Reserved. Not for public distribution.</a:t>
            </a:r>
          </a:p>
        </p:txBody>
      </p:sp>
    </p:spTree>
    <p:extLst>
      <p:ext uri="{BB962C8B-B14F-4D97-AF65-F5344CB8AC3E}">
        <p14:creationId xmlns:p14="http://schemas.microsoft.com/office/powerpoint/2010/main" val="2089110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3909" r:id="rId2"/>
    <p:sldLayoutId id="2147483910" r:id="rId3"/>
    <p:sldLayoutId id="2147484071" r:id="rId4"/>
    <p:sldLayoutId id="2147483911" r:id="rId5"/>
    <p:sldLayoutId id="2147483912" r:id="rId6"/>
    <p:sldLayoutId id="2147483913" r:id="rId7"/>
    <p:sldLayoutId id="2147483914" r:id="rId8"/>
    <p:sldLayoutId id="2147483897" r:id="rId9"/>
    <p:sldLayoutId id="2147483915" r:id="rId10"/>
    <p:sldLayoutId id="2147483916" r:id="rId11"/>
    <p:sldLayoutId id="2147483917" r:id="rId12"/>
    <p:sldLayoutId id="2147483918" r:id="rId13"/>
    <p:sldLayoutId id="2147483919" r:id="rId14"/>
    <p:sldLayoutId id="2147483920" r:id="rId15"/>
    <p:sldLayoutId id="2147483921" r:id="rId16"/>
    <p:sldLayoutId id="2147483922" r:id="rId17"/>
    <p:sldLayoutId id="2147483923" r:id="rId18"/>
    <p:sldLayoutId id="2147483924" r:id="rId19"/>
    <p:sldLayoutId id="2147483925" r:id="rId20"/>
    <p:sldLayoutId id="2147483926" r:id="rId21"/>
    <p:sldLayoutId id="2147483927" r:id="rId22"/>
    <p:sldLayoutId id="2147483928" r:id="rId23"/>
    <p:sldLayoutId id="2147483930" r:id="rId24"/>
    <p:sldLayoutId id="2147483931" r:id="rId25"/>
    <p:sldLayoutId id="2147483932" r:id="rId26"/>
    <p:sldLayoutId id="2147483933" r:id="rId27"/>
    <p:sldLayoutId id="2147483934" r:id="rId28"/>
    <p:sldLayoutId id="2147483935" r:id="rId29"/>
    <p:sldLayoutId id="2147483936" r:id="rId30"/>
    <p:sldLayoutId id="2147484075" r:id="rId31"/>
    <p:sldLayoutId id="2147483937" r:id="rId32"/>
    <p:sldLayoutId id="2147483938" r:id="rId33"/>
    <p:sldLayoutId id="2147483939" r:id="rId34"/>
    <p:sldLayoutId id="2147483940" r:id="rId35"/>
    <p:sldLayoutId id="2147483941" r:id="rId36"/>
    <p:sldLayoutId id="2147483942" r:id="rId37"/>
    <p:sldLayoutId id="2147483943" r:id="rId38"/>
    <p:sldLayoutId id="2147483944" r:id="rId39"/>
    <p:sldLayoutId id="2147483945" r:id="rId40"/>
    <p:sldLayoutId id="2147483946" r:id="rId41"/>
    <p:sldLayoutId id="2147483947" r:id="rId4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0" i="0" kern="1200">
          <a:solidFill>
            <a:schemeClr val="tx1"/>
          </a:solidFill>
          <a:latin typeface="Girl Scout Display Light" panose="02020003000000000000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Trefoil Sans Light" panose="020B0000000000000000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Trefoil Sans Light" panose="020B0000000000000000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Trefoil Sans Light" panose="020B0000000000000000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Trefoil Sans Light" panose="020B0000000000000000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Trefoil Sans Light" panose="020B0000000000000000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133CBF-10AA-9F24-9BDF-6CA5548D4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52D848C-9688-8FE5-210B-769A4F6D4D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85459" y="4972051"/>
            <a:ext cx="550592" cy="18273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600" b="0" i="0">
                <a:solidFill>
                  <a:schemeClr val="tx1"/>
                </a:solidFill>
                <a:latin typeface="Girl Scout Text Book" panose="02020003000000000000" pitchFamily="18" charset="0"/>
              </a:defRPr>
            </a:lvl1pPr>
          </a:lstStyle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944452D0-C1F1-3BBB-0FF9-026F81EAB4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1449" y="4998093"/>
            <a:ext cx="5673297" cy="15457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0" marR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450" b="0" i="0" u="none" strike="noStrike" smtClean="0">
                <a:solidFill>
                  <a:schemeClr val="tx1"/>
                </a:solidFill>
                <a:effectLst/>
                <a:latin typeface="Girl Scout Text Book" panose="02020003000000000000" pitchFamily="18" charset="0"/>
              </a:defRPr>
            </a:lvl1pPr>
          </a:lstStyle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6F9FBF92-35A0-7D95-DB7D-66AD185309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Paragraph </a:t>
            </a:r>
            <a:r>
              <a:rPr lang="en-US" err="1"/>
              <a:t>Subheader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29927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4072" r:id="rId4"/>
    <p:sldLayoutId id="2147483952" r:id="rId5"/>
    <p:sldLayoutId id="2147483953" r:id="rId6"/>
    <p:sldLayoutId id="2147483954" r:id="rId7"/>
    <p:sldLayoutId id="2147483955" r:id="rId8"/>
    <p:sldLayoutId id="2147483956" r:id="rId9"/>
    <p:sldLayoutId id="2147483957" r:id="rId10"/>
    <p:sldLayoutId id="2147483958" r:id="rId11"/>
    <p:sldLayoutId id="2147483959" r:id="rId12"/>
    <p:sldLayoutId id="2147483960" r:id="rId13"/>
    <p:sldLayoutId id="2147483961" r:id="rId14"/>
    <p:sldLayoutId id="2147483962" r:id="rId15"/>
    <p:sldLayoutId id="2147483963" r:id="rId16"/>
    <p:sldLayoutId id="2147483964" r:id="rId17"/>
    <p:sldLayoutId id="2147483965" r:id="rId18"/>
    <p:sldLayoutId id="2147483966" r:id="rId19"/>
    <p:sldLayoutId id="2147483967" r:id="rId20"/>
    <p:sldLayoutId id="2147483968" r:id="rId21"/>
    <p:sldLayoutId id="2147483969" r:id="rId22"/>
    <p:sldLayoutId id="2147483970" r:id="rId23"/>
    <p:sldLayoutId id="2147483971" r:id="rId24"/>
    <p:sldLayoutId id="2147483972" r:id="rId25"/>
    <p:sldLayoutId id="2147483973" r:id="rId26"/>
    <p:sldLayoutId id="2147483974" r:id="rId27"/>
    <p:sldLayoutId id="2147483975" r:id="rId28"/>
    <p:sldLayoutId id="2147483976" r:id="rId29"/>
    <p:sldLayoutId id="2147483977" r:id="rId30"/>
    <p:sldLayoutId id="2147484076" r:id="rId31"/>
    <p:sldLayoutId id="2147483978" r:id="rId32"/>
    <p:sldLayoutId id="2147483979" r:id="rId33"/>
    <p:sldLayoutId id="2147483980" r:id="rId34"/>
    <p:sldLayoutId id="2147483981" r:id="rId35"/>
    <p:sldLayoutId id="2147483982" r:id="rId36"/>
    <p:sldLayoutId id="2147483983" r:id="rId37"/>
    <p:sldLayoutId id="2147483984" r:id="rId38"/>
    <p:sldLayoutId id="2147483985" r:id="rId39"/>
    <p:sldLayoutId id="2147483986" r:id="rId40"/>
    <p:sldLayoutId id="2147483987" r:id="rId41"/>
    <p:sldLayoutId id="2147483988" r:id="rId4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0" i="0" kern="1200">
          <a:solidFill>
            <a:schemeClr val="tx1"/>
          </a:solidFill>
          <a:latin typeface="Girl Scout Display Light" panose="02020003000000000000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Trefoil Sans Light" panose="020B0000000000000000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Trefoil Sans Light" panose="020B0000000000000000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Trefoil Sans Light" panose="020B0000000000000000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Trefoil Sans Light" panose="020B0000000000000000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Trefoil Sans Light" panose="020B0000000000000000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133CBF-10AA-9F24-9BDF-6CA5548D4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EB2242-EC1C-DDD9-1C2E-DECD457C3F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Paragraph </a:t>
            </a:r>
            <a:r>
              <a:rPr lang="en-US" err="1"/>
              <a:t>Subheader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52D848C-9688-8FE5-210B-769A4F6D4D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85459" y="4972051"/>
            <a:ext cx="550592" cy="18273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600" b="0" i="0">
                <a:solidFill>
                  <a:schemeClr val="tx1"/>
                </a:solidFill>
                <a:latin typeface="Girl Scout Text Book" panose="02020003000000000000" pitchFamily="18" charset="0"/>
              </a:defRPr>
            </a:lvl1pPr>
          </a:lstStyle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944452D0-C1F1-3BBB-0FF9-026F81EAB4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1449" y="4998093"/>
            <a:ext cx="5673297" cy="15457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0" marR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450" b="0" i="0" u="none" strike="noStrike" smtClean="0">
                <a:solidFill>
                  <a:schemeClr val="tx1"/>
                </a:solidFill>
                <a:effectLst/>
                <a:latin typeface="Girl Scout Text Book" panose="02020003000000000000" pitchFamily="18" charset="0"/>
              </a:defRPr>
            </a:lvl1pPr>
          </a:lstStyle>
          <a:p>
            <a:r>
              <a:rPr lang="en-US"/>
              <a:t>©2024 Girl Scouts of the USA. All Rights Reserved. Not for public distribution.</a:t>
            </a:r>
          </a:p>
        </p:txBody>
      </p:sp>
    </p:spTree>
    <p:extLst>
      <p:ext uri="{BB962C8B-B14F-4D97-AF65-F5344CB8AC3E}">
        <p14:creationId xmlns:p14="http://schemas.microsoft.com/office/powerpoint/2010/main" val="605657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0" r:id="rId1"/>
    <p:sldLayoutId id="2147483991" r:id="rId2"/>
    <p:sldLayoutId id="2147483992" r:id="rId3"/>
    <p:sldLayoutId id="2147484073" r:id="rId4"/>
    <p:sldLayoutId id="2147483993" r:id="rId5"/>
    <p:sldLayoutId id="2147483994" r:id="rId6"/>
    <p:sldLayoutId id="2147484078" r:id="rId7"/>
    <p:sldLayoutId id="2147484081" r:id="rId8"/>
    <p:sldLayoutId id="2147484085" r:id="rId9"/>
    <p:sldLayoutId id="2147484086" r:id="rId10"/>
    <p:sldLayoutId id="2147484082" r:id="rId11"/>
    <p:sldLayoutId id="2147484083" r:id="rId12"/>
    <p:sldLayoutId id="2147484084" r:id="rId13"/>
    <p:sldLayoutId id="2147484087" r:id="rId14"/>
    <p:sldLayoutId id="2147483995" r:id="rId15"/>
    <p:sldLayoutId id="2147483996" r:id="rId16"/>
    <p:sldLayoutId id="2147484080" r:id="rId17"/>
    <p:sldLayoutId id="2147483997" r:id="rId18"/>
    <p:sldLayoutId id="2147483998" r:id="rId19"/>
    <p:sldLayoutId id="2147483999" r:id="rId20"/>
    <p:sldLayoutId id="2147484000" r:id="rId21"/>
    <p:sldLayoutId id="2147484001" r:id="rId22"/>
    <p:sldLayoutId id="2147484002" r:id="rId23"/>
    <p:sldLayoutId id="2147484003" r:id="rId24"/>
    <p:sldLayoutId id="2147484004" r:id="rId25"/>
    <p:sldLayoutId id="2147484005" r:id="rId26"/>
    <p:sldLayoutId id="2147484006" r:id="rId27"/>
    <p:sldLayoutId id="2147484079" r:id="rId28"/>
    <p:sldLayoutId id="2147484007" r:id="rId29"/>
    <p:sldLayoutId id="2147484008" r:id="rId30"/>
    <p:sldLayoutId id="2147484009" r:id="rId31"/>
    <p:sldLayoutId id="2147484010" r:id="rId32"/>
    <p:sldLayoutId id="2147484011" r:id="rId33"/>
    <p:sldLayoutId id="2147484012" r:id="rId34"/>
    <p:sldLayoutId id="2147484013" r:id="rId35"/>
    <p:sldLayoutId id="2147484014" r:id="rId36"/>
    <p:sldLayoutId id="2147484015" r:id="rId37"/>
    <p:sldLayoutId id="2147484016" r:id="rId38"/>
    <p:sldLayoutId id="2147484017" r:id="rId39"/>
    <p:sldLayoutId id="2147484018" r:id="rId40"/>
    <p:sldLayoutId id="2147484077" r:id="rId41"/>
    <p:sldLayoutId id="2147484019" r:id="rId42"/>
    <p:sldLayoutId id="2147484020" r:id="rId43"/>
    <p:sldLayoutId id="2147484021" r:id="rId44"/>
    <p:sldLayoutId id="2147484022" r:id="rId45"/>
    <p:sldLayoutId id="2147484023" r:id="rId46"/>
    <p:sldLayoutId id="2147484024" r:id="rId47"/>
    <p:sldLayoutId id="2147484025" r:id="rId48"/>
    <p:sldLayoutId id="2147484026" r:id="rId49"/>
    <p:sldLayoutId id="2147484027" r:id="rId50"/>
    <p:sldLayoutId id="2147484028" r:id="rId51"/>
    <p:sldLayoutId id="2147484029" r:id="rId5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0" i="0" kern="1200">
          <a:solidFill>
            <a:schemeClr val="tx1"/>
          </a:solidFill>
          <a:latin typeface="Girl Scout Display Light" panose="02020003000000000000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Trefoil Sans Light" panose="020B0000000000000000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Trefoil Sans Light" panose="020B0000000000000000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Trefoil Sans Light" panose="020B0000000000000000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Trefoil Sans Light" panose="020B0000000000000000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Trefoil Sans Light" panose="020B0000000000000000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133CBF-10AA-9F24-9BDF-6CA5548D4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EB2242-EC1C-DDD9-1C2E-DECD457C3F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Paragraph </a:t>
            </a:r>
            <a:r>
              <a:rPr lang="en-US" err="1"/>
              <a:t>Subheader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52D848C-9688-8FE5-210B-769A4F6D4D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85459" y="4972051"/>
            <a:ext cx="550592" cy="18273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600" b="0" i="0">
                <a:solidFill>
                  <a:schemeClr val="tx1"/>
                </a:solidFill>
                <a:latin typeface="Girl Scout Text Book" panose="02020003000000000000" pitchFamily="18" charset="0"/>
              </a:defRPr>
            </a:lvl1pPr>
          </a:lstStyle>
          <a:p>
            <a:fld id="{7691CCDB-B024-8747-B233-CAD1CBC7A9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944452D0-C1F1-3BBB-0FF9-026F81EAB4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1449" y="4998093"/>
            <a:ext cx="5673297" cy="15457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0" marR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450" b="0" i="0" u="none" strike="noStrike" smtClean="0">
                <a:solidFill>
                  <a:schemeClr val="tx1"/>
                </a:solidFill>
                <a:effectLst/>
                <a:latin typeface="Girl Scout Text Book" panose="02020003000000000000" pitchFamily="18" charset="0"/>
              </a:defRPr>
            </a:lvl1pPr>
          </a:lstStyle>
          <a:p>
            <a:r>
              <a:rPr lang="en-US"/>
              <a:t>©2024 Girl Scouts of the USA. All Rights Reserved. Not for public distribution.</a:t>
            </a:r>
          </a:p>
        </p:txBody>
      </p:sp>
    </p:spTree>
    <p:extLst>
      <p:ext uri="{BB962C8B-B14F-4D97-AF65-F5344CB8AC3E}">
        <p14:creationId xmlns:p14="http://schemas.microsoft.com/office/powerpoint/2010/main" val="2082363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1" r:id="rId1"/>
    <p:sldLayoutId id="2147484032" r:id="rId2"/>
    <p:sldLayoutId id="2147484033" r:id="rId3"/>
    <p:sldLayoutId id="2147484074" r:id="rId4"/>
    <p:sldLayoutId id="2147484034" r:id="rId5"/>
    <p:sldLayoutId id="2147484035" r:id="rId6"/>
    <p:sldLayoutId id="2147484036" r:id="rId7"/>
    <p:sldLayoutId id="2147484037" r:id="rId8"/>
    <p:sldLayoutId id="2147484038" r:id="rId9"/>
    <p:sldLayoutId id="2147484039" r:id="rId10"/>
    <p:sldLayoutId id="2147484040" r:id="rId11"/>
    <p:sldLayoutId id="2147484041" r:id="rId12"/>
    <p:sldLayoutId id="2147484042" r:id="rId13"/>
    <p:sldLayoutId id="2147484043" r:id="rId14"/>
    <p:sldLayoutId id="2147484044" r:id="rId15"/>
    <p:sldLayoutId id="2147484045" r:id="rId16"/>
    <p:sldLayoutId id="2147484046" r:id="rId17"/>
    <p:sldLayoutId id="2147484047" r:id="rId18"/>
    <p:sldLayoutId id="2147484048" r:id="rId19"/>
    <p:sldLayoutId id="2147484049" r:id="rId20"/>
    <p:sldLayoutId id="2147484050" r:id="rId21"/>
    <p:sldLayoutId id="2147484051" r:id="rId22"/>
    <p:sldLayoutId id="2147484052" r:id="rId23"/>
    <p:sldLayoutId id="2147484053" r:id="rId24"/>
    <p:sldLayoutId id="2147484054" r:id="rId25"/>
    <p:sldLayoutId id="2147484055" r:id="rId26"/>
    <p:sldLayoutId id="2147484056" r:id="rId27"/>
    <p:sldLayoutId id="2147484057" r:id="rId28"/>
    <p:sldLayoutId id="2147484058" r:id="rId29"/>
    <p:sldLayoutId id="2147484059" r:id="rId30"/>
    <p:sldLayoutId id="2147484060" r:id="rId31"/>
    <p:sldLayoutId id="2147484061" r:id="rId32"/>
    <p:sldLayoutId id="2147484062" r:id="rId33"/>
    <p:sldLayoutId id="2147484063" r:id="rId34"/>
    <p:sldLayoutId id="2147484064" r:id="rId35"/>
    <p:sldLayoutId id="2147484065" r:id="rId36"/>
    <p:sldLayoutId id="2147484066" r:id="rId37"/>
    <p:sldLayoutId id="2147484067" r:id="rId38"/>
    <p:sldLayoutId id="2147484068" r:id="rId39"/>
    <p:sldLayoutId id="2147484069" r:id="rId40"/>
    <p:sldLayoutId id="2147484070" r:id="rId4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0" i="0" kern="1200">
          <a:solidFill>
            <a:schemeClr val="tx1"/>
          </a:solidFill>
          <a:latin typeface="Girl Scout Display Light" panose="02020003000000000000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Trefoil Sans Light" panose="020B0000000000000000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Trefoil Sans Light" panose="020B0000000000000000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Trefoil Sans Light" panose="020B0000000000000000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Trefoil Sans Light" panose="020B0000000000000000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Trefoil Sans Light" panose="020B0000000000000000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0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04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C1408F6-DA55-C9C3-44BC-8850F995D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4235E1-DDE0-6921-DBF6-2AADD7DE5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pic>
        <p:nvPicPr>
          <p:cNvPr id="5" name="Picture 4" descr="A diagram of a software development team&#10;&#10;AI-generated content may be incorrect.">
            <a:extLst>
              <a:ext uri="{FF2B5EF4-FFF2-40B4-BE49-F238E27FC236}">
                <a16:creationId xmlns:a16="http://schemas.microsoft.com/office/drawing/2014/main" id="{27AF6C58-C274-E73F-57EE-18BE1CFEE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958" y="662553"/>
            <a:ext cx="4438650" cy="380870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8B5A020-9608-D619-9723-3BA4292BF4CE}"/>
              </a:ext>
            </a:extLst>
          </p:cNvPr>
          <p:cNvSpPr/>
          <p:nvPr/>
        </p:nvSpPr>
        <p:spPr>
          <a:xfrm>
            <a:off x="0" y="8163"/>
            <a:ext cx="5261020" cy="228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0" bIns="0" rtlCol="0" anchor="ctr"/>
          <a:lstStyle/>
          <a:p>
            <a:pPr marL="172720"/>
            <a:r>
              <a:rPr lang="en-US" sz="1400">
                <a:ea typeface="Calibri"/>
                <a:cs typeface="Calibri"/>
              </a:rPr>
              <a:t>GA4 &amp; GTM Development on New Sites/User Flows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70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8B7021-C055-65E6-C819-6FF40EE50D34}"/>
              </a:ext>
            </a:extLst>
          </p:cNvPr>
          <p:cNvSpPr/>
          <p:nvPr/>
        </p:nvSpPr>
        <p:spPr>
          <a:xfrm>
            <a:off x="4739954" y="409090"/>
            <a:ext cx="4226378" cy="3896993"/>
          </a:xfrm>
          <a:prstGeom prst="rect">
            <a:avLst/>
          </a:prstGeom>
          <a:solidFill>
            <a:schemeClr val="accent6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r>
              <a:rPr lang="en-US" sz="1100">
                <a:solidFill>
                  <a:schemeClr val="tx1">
                    <a:lumMod val="65000"/>
                    <a:lumOff val="35000"/>
                  </a:schemeClr>
                </a:solidFill>
              </a:rPr>
              <a:t>GA4/GTM Development</a:t>
            </a:r>
          </a:p>
          <a:p>
            <a:endParaRPr 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>
                <a:solidFill>
                  <a:schemeClr val="tx1">
                    <a:lumMod val="85000"/>
                    <a:lumOff val="15000"/>
                  </a:schemeClr>
                </a:solidFill>
              </a:rPr>
              <a:t>Tagging plan review with dev team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>
                <a:solidFill>
                  <a:schemeClr val="tx1">
                    <a:lumMod val="85000"/>
                    <a:lumOff val="15000"/>
                  </a:schemeClr>
                </a:solidFill>
              </a:rPr>
              <a:t>When push to </a:t>
            </a:r>
            <a:r>
              <a:rPr lang="en-US" sz="1100" err="1">
                <a:solidFill>
                  <a:schemeClr val="tx1">
                    <a:lumMod val="85000"/>
                    <a:lumOff val="15000"/>
                  </a:schemeClr>
                </a:solidFill>
              </a:rPr>
              <a:t>dataLayer</a:t>
            </a:r>
            <a:r>
              <a:rPr lang="en-US" sz="1100">
                <a:solidFill>
                  <a:schemeClr val="tx1">
                    <a:lumMod val="85000"/>
                    <a:lumOff val="15000"/>
                  </a:schemeClr>
                </a:solidFill>
              </a:rPr>
              <a:t> is complete</a:t>
            </a:r>
          </a:p>
          <a:p>
            <a:pPr lvl="1" indent="-114300">
              <a:buFont typeface="Arial" panose="020B0604020202020204" pitchFamily="34" charset="0"/>
              <a:buChar char="•"/>
            </a:pPr>
            <a:r>
              <a:rPr lang="en-US" sz="1100">
                <a:solidFill>
                  <a:schemeClr val="tx1">
                    <a:lumMod val="85000"/>
                    <a:lumOff val="15000"/>
                  </a:schemeClr>
                </a:solidFill>
              </a:rPr>
              <a:t>Implement on Google Tag Manager</a:t>
            </a:r>
          </a:p>
          <a:p>
            <a:pPr lvl="1" indent="-114300">
              <a:buFont typeface="Arial" panose="020B0604020202020204" pitchFamily="34" charset="0"/>
              <a:buChar char="•"/>
            </a:pPr>
            <a:r>
              <a:rPr lang="en-US" sz="1100">
                <a:solidFill>
                  <a:schemeClr val="tx1">
                    <a:lumMod val="85000"/>
                    <a:lumOff val="15000"/>
                  </a:schemeClr>
                </a:solidFill>
              </a:rPr>
              <a:t>Unit test</a:t>
            </a:r>
          </a:p>
          <a:p>
            <a:endParaRPr 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D59CA8F-EDF4-E831-23AE-253A7E923F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0E11AA-E6CA-47E0-2734-EA8890DD5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29D3AC-4984-54CB-A454-0A604756B94B}"/>
              </a:ext>
            </a:extLst>
          </p:cNvPr>
          <p:cNvSpPr/>
          <p:nvPr/>
        </p:nvSpPr>
        <p:spPr>
          <a:xfrm>
            <a:off x="0" y="8163"/>
            <a:ext cx="5261020" cy="228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0" bIns="0" rtlCol="0" anchor="ctr"/>
          <a:lstStyle/>
          <a:p>
            <a:pPr marL="172720"/>
            <a:r>
              <a:rPr lang="en-US" sz="1400">
                <a:ea typeface="Calibri"/>
                <a:cs typeface="Calibri"/>
              </a:rPr>
              <a:t>GA4 &amp; GTM Development on New Sites/User Flows</a:t>
            </a:r>
            <a:endParaRPr lang="en-US"/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A03F3955-97CE-1A81-19FA-F2C11F3F2E7A}"/>
              </a:ext>
            </a:extLst>
          </p:cNvPr>
          <p:cNvSpPr txBox="1">
            <a:spLocks/>
          </p:cNvSpPr>
          <p:nvPr/>
        </p:nvSpPr>
        <p:spPr>
          <a:xfrm>
            <a:off x="8485459" y="4972051"/>
            <a:ext cx="550592" cy="18273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685800" rtl="0" eaLnBrk="1" latinLnBrk="0" hangingPunct="1">
              <a:defRPr sz="600" b="0" i="0" kern="1200">
                <a:solidFill>
                  <a:schemeClr val="tx1"/>
                </a:solidFill>
                <a:latin typeface="Girl Scout Text Book" panose="02020003000000000000" pitchFamily="18" charset="0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691CCDB-B024-8747-B233-CAD1CBC7A901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DBFA1027-332D-2734-2676-52B6B14E057E}"/>
              </a:ext>
            </a:extLst>
          </p:cNvPr>
          <p:cNvSpPr txBox="1">
            <a:spLocks/>
          </p:cNvSpPr>
          <p:nvPr/>
        </p:nvSpPr>
        <p:spPr>
          <a:xfrm>
            <a:off x="171449" y="4998093"/>
            <a:ext cx="5673297" cy="15457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marR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450" b="0" i="0" u="none" strike="noStrike" kern="1200" smtClean="0">
                <a:solidFill>
                  <a:schemeClr val="tx1"/>
                </a:solidFill>
                <a:effectLst/>
                <a:latin typeface="Girl Scout Text Book" panose="02020003000000000000" pitchFamily="18" charset="0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9EAED0-0958-E058-6799-483EE5DCCBA4}"/>
              </a:ext>
            </a:extLst>
          </p:cNvPr>
          <p:cNvSpPr/>
          <p:nvPr/>
        </p:nvSpPr>
        <p:spPr>
          <a:xfrm>
            <a:off x="171449" y="409090"/>
            <a:ext cx="4232600" cy="3896993"/>
          </a:xfrm>
          <a:prstGeom prst="rect">
            <a:avLst/>
          </a:prstGeom>
          <a:solidFill>
            <a:schemeClr val="bg2">
              <a:alpha val="24000"/>
            </a:schemeClr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91440" tIns="45720" rIns="91440" bIns="45720" rtlCol="0" anchor="t"/>
          <a:lstStyle/>
          <a:p>
            <a:pPr fontAlgn="ctr">
              <a:spcAft>
                <a:spcPts val="600"/>
              </a:spcAft>
            </a:pP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</a:rPr>
              <a:t>Design Phase</a:t>
            </a:r>
          </a:p>
          <a:p>
            <a:pPr fontAlgn="ctr">
              <a:spcAft>
                <a:spcPts val="600"/>
              </a:spcAft>
            </a:pPr>
            <a:endParaRPr lang="en-US" sz="10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fontAlgn="ctr">
              <a:spcAft>
                <a:spcPts val="600"/>
              </a:spcAft>
            </a:pPr>
            <a:endParaRPr lang="en-US" sz="10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fontAlgn="ctr">
              <a:spcAft>
                <a:spcPts val="600"/>
              </a:spcAft>
            </a:pPr>
            <a:endParaRPr lang="en-US" sz="10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fontAlgn="ctr">
              <a:spcAft>
                <a:spcPts val="600"/>
              </a:spcAft>
            </a:pPr>
            <a:endParaRPr lang="en-US" sz="10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fontAlgn="ctr">
              <a:spcAft>
                <a:spcPts val="600"/>
              </a:spcAft>
            </a:pPr>
            <a:endParaRPr lang="en-US" sz="10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fontAlgn="ctr">
              <a:spcAft>
                <a:spcPts val="600"/>
              </a:spcAft>
            </a:pPr>
            <a:endParaRPr lang="en-US" sz="10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fontAlgn="ctr">
              <a:spcAft>
                <a:spcPts val="600"/>
              </a:spcAft>
            </a:pPr>
            <a:endParaRPr lang="en-US" sz="1000"/>
          </a:p>
          <a:p>
            <a:pPr marL="228600" indent="-228600" fontAlgn="ctr">
              <a:spcAft>
                <a:spcPts val="600"/>
              </a:spcAft>
              <a:buFont typeface="Arial" panose="02110004020202020204"/>
              <a:buChar char="•"/>
            </a:pPr>
            <a:r>
              <a:rPr lang="en-US" sz="1000"/>
              <a:t>Discovery (est 1 week)</a:t>
            </a:r>
          </a:p>
          <a:p>
            <a:pPr lvl="1" indent="-114300" fontAlgn="ctr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/>
              <a:t>Using wireframes, blocks/modules, variants, actions, project requirements and use cases</a:t>
            </a:r>
          </a:p>
          <a:p>
            <a:pPr lvl="1" indent="-114300" fontAlgn="ctr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/>
              <a:t>Mockup of dashboard to show actionable insights</a:t>
            </a:r>
          </a:p>
          <a:p>
            <a:pPr lvl="1" indent="-114300" fontAlgn="ctr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/>
              <a:t>Tagging plan draft</a:t>
            </a:r>
          </a:p>
          <a:p>
            <a:pPr marL="228600" indent="-228600" fontAlgn="ctr">
              <a:spcAft>
                <a:spcPts val="600"/>
              </a:spcAft>
              <a:buFont typeface="Arial" panose="02110004020202020204"/>
              <a:buChar char="•"/>
            </a:pPr>
            <a:r>
              <a:rPr lang="en-US" sz="1000"/>
              <a:t>Requirements gathering session (est 1 day)</a:t>
            </a:r>
          </a:p>
          <a:p>
            <a:pPr marL="228600" indent="-228600" fontAlgn="ctr">
              <a:spcAft>
                <a:spcPts val="600"/>
              </a:spcAft>
              <a:buFont typeface="Arial" panose="02110004020202020204"/>
              <a:buChar char="•"/>
            </a:pPr>
            <a:r>
              <a:rPr lang="en-US" sz="1000"/>
              <a:t>Create tagging plan (est 1 week)</a:t>
            </a:r>
          </a:p>
          <a:p>
            <a:pPr lvl="1" indent="-114300" fontAlgn="ctr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/>
              <a:t>Screen shot, with event, </a:t>
            </a:r>
            <a:r>
              <a:rPr lang="en-US" sz="1000" err="1"/>
              <a:t>dataLayer</a:t>
            </a:r>
            <a:r>
              <a:rPr lang="en-US" sz="1000"/>
              <a:t> push, clarify insights gained </a:t>
            </a:r>
          </a:p>
          <a:p>
            <a:pPr lvl="1" indent="-114300" fontAlgn="ctr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/>
              <a:t>Add to JIRA ticket</a:t>
            </a:r>
          </a:p>
          <a:p>
            <a:endParaRPr lang="en-US" sz="10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50" name="Diagram 49">
            <a:extLst>
              <a:ext uri="{FF2B5EF4-FFF2-40B4-BE49-F238E27FC236}">
                <a16:creationId xmlns:a16="http://schemas.microsoft.com/office/drawing/2014/main" id="{4385010C-FAC7-3259-8D17-9D8F6A89F28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81316152"/>
              </p:ext>
            </p:extLst>
          </p:nvPr>
        </p:nvGraphicFramePr>
        <p:xfrm>
          <a:off x="410548" y="534024"/>
          <a:ext cx="8316686" cy="17052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4024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313C6E0-3C86-4522-4CA6-369870798C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1E5943-32DC-2448-9420-F0F973965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156F96-5672-1FD7-4662-710D5E90C266}"/>
              </a:ext>
            </a:extLst>
          </p:cNvPr>
          <p:cNvSpPr/>
          <p:nvPr/>
        </p:nvSpPr>
        <p:spPr>
          <a:xfrm>
            <a:off x="0" y="8163"/>
            <a:ext cx="5261020" cy="228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0" bIns="0" rtlCol="0" anchor="ctr"/>
          <a:lstStyle/>
          <a:p>
            <a:pPr marL="173038"/>
            <a:r>
              <a:rPr lang="en-US" sz="1400">
                <a:ea typeface="Calibri"/>
                <a:cs typeface="Calibri"/>
              </a:rPr>
              <a:t>Google Tag Manager (GTM) is at the Center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3AC965-793E-204F-A9E9-7AC3F3781E2D}"/>
              </a:ext>
            </a:extLst>
          </p:cNvPr>
          <p:cNvSpPr txBox="1"/>
          <p:nvPr/>
        </p:nvSpPr>
        <p:spPr>
          <a:xfrm>
            <a:off x="171446" y="469414"/>
            <a:ext cx="2297604" cy="1606724"/>
          </a:xfrm>
          <a:prstGeom prst="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</p:spPr>
        <p:txBody>
          <a:bodyPr wrap="square" lIns="91440" tIns="45720" rIns="91440" bIns="4572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000"/>
              <a:t>The website pushes structured data into an object called </a:t>
            </a:r>
            <a:r>
              <a:rPr lang="en-US" sz="1000" err="1"/>
              <a:t>dataLayer</a:t>
            </a:r>
            <a:r>
              <a:rPr lang="en-US" sz="1000"/>
              <a:t>, and Google Tag Manager listens for those pushes to trigger tags that send data to analytics and marketing platforms – without hardcoding each tool into the site. </a:t>
            </a:r>
            <a:r>
              <a:rPr lang="en-US" sz="1000">
                <a:cs typeface="Arial"/>
              </a:rPr>
              <a:t> </a:t>
            </a:r>
            <a:endParaRPr lang="en-US" sz="10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2BD22D-C96A-6A52-866F-6C58C9D326DE}"/>
              </a:ext>
            </a:extLst>
          </p:cNvPr>
          <p:cNvSpPr txBox="1"/>
          <p:nvPr/>
        </p:nvSpPr>
        <p:spPr>
          <a:xfrm>
            <a:off x="171447" y="2163765"/>
            <a:ext cx="2297603" cy="2300630"/>
          </a:xfrm>
          <a:prstGeom prst="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en-US" sz="1000"/>
              <a:t>Why is this architecture so powerful?</a:t>
            </a:r>
          </a:p>
          <a:p>
            <a:pPr marL="171450" indent="-111125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/>
              <a:t>Development team owns what happened. </a:t>
            </a:r>
          </a:p>
          <a:p>
            <a:pPr marL="171450" indent="-111125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/>
              <a:t>Digital Tracking team owns what gets tracked.</a:t>
            </a:r>
          </a:p>
          <a:p>
            <a:pPr marL="171450" indent="-111125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/>
              <a:t>Marketing tools are added without code deploys.</a:t>
            </a:r>
          </a:p>
          <a:p>
            <a:pPr marL="171450" indent="-111125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000"/>
              <a:t>Google explicitly recommends a data-layer-first approach, making this the de facto standard.</a:t>
            </a:r>
          </a:p>
          <a:p>
            <a:endParaRPr lang="en-US"/>
          </a:p>
        </p:txBody>
      </p:sp>
      <p:pic>
        <p:nvPicPr>
          <p:cNvPr id="9" name="Picture 8" descr="A diagram of data processing&#10;&#10;AI-generated content may be incorrect.">
            <a:extLst>
              <a:ext uri="{FF2B5EF4-FFF2-40B4-BE49-F238E27FC236}">
                <a16:creationId xmlns:a16="http://schemas.microsoft.com/office/drawing/2014/main" id="{2E011E28-8460-DB4A-2DD3-516FB8F930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8427" y="597439"/>
            <a:ext cx="6459765" cy="3337374"/>
          </a:xfrm>
          <a:prstGeom prst="rect">
            <a:avLst/>
          </a:prstGeom>
        </p:spPr>
      </p:pic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D8D00A38-F0B6-23F9-B6E2-574C3267CD4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5900361"/>
              </p:ext>
            </p:extLst>
          </p:nvPr>
        </p:nvGraphicFramePr>
        <p:xfrm>
          <a:off x="2271486" y="4157644"/>
          <a:ext cx="6872513" cy="2957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180395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78816-933B-A240-9366-4FED63AD6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81715B-2A73-5E9E-CBF3-3C5A6922B7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D5FD60-531C-256C-AA69-AF159E1A5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77E4AF-44E7-104D-462B-E4CCF9AED5D2}"/>
              </a:ext>
            </a:extLst>
          </p:cNvPr>
          <p:cNvSpPr/>
          <p:nvPr/>
        </p:nvSpPr>
        <p:spPr>
          <a:xfrm>
            <a:off x="0" y="8163"/>
            <a:ext cx="5029200" cy="228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0" bIns="0" rtlCol="0" anchor="ctr"/>
          <a:lstStyle/>
          <a:p>
            <a:pPr marL="173038"/>
            <a:r>
              <a:rPr lang="en-US" sz="1400">
                <a:ea typeface="Calibri"/>
                <a:cs typeface="Calibri"/>
              </a:rPr>
              <a:t>Event Tagging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CA2508CA-4208-0D68-B931-B1A4BA066E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49" y="811454"/>
            <a:ext cx="2953819" cy="3762142"/>
          </a:xfrm>
          <a:prstGeom prst="rect">
            <a:avLst/>
          </a:prstGeom>
          <a:solidFill>
            <a:schemeClr val="accent6">
              <a:lumMod val="75000"/>
              <a:alpha val="48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Aft>
                <a:spcPts val="1200"/>
              </a:spcAft>
              <a:buClrTx/>
              <a:buSzTx/>
              <a:buFontTx/>
              <a:buNone/>
              <a:tabLst/>
            </a:pPr>
            <a:r>
              <a:rPr lang="en-US" altLang="en-US" sz="1400" b="1">
                <a:solidFill>
                  <a:srgbClr val="000000"/>
                </a:solidFill>
                <a:latin typeface="+mj-lt"/>
              </a:rPr>
              <a:t>Step 1: Website Pushes an Event to the Data Layer</a:t>
            </a:r>
            <a:endParaRPr kumimoji="0" lang="en-US" altLang="en-US" sz="14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rPr>
              <a:t>This happens in the website code, not GTM. This is called a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rPr>
              <a:t>custom event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rPr>
              <a:t>. </a:t>
            </a:r>
            <a:b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b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endParaRPr lang="en-US" sz="8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F376C390-CC94-4C74-BF6F-18AE24CE9F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5317" y="811453"/>
            <a:ext cx="2511197" cy="3762143"/>
          </a:xfrm>
          <a:prstGeom prst="rect">
            <a:avLst/>
          </a:prstGeom>
          <a:solidFill>
            <a:schemeClr val="accent6">
              <a:lumMod val="75000"/>
              <a:alpha val="45962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Aft>
                <a:spcPts val="120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rPr>
              <a:t>Step 2: GTM Listens for that Event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rPr>
              <a:t>Inside GTM there is the Trigger</a:t>
            </a:r>
            <a:r>
              <a:rPr lang="en-US" altLang="en-US" sz="1100">
                <a:solidFill>
                  <a:srgbClr val="000000"/>
                </a:solidFill>
              </a:rPr>
              <a:t>.</a:t>
            </a:r>
            <a:endParaRPr lang="en-US" altLang="en-US" sz="1000">
              <a:solidFill>
                <a:srgbClr val="000000"/>
              </a:solidFill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rPr>
              <a:t>Type</a:t>
            </a:r>
            <a:r>
              <a:rPr lang="en-US" altLang="en-US" sz="1000">
                <a:solidFill>
                  <a:srgbClr val="000000"/>
                </a:solidFill>
              </a:rPr>
              <a:t>: </a:t>
            </a:r>
            <a:r>
              <a:rPr lang="en-US" altLang="en-US" sz="1000" i="1">
                <a:solidFill>
                  <a:srgbClr val="000000"/>
                </a:solidFill>
              </a:rPr>
              <a:t>Custom Event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rPr>
              <a:t>Event Name: </a:t>
            </a:r>
            <a:r>
              <a:rPr kumimoji="0" lang="en-US" altLang="en-US" sz="90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urier New"/>
                <a:cs typeface="Courier New"/>
              </a:rPr>
              <a:t>lead_creation</a:t>
            </a:r>
            <a:endParaRPr kumimoji="0" lang="en-US" altLang="en-US" sz="90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Courier New"/>
              <a:cs typeface="Courier New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97448DA-94CD-63E3-507C-057768C6D238}"/>
              </a:ext>
            </a:extLst>
          </p:cNvPr>
          <p:cNvSpPr/>
          <p:nvPr/>
        </p:nvSpPr>
        <p:spPr>
          <a:xfrm>
            <a:off x="3279135" y="2185540"/>
            <a:ext cx="2364711" cy="60186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800">
                <a:latin typeface="Courier New" panose="02070309020205020404" pitchFamily="49" charset="0"/>
                <a:cs typeface="Courier New" panose="02070309020205020404" pitchFamily="49" charset="0"/>
              </a:rPr>
              <a:t>Trigger fires when: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8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800">
                <a:latin typeface="Courier New" panose="02070309020205020404" pitchFamily="49" charset="0"/>
                <a:cs typeface="Courier New" panose="02070309020205020404" pitchFamily="49" charset="0"/>
              </a:rPr>
              <a:t>Event = </a:t>
            </a:r>
            <a:r>
              <a:rPr lang="en-US" altLang="en-US" sz="800" err="1">
                <a:latin typeface="Courier New" panose="02070309020205020404" pitchFamily="49" charset="0"/>
                <a:cs typeface="Courier New" panose="02070309020205020404" pitchFamily="49" charset="0"/>
              </a:rPr>
              <a:t>lead_creation</a:t>
            </a:r>
            <a:endParaRPr lang="en-US" altLang="en-US" sz="8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0394396-679B-2484-3943-773EE4F90E8E}"/>
              </a:ext>
            </a:extLst>
          </p:cNvPr>
          <p:cNvSpPr/>
          <p:nvPr/>
        </p:nvSpPr>
        <p:spPr>
          <a:xfrm>
            <a:off x="226136" y="1913344"/>
            <a:ext cx="2789567" cy="175190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800">
                <a:latin typeface="Courier New"/>
                <a:ea typeface="+mn-lt"/>
                <a:cs typeface="Courier New"/>
              </a:rPr>
              <a:t>&lt;button onclick=”</a:t>
            </a:r>
            <a:r>
              <a:rPr lang="en-US" sz="800" err="1">
                <a:latin typeface="Courier New"/>
                <a:ea typeface="+mn-lt"/>
                <a:cs typeface="Courier New"/>
              </a:rPr>
              <a:t>leadCreation</a:t>
            </a:r>
            <a:r>
              <a:rPr lang="en-US" sz="800">
                <a:latin typeface="Courier New"/>
                <a:ea typeface="+mn-lt"/>
                <a:cs typeface="Courier New"/>
              </a:rPr>
              <a:t>()"&gt;Tell Me More&lt;/button&gt;</a:t>
            </a:r>
            <a:endParaRPr lang="en-US"/>
          </a:p>
          <a:p>
            <a:endParaRPr lang="en-US" sz="800">
              <a:latin typeface="Courier New"/>
              <a:ea typeface="+mn-lt"/>
              <a:cs typeface="Courier New"/>
            </a:endParaRPr>
          </a:p>
          <a:p>
            <a:r>
              <a:rPr lang="en-US" sz="800">
                <a:latin typeface="Courier New"/>
                <a:ea typeface="+mn-lt"/>
                <a:cs typeface="Courier New"/>
              </a:rPr>
              <a:t>&lt;script&gt;</a:t>
            </a:r>
            <a:endParaRPr lang="en-US"/>
          </a:p>
          <a:p>
            <a:r>
              <a:rPr lang="en-US" sz="800">
                <a:latin typeface="Courier New"/>
                <a:ea typeface="+mn-lt"/>
                <a:cs typeface="Courier New"/>
              </a:rPr>
              <a:t>function </a:t>
            </a:r>
            <a:r>
              <a:rPr lang="en-US" sz="800" err="1">
                <a:latin typeface="Courier New"/>
                <a:ea typeface="+mn-lt"/>
                <a:cs typeface="Courier New"/>
              </a:rPr>
              <a:t>leadCreation</a:t>
            </a:r>
            <a:r>
              <a:rPr lang="en-US" sz="800">
                <a:latin typeface="Courier New"/>
                <a:ea typeface="+mn-lt"/>
                <a:cs typeface="Courier New"/>
              </a:rPr>
              <a:t>() {</a:t>
            </a:r>
            <a:endParaRPr lang="en-US"/>
          </a:p>
          <a:p>
            <a:r>
              <a:rPr lang="en-US" sz="800">
                <a:latin typeface="Courier New"/>
                <a:ea typeface="+mn-lt"/>
                <a:cs typeface="Courier New"/>
              </a:rPr>
              <a:t>  </a:t>
            </a:r>
            <a:r>
              <a:rPr lang="en-US" sz="800" err="1">
                <a:latin typeface="Courier New"/>
                <a:ea typeface="+mn-lt"/>
                <a:cs typeface="Courier New"/>
              </a:rPr>
              <a:t>window.dataLayer.push</a:t>
            </a:r>
            <a:r>
              <a:rPr lang="en-US" sz="800">
                <a:latin typeface="Courier New"/>
                <a:ea typeface="+mn-lt"/>
                <a:cs typeface="Courier New"/>
              </a:rPr>
              <a:t>({</a:t>
            </a:r>
            <a:endParaRPr lang="en-US"/>
          </a:p>
          <a:p>
            <a:r>
              <a:rPr lang="en-US" sz="800">
                <a:latin typeface="Courier New"/>
                <a:ea typeface="+mn-lt"/>
                <a:cs typeface="Courier New"/>
              </a:rPr>
              <a:t>    event: ‘</a:t>
            </a:r>
            <a:r>
              <a:rPr lang="en-US" sz="800" err="1">
                <a:latin typeface="Courier New"/>
                <a:ea typeface="+mn-lt"/>
                <a:cs typeface="Courier New"/>
              </a:rPr>
              <a:t>lead_creation</a:t>
            </a:r>
            <a:r>
              <a:rPr lang="en-US" sz="800">
                <a:latin typeface="Courier New"/>
                <a:ea typeface="+mn-lt"/>
                <a:cs typeface="Courier New"/>
              </a:rPr>
              <a:t>',</a:t>
            </a:r>
            <a:endParaRPr lang="en-US"/>
          </a:p>
          <a:p>
            <a:r>
              <a:rPr lang="en-US" sz="800">
                <a:latin typeface="Courier New"/>
                <a:ea typeface="+mn-lt"/>
                <a:cs typeface="Courier New"/>
              </a:rPr>
              <a:t>    </a:t>
            </a:r>
            <a:r>
              <a:rPr lang="en-US" sz="800" err="1">
                <a:latin typeface="Courier New"/>
                <a:ea typeface="+mn-lt"/>
                <a:cs typeface="Courier New"/>
              </a:rPr>
              <a:t>campaign_id</a:t>
            </a:r>
            <a:r>
              <a:rPr lang="en-US" sz="800">
                <a:latin typeface="Courier New"/>
                <a:ea typeface="+mn-lt"/>
                <a:cs typeface="Courier New"/>
              </a:rPr>
              <a:t>: ‘MY26-fall',</a:t>
            </a:r>
            <a:endParaRPr lang="en-US"/>
          </a:p>
          <a:p>
            <a:r>
              <a:rPr lang="en-US" sz="800">
                <a:latin typeface="Courier New"/>
                <a:ea typeface="+mn-lt"/>
                <a:cs typeface="Courier New"/>
              </a:rPr>
              <a:t>    content: ‘MY26-fall-northeast'</a:t>
            </a:r>
            <a:endParaRPr lang="en-US"/>
          </a:p>
          <a:p>
            <a:r>
              <a:rPr lang="en-US" sz="800">
                <a:latin typeface="Courier New"/>
                <a:ea typeface="+mn-lt"/>
                <a:cs typeface="Courier New"/>
              </a:rPr>
              <a:t>  });</a:t>
            </a:r>
            <a:endParaRPr lang="en-US"/>
          </a:p>
          <a:p>
            <a:r>
              <a:rPr lang="en-US" sz="800">
                <a:latin typeface="Courier New"/>
                <a:ea typeface="+mn-lt"/>
                <a:cs typeface="Courier New"/>
              </a:rPr>
              <a:t>}</a:t>
            </a:r>
            <a:endParaRPr lang="en-US"/>
          </a:p>
          <a:p>
            <a:r>
              <a:rPr lang="en-US" sz="800">
                <a:latin typeface="Courier New"/>
                <a:ea typeface="+mn-lt"/>
                <a:cs typeface="Courier New"/>
              </a:rPr>
              <a:t>&lt;/script&gt;</a:t>
            </a:r>
            <a:endParaRPr 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8882E95-C3B0-AA7A-34E8-AE55B3C4F4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0332" y="811453"/>
            <a:ext cx="3182219" cy="3762143"/>
          </a:xfrm>
          <a:prstGeom prst="rect">
            <a:avLst/>
          </a:prstGeom>
          <a:solidFill>
            <a:schemeClr val="accent6">
              <a:lumMod val="75000"/>
              <a:alpha val="45962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Aft>
                <a:spcPts val="120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rPr>
              <a:t>Step 3: Tag Fires using Data Layer Values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rPr>
              <a:t>This example is for an event tag that is sent to GA4 and Meta.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en-US" sz="1100">
                <a:solidFill>
                  <a:srgbClr val="000000"/>
                </a:solidFill>
              </a:rPr>
              <a:t>Tag Configuration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100">
                <a:solidFill>
                  <a:srgbClr val="000000"/>
                </a:solidFill>
              </a:rPr>
              <a:t>Event Name: </a:t>
            </a:r>
            <a:r>
              <a:rPr lang="en-US" sz="90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lead_creation</a:t>
            </a:r>
            <a:endParaRPr lang="en-US" sz="90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100">
                <a:solidFill>
                  <a:srgbClr val="000000"/>
                </a:solidFill>
              </a:rPr>
              <a:t>Parameters</a:t>
            </a:r>
          </a:p>
          <a:p>
            <a:pPr marL="514350" lvl="1" indent="-171450" defTabSz="914400" eaLnBrk="0" fontAlgn="base" hangingPunct="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campaignID</a:t>
            </a:r>
            <a:r>
              <a:rPr lang="en-US" sz="9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-&gt; {{DLV – </a:t>
            </a:r>
            <a:r>
              <a:rPr lang="en-US" sz="90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campaign_id</a:t>
            </a:r>
            <a:r>
              <a:rPr lang="en-US" sz="9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}}</a:t>
            </a:r>
          </a:p>
          <a:p>
            <a:pPr marL="514350" lvl="1" indent="-171450" defTabSz="914400" eaLnBrk="0" fontAlgn="base" hangingPunct="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contentType</a:t>
            </a:r>
            <a:r>
              <a:rPr lang="en-US" sz="9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-&gt; {{DLV– content}}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lang="en-US" sz="1100">
              <a:solidFill>
                <a:srgbClr val="000000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en-US" sz="1100">
                <a:solidFill>
                  <a:srgbClr val="000000"/>
                </a:solidFill>
              </a:rPr>
              <a:t>Effectively we get button click &gt; GTM triggers tag &gt; structured event sent to both GA4 and Meta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1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ts val="600"/>
              </a:spcAft>
            </a:pPr>
            <a:endParaRPr lang="en-US" altLang="en-US" sz="110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9EB76A-14F7-7B0D-68FB-B250D0DAA2AF}"/>
              </a:ext>
            </a:extLst>
          </p:cNvPr>
          <p:cNvSpPr txBox="1"/>
          <p:nvPr/>
        </p:nvSpPr>
        <p:spPr>
          <a:xfrm>
            <a:off x="115055" y="449164"/>
            <a:ext cx="6982141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Scenario: Lead Generation -- person fills out form and clicks the </a:t>
            </a:r>
            <a:r>
              <a:rPr lang="en-US" b="1">
                <a:solidFill>
                  <a:schemeClr val="tx2"/>
                </a:solidFill>
              </a:rPr>
              <a:t>Tell Me More</a:t>
            </a:r>
            <a:r>
              <a:rPr lang="en-US">
                <a:solidFill>
                  <a:schemeClr val="tx2"/>
                </a:solidFill>
              </a:rPr>
              <a:t> </a:t>
            </a:r>
            <a:r>
              <a:rPr lang="en-US"/>
              <a:t>button</a:t>
            </a:r>
          </a:p>
        </p:txBody>
      </p:sp>
    </p:spTree>
    <p:extLst>
      <p:ext uri="{BB962C8B-B14F-4D97-AF65-F5344CB8AC3E}">
        <p14:creationId xmlns:p14="http://schemas.microsoft.com/office/powerpoint/2010/main" val="2222856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300F0A-E8BB-CA07-699E-ECD28A38F0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91CCDB-B024-8747-B233-CAD1CBC7A901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87EDC1-4CFE-6022-5D1E-4764F1678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©2024 Girl Scouts of the USA. All Rights Reserved. Not for public distribution.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4557F8-2F77-D4DD-E4E7-4312D8A7ABE3}"/>
              </a:ext>
            </a:extLst>
          </p:cNvPr>
          <p:cNvSpPr/>
          <p:nvPr/>
        </p:nvSpPr>
        <p:spPr>
          <a:xfrm>
            <a:off x="0" y="8163"/>
            <a:ext cx="5029200" cy="228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0" bIns="0" rtlCol="0" anchor="ctr"/>
          <a:lstStyle/>
          <a:p>
            <a:pPr marL="173038"/>
            <a:r>
              <a:rPr lang="en-US" sz="1400">
                <a:ea typeface="Calibri"/>
                <a:cs typeface="Calibri"/>
              </a:rPr>
              <a:t>GTM and Data Layer on Website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22354AA-B55E-EAFD-9D7F-803B229625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009" y="541296"/>
            <a:ext cx="4114800" cy="4032300"/>
          </a:xfrm>
          <a:prstGeom prst="rect">
            <a:avLst/>
          </a:prstGeom>
          <a:solidFill>
            <a:schemeClr val="accent6">
              <a:lumMod val="75000"/>
              <a:alpha val="48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Aft>
                <a:spcPts val="120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Where GTM Lives on a Website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rPr>
              <a:t>GTM Container Snippet (Installed Once)</a:t>
            </a:r>
            <a:endParaRPr lang="en-US" altLang="en-US" sz="11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  <a:p>
            <a:pPr>
              <a:spcAft>
                <a:spcPts val="600"/>
              </a:spcAft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rPr>
              <a:t>This </a:t>
            </a:r>
            <a:r>
              <a:rPr lang="en-US" altLang="en-US" sz="1100">
                <a:solidFill>
                  <a:srgbClr val="000000"/>
                </a:solidFill>
              </a:rPr>
              <a:t>becomes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rPr>
              <a:t> the </a:t>
            </a:r>
            <a:r>
              <a:rPr kumimoji="0" lang="en-US" altLang="en-US" sz="1100" b="0" i="1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rPr>
              <a:t>only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rPr>
              <a:t> tracking code developers usually need to add manually</a:t>
            </a:r>
            <a:r>
              <a:rPr lang="en-US" altLang="en-US" sz="1100">
                <a:solidFill>
                  <a:srgbClr val="000000"/>
                </a:solidFill>
              </a:rPr>
              <a:t>.</a:t>
            </a:r>
            <a:br>
              <a:rPr lang="en-US" altLang="en-US" sz="1000" b="0" i="0" u="none" strike="noStrike" cap="none" normalizeH="0" baseline="0">
                <a:ln>
                  <a:noFill/>
                </a:ln>
                <a:effectLst/>
                <a:latin typeface="Segoe UI" panose="020B0502040204020203" pitchFamily="34" charset="0"/>
              </a:rPr>
            </a:br>
            <a:br>
              <a:rPr lang="en-US" altLang="en-US" sz="1000" b="0" i="0" u="none" strike="noStrike" cap="none" normalizeH="0" baseline="0">
                <a:ln>
                  <a:noFill/>
                </a:ln>
                <a:effectLst/>
                <a:latin typeface="Segoe UI" panose="020B0502040204020203" pitchFamily="34" charset="0"/>
              </a:rPr>
            </a:br>
            <a:endParaRPr lang="en-US" sz="8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2169DCCA-3504-D661-8968-9EDC1E36CF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1031" y="541295"/>
            <a:ext cx="4114800" cy="4032301"/>
          </a:xfrm>
          <a:prstGeom prst="rect">
            <a:avLst/>
          </a:prstGeom>
          <a:solidFill>
            <a:schemeClr val="accent6">
              <a:lumMod val="75000"/>
              <a:alpha val="45962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Aft>
                <a:spcPts val="120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rPr>
              <a:t>What the Data Layer Is (And Why It Exists)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rPr>
              <a:t>The 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rPr>
              <a:t>data layer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rPr>
              <a:t> is a 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rPr>
              <a:t>JavaScript array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rPr>
              <a:t> that stores structured information about the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rPr>
              <a:t>page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rPr>
              <a:t>, the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rPr>
              <a:t>user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rPr>
              <a:t>, and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rPr>
              <a:t>actions/events.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rPr>
              <a:t>Instead of GTM scraping the page, 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rPr>
              <a:t>the site tells GTM exactly what happened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lang="en-US" altLang="en-US" sz="1100">
              <a:solidFill>
                <a:srgbClr val="000000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1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100"/>
              <a:t>Think of the Data Layer Like This</a:t>
            </a:r>
          </a:p>
          <a:p>
            <a:pPr defTabSz="914400" eaLnBrk="0" fontAlgn="base" hangingPunct="0">
              <a:spcBef>
                <a:spcPct val="0"/>
              </a:spcBef>
              <a:spcAft>
                <a:spcPts val="600"/>
              </a:spcAft>
            </a:pPr>
            <a:endParaRPr lang="en-US" sz="1100"/>
          </a:p>
          <a:p>
            <a:pPr defTabSz="914400" eaLnBrk="0" fontAlgn="base" hangingPunct="0">
              <a:spcBef>
                <a:spcPct val="0"/>
              </a:spcBef>
              <a:spcAft>
                <a:spcPts val="600"/>
              </a:spcAft>
            </a:pPr>
            <a:endParaRPr lang="en-US" sz="1100"/>
          </a:p>
          <a:p>
            <a:pPr defTabSz="914400" eaLnBrk="0" fontAlgn="base" hangingPunct="0">
              <a:spcBef>
                <a:spcPct val="0"/>
              </a:spcBef>
              <a:spcAft>
                <a:spcPts val="600"/>
              </a:spcAft>
            </a:pPr>
            <a:endParaRPr lang="en-US" sz="1100"/>
          </a:p>
          <a:p>
            <a:pPr defTabSz="914400" eaLnBrk="0" fontAlgn="base" hangingPunct="0">
              <a:spcBef>
                <a:spcPct val="0"/>
              </a:spcBef>
              <a:spcAft>
                <a:spcPts val="600"/>
              </a:spcAft>
            </a:pPr>
            <a:endParaRPr lang="en-US" sz="1100"/>
          </a:p>
          <a:p>
            <a:pPr defTabSz="914400" eaLnBrk="0" fontAlgn="base" hangingPunct="0">
              <a:spcBef>
                <a:spcPct val="0"/>
              </a:spcBef>
              <a:spcAft>
                <a:spcPts val="600"/>
              </a:spcAft>
            </a:pPr>
            <a:endParaRPr lang="en-US" sz="1100"/>
          </a:p>
          <a:p>
            <a:pPr defTabSz="91440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sz="1100"/>
              <a:t>Each push() is a new message GTM can react to.</a:t>
            </a:r>
          </a:p>
          <a:p>
            <a:pPr defTabSz="914400" eaLnBrk="0" fontAlgn="base" hangingPunct="0">
              <a:spcBef>
                <a:spcPct val="0"/>
              </a:spcBef>
              <a:spcAft>
                <a:spcPts val="600"/>
              </a:spcAft>
            </a:pPr>
            <a:endParaRPr lang="en-US" sz="110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1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ts val="600"/>
              </a:spcAft>
            </a:pPr>
            <a:endParaRPr lang="en-US" altLang="en-US" sz="110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8766522-ED0B-CBBA-5A7A-B2AAEDDF3E7E}"/>
              </a:ext>
            </a:extLst>
          </p:cNvPr>
          <p:cNvSpPr/>
          <p:nvPr/>
        </p:nvSpPr>
        <p:spPr>
          <a:xfrm>
            <a:off x="4817269" y="1760800"/>
            <a:ext cx="3897546" cy="30467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800" err="1">
                <a:latin typeface="Courier New" panose="02070309020205020404" pitchFamily="49" charset="0"/>
                <a:cs typeface="Courier New" panose="02070309020205020404" pitchFamily="49" charset="0"/>
              </a:rPr>
              <a:t>window.dataLayer</a:t>
            </a:r>
            <a:r>
              <a:rPr lang="en-US" altLang="en-US" sz="800">
                <a:latin typeface="Courier New" panose="02070309020205020404" pitchFamily="49" charset="0"/>
                <a:cs typeface="Courier New" panose="02070309020205020404" pitchFamily="49" charset="0"/>
              </a:rPr>
              <a:t> = </a:t>
            </a:r>
            <a:r>
              <a:rPr lang="en-US" altLang="en-US" sz="800" err="1">
                <a:latin typeface="Courier New" panose="02070309020205020404" pitchFamily="49" charset="0"/>
                <a:cs typeface="Courier New" panose="02070309020205020404" pitchFamily="49" charset="0"/>
              </a:rPr>
              <a:t>window.dataLayer</a:t>
            </a:r>
            <a:r>
              <a:rPr lang="en-US" altLang="en-US" sz="800">
                <a:latin typeface="Courier New" panose="02070309020205020404" pitchFamily="49" charset="0"/>
                <a:cs typeface="Courier New" panose="02070309020205020404" pitchFamily="49" charset="0"/>
              </a:rPr>
              <a:t> || [];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9B6C1D-EEFF-9B07-6091-A9CE1B06818A}"/>
              </a:ext>
            </a:extLst>
          </p:cNvPr>
          <p:cNvSpPr/>
          <p:nvPr/>
        </p:nvSpPr>
        <p:spPr>
          <a:xfrm>
            <a:off x="405341" y="1778520"/>
            <a:ext cx="3948660" cy="175190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r>
              <a:rPr lang="en-US" sz="800">
                <a:latin typeface="Courier New" panose="02070309020205020404" pitchFamily="49" charset="0"/>
                <a:cs typeface="Courier New" panose="02070309020205020404" pitchFamily="49" charset="0"/>
              </a:rPr>
              <a:t>&lt;!-- Google Tag Manager --&gt;</a:t>
            </a:r>
          </a:p>
          <a:p>
            <a:r>
              <a:rPr lang="en-US" sz="800">
                <a:latin typeface="Courier New" panose="02070309020205020404" pitchFamily="49" charset="0"/>
                <a:cs typeface="Courier New" panose="02070309020205020404" pitchFamily="49" charset="0"/>
              </a:rPr>
              <a:t>&lt;script&gt;</a:t>
            </a:r>
          </a:p>
          <a:p>
            <a:r>
              <a:rPr lang="en-US" sz="800">
                <a:latin typeface="Courier New" panose="02070309020205020404" pitchFamily="49" charset="0"/>
                <a:cs typeface="Courier New" panose="02070309020205020404" pitchFamily="49" charset="0"/>
              </a:rPr>
              <a:t>(function(</a:t>
            </a:r>
            <a:r>
              <a:rPr lang="en-US" sz="800" err="1">
                <a:latin typeface="Courier New" panose="02070309020205020404" pitchFamily="49" charset="0"/>
                <a:cs typeface="Courier New" panose="02070309020205020404" pitchFamily="49" charset="0"/>
              </a:rPr>
              <a:t>w,d,s,l,i</a:t>
            </a:r>
            <a:r>
              <a:rPr lang="en-US" sz="800">
                <a:latin typeface="Courier New" panose="02070309020205020404" pitchFamily="49" charset="0"/>
                <a:cs typeface="Courier New" panose="02070309020205020404" pitchFamily="49" charset="0"/>
              </a:rPr>
              <a:t>){w[l]=w[l]||[];</a:t>
            </a:r>
          </a:p>
          <a:p>
            <a:r>
              <a:rPr lang="en-US" sz="800">
                <a:latin typeface="Courier New" panose="02070309020205020404" pitchFamily="49" charset="0"/>
                <a:cs typeface="Courier New" panose="02070309020205020404" pitchFamily="49" charset="0"/>
              </a:rPr>
              <a:t>w[l].push({'</a:t>
            </a:r>
            <a:r>
              <a:rPr lang="en-US" sz="800" err="1">
                <a:latin typeface="Courier New" panose="02070309020205020404" pitchFamily="49" charset="0"/>
                <a:cs typeface="Courier New" panose="02070309020205020404" pitchFamily="49" charset="0"/>
              </a:rPr>
              <a:t>gtm.start</a:t>
            </a:r>
            <a:r>
              <a:rPr lang="en-US" sz="800">
                <a:latin typeface="Courier New" panose="02070309020205020404" pitchFamily="49" charset="0"/>
                <a:cs typeface="Courier New" panose="02070309020205020404" pitchFamily="49" charset="0"/>
              </a:rPr>
              <a:t>': new Date().</a:t>
            </a:r>
            <a:r>
              <a:rPr lang="en-US" sz="800" err="1">
                <a:latin typeface="Courier New" panose="02070309020205020404" pitchFamily="49" charset="0"/>
                <a:cs typeface="Courier New" panose="02070309020205020404" pitchFamily="49" charset="0"/>
              </a:rPr>
              <a:t>getTime</a:t>
            </a:r>
            <a:r>
              <a:rPr lang="en-US" sz="800">
                <a:latin typeface="Courier New" panose="02070309020205020404" pitchFamily="49" charset="0"/>
                <a:cs typeface="Courier New" panose="02070309020205020404" pitchFamily="49" charset="0"/>
              </a:rPr>
              <a:t>(),event:'</a:t>
            </a:r>
            <a:r>
              <a:rPr lang="en-US" sz="800" err="1">
                <a:latin typeface="Courier New" panose="02070309020205020404" pitchFamily="49" charset="0"/>
                <a:cs typeface="Courier New" panose="02070309020205020404" pitchFamily="49" charset="0"/>
              </a:rPr>
              <a:t>gtm.js</a:t>
            </a:r>
            <a:r>
              <a:rPr lang="en-US" sz="800">
                <a:latin typeface="Courier New" panose="02070309020205020404" pitchFamily="49" charset="0"/>
                <a:cs typeface="Courier New" panose="02070309020205020404" pitchFamily="49" charset="0"/>
              </a:rPr>
              <a:t>'});</a:t>
            </a:r>
          </a:p>
          <a:p>
            <a:r>
              <a:rPr lang="en-US" sz="800">
                <a:latin typeface="Courier New" panose="02070309020205020404" pitchFamily="49" charset="0"/>
                <a:cs typeface="Courier New" panose="02070309020205020404" pitchFamily="49" charset="0"/>
              </a:rPr>
              <a:t>var f=</a:t>
            </a:r>
            <a:r>
              <a:rPr lang="en-US" sz="800" err="1">
                <a:latin typeface="Courier New" panose="02070309020205020404" pitchFamily="49" charset="0"/>
                <a:cs typeface="Courier New" panose="02070309020205020404" pitchFamily="49" charset="0"/>
              </a:rPr>
              <a:t>d.getElementsByTagName</a:t>
            </a:r>
            <a:r>
              <a:rPr lang="en-US" sz="800">
                <a:latin typeface="Courier New" panose="02070309020205020404" pitchFamily="49" charset="0"/>
                <a:cs typeface="Courier New" panose="02070309020205020404" pitchFamily="49" charset="0"/>
              </a:rPr>
              <a:t>(s)[0],</a:t>
            </a:r>
          </a:p>
          <a:p>
            <a:r>
              <a:rPr lang="en-US" sz="800">
                <a:latin typeface="Courier New" panose="02070309020205020404" pitchFamily="49" charset="0"/>
                <a:cs typeface="Courier New" panose="02070309020205020404" pitchFamily="49" charset="0"/>
              </a:rPr>
              <a:t>j=</a:t>
            </a:r>
            <a:r>
              <a:rPr lang="en-US" sz="800" err="1">
                <a:latin typeface="Courier New" panose="02070309020205020404" pitchFamily="49" charset="0"/>
                <a:cs typeface="Courier New" panose="02070309020205020404" pitchFamily="49" charset="0"/>
              </a:rPr>
              <a:t>d.createElement</a:t>
            </a:r>
            <a:r>
              <a:rPr lang="en-US" sz="800">
                <a:latin typeface="Courier New" panose="02070309020205020404" pitchFamily="49" charset="0"/>
                <a:cs typeface="Courier New" panose="02070309020205020404" pitchFamily="49" charset="0"/>
              </a:rPr>
              <a:t>(s),dl=l!='</a:t>
            </a:r>
            <a:r>
              <a:rPr lang="en-US" sz="800" err="1">
                <a:latin typeface="Courier New" panose="02070309020205020404" pitchFamily="49" charset="0"/>
                <a:cs typeface="Courier New" panose="02070309020205020404" pitchFamily="49" charset="0"/>
              </a:rPr>
              <a:t>dataLayer</a:t>
            </a:r>
            <a:r>
              <a:rPr lang="en-US" sz="800">
                <a:latin typeface="Courier New" panose="02070309020205020404" pitchFamily="49" charset="0"/>
                <a:cs typeface="Courier New" panose="02070309020205020404" pitchFamily="49" charset="0"/>
              </a:rPr>
              <a:t>'?'&amp;l='+l:'';</a:t>
            </a:r>
          </a:p>
          <a:p>
            <a:r>
              <a:rPr lang="en-US" sz="800" err="1">
                <a:latin typeface="Courier New" panose="02070309020205020404" pitchFamily="49" charset="0"/>
                <a:cs typeface="Courier New" panose="02070309020205020404" pitchFamily="49" charset="0"/>
              </a:rPr>
              <a:t>j.async</a:t>
            </a:r>
            <a:r>
              <a:rPr lang="en-US" sz="800">
                <a:latin typeface="Courier New" panose="02070309020205020404" pitchFamily="49" charset="0"/>
                <a:cs typeface="Courier New" panose="02070309020205020404" pitchFamily="49" charset="0"/>
              </a:rPr>
              <a:t>=true;</a:t>
            </a:r>
          </a:p>
          <a:p>
            <a:r>
              <a:rPr lang="en-US" sz="800" err="1">
                <a:latin typeface="Courier New" panose="02070309020205020404" pitchFamily="49" charset="0"/>
                <a:cs typeface="Courier New" panose="02070309020205020404" pitchFamily="49" charset="0"/>
              </a:rPr>
              <a:t>j.src</a:t>
            </a:r>
            <a:r>
              <a:rPr lang="en-US" sz="800">
                <a:latin typeface="Courier New" panose="02070309020205020404" pitchFamily="49" charset="0"/>
                <a:cs typeface="Courier New" panose="02070309020205020404" pitchFamily="49" charset="0"/>
              </a:rPr>
              <a:t>='https://</a:t>
            </a:r>
            <a:r>
              <a:rPr lang="en-US" sz="800" err="1">
                <a:latin typeface="Courier New" panose="02070309020205020404" pitchFamily="49" charset="0"/>
                <a:cs typeface="Courier New" panose="02070309020205020404" pitchFamily="49" charset="0"/>
              </a:rPr>
              <a:t>www.googletagmanager.com</a:t>
            </a:r>
            <a:r>
              <a:rPr lang="en-US" sz="80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800" err="1">
                <a:latin typeface="Courier New" panose="02070309020205020404" pitchFamily="49" charset="0"/>
                <a:cs typeface="Courier New" panose="02070309020205020404" pitchFamily="49" charset="0"/>
              </a:rPr>
              <a:t>gtm.js?id</a:t>
            </a:r>
            <a:r>
              <a:rPr lang="en-US" sz="800">
                <a:latin typeface="Courier New" panose="02070309020205020404" pitchFamily="49" charset="0"/>
                <a:cs typeface="Courier New" panose="02070309020205020404" pitchFamily="49" charset="0"/>
              </a:rPr>
              <a:t>='+</a:t>
            </a:r>
            <a:r>
              <a:rPr lang="en-US" sz="800" err="1">
                <a:latin typeface="Courier New" panose="02070309020205020404" pitchFamily="49" charset="0"/>
                <a:cs typeface="Courier New" panose="02070309020205020404" pitchFamily="49" charset="0"/>
              </a:rPr>
              <a:t>i+dl</a:t>
            </a:r>
            <a:r>
              <a:rPr lang="en-US" sz="80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800" err="1">
                <a:latin typeface="Courier New" panose="02070309020205020404" pitchFamily="49" charset="0"/>
                <a:cs typeface="Courier New" panose="02070309020205020404" pitchFamily="49" charset="0"/>
              </a:rPr>
              <a:t>f.parentNode.insertBefore</a:t>
            </a:r>
            <a:r>
              <a:rPr lang="en-US" sz="80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800" err="1">
                <a:latin typeface="Courier New" panose="02070309020205020404" pitchFamily="49" charset="0"/>
                <a:cs typeface="Courier New" panose="02070309020205020404" pitchFamily="49" charset="0"/>
              </a:rPr>
              <a:t>j,f</a:t>
            </a:r>
            <a:r>
              <a:rPr lang="en-US" sz="80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800">
                <a:latin typeface="Courier New" panose="02070309020205020404" pitchFamily="49" charset="0"/>
                <a:cs typeface="Courier New" panose="02070309020205020404" pitchFamily="49" charset="0"/>
              </a:rPr>
              <a:t>})(window,document,'script','</a:t>
            </a:r>
            <a:r>
              <a:rPr lang="en-US" sz="800" err="1">
                <a:latin typeface="Courier New" panose="02070309020205020404" pitchFamily="49" charset="0"/>
                <a:cs typeface="Courier New" panose="02070309020205020404" pitchFamily="49" charset="0"/>
              </a:rPr>
              <a:t>dataLayer</a:t>
            </a:r>
            <a:r>
              <a:rPr lang="en-US" sz="800">
                <a:latin typeface="Courier New" panose="02070309020205020404" pitchFamily="49" charset="0"/>
                <a:cs typeface="Courier New" panose="02070309020205020404" pitchFamily="49" charset="0"/>
              </a:rPr>
              <a:t>','GTM-XXXXXXX');</a:t>
            </a:r>
          </a:p>
          <a:p>
            <a:r>
              <a:rPr lang="en-US" sz="800">
                <a:latin typeface="Courier New" panose="02070309020205020404" pitchFamily="49" charset="0"/>
                <a:cs typeface="Courier New" panose="02070309020205020404" pitchFamily="49" charset="0"/>
              </a:rPr>
              <a:t>&lt;/script&gt;</a:t>
            </a:r>
          </a:p>
          <a:p>
            <a:r>
              <a:rPr lang="en-US" sz="800">
                <a:latin typeface="Courier New" panose="02070309020205020404" pitchFamily="49" charset="0"/>
                <a:cs typeface="Courier New" panose="02070309020205020404" pitchFamily="49" charset="0"/>
              </a:rPr>
              <a:t>&lt;!-- End Google Tag Manager --&gt;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5D851B0-B4AB-F21F-2422-F25D30E09F62}"/>
              </a:ext>
            </a:extLst>
          </p:cNvPr>
          <p:cNvSpPr/>
          <p:nvPr/>
        </p:nvSpPr>
        <p:spPr>
          <a:xfrm>
            <a:off x="4817269" y="2489971"/>
            <a:ext cx="3897546" cy="92475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800" err="1">
                <a:latin typeface="Courier New" panose="02070309020205020404" pitchFamily="49" charset="0"/>
                <a:cs typeface="Courier New" panose="02070309020205020404" pitchFamily="49" charset="0"/>
              </a:rPr>
              <a:t>dataLayer</a:t>
            </a:r>
            <a:r>
              <a:rPr lang="en-US" altLang="en-US" sz="80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800">
                <a:latin typeface="Courier New" panose="02070309020205020404" pitchFamily="49" charset="0"/>
                <a:cs typeface="Courier New" panose="02070309020205020404" pitchFamily="49" charset="0"/>
              </a:rPr>
              <a:t>  { page: 'home', </a:t>
            </a:r>
            <a:r>
              <a:rPr lang="en-US" altLang="en-US" sz="800" err="1">
                <a:latin typeface="Courier New" panose="02070309020205020404" pitchFamily="49" charset="0"/>
                <a:cs typeface="Courier New" panose="02070309020205020404" pitchFamily="49" charset="0"/>
              </a:rPr>
              <a:t>userType</a:t>
            </a:r>
            <a:r>
              <a:rPr lang="en-US" altLang="en-US" sz="800">
                <a:latin typeface="Courier New" panose="02070309020205020404" pitchFamily="49" charset="0"/>
                <a:cs typeface="Courier New" panose="02070309020205020404" pitchFamily="49" charset="0"/>
              </a:rPr>
              <a:t>: 'guest' },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800">
                <a:latin typeface="Courier New" panose="02070309020205020404" pitchFamily="49" charset="0"/>
                <a:cs typeface="Courier New" panose="02070309020205020404" pitchFamily="49" charset="0"/>
              </a:rPr>
              <a:t>  { event: '</a:t>
            </a:r>
            <a:r>
              <a:rPr lang="en-US" altLang="en-US" sz="800" err="1">
                <a:latin typeface="Courier New" panose="02070309020205020404" pitchFamily="49" charset="0"/>
                <a:cs typeface="Courier New" panose="02070309020205020404" pitchFamily="49" charset="0"/>
              </a:rPr>
              <a:t>button_click</a:t>
            </a:r>
            <a:r>
              <a:rPr lang="en-US" altLang="en-US" sz="800">
                <a:latin typeface="Courier New" panose="02070309020205020404" pitchFamily="49" charset="0"/>
                <a:cs typeface="Courier New" panose="02070309020205020404" pitchFamily="49" charset="0"/>
              </a:rPr>
              <a:t>', </a:t>
            </a:r>
            <a:r>
              <a:rPr lang="en-US" altLang="en-US" sz="800" err="1">
                <a:latin typeface="Courier New" panose="02070309020205020404" pitchFamily="49" charset="0"/>
                <a:cs typeface="Courier New" panose="02070309020205020404" pitchFamily="49" charset="0"/>
              </a:rPr>
              <a:t>buttonName</a:t>
            </a:r>
            <a:r>
              <a:rPr lang="en-US" altLang="en-US" sz="800">
                <a:latin typeface="Courier New" panose="02070309020205020404" pitchFamily="49" charset="0"/>
                <a:cs typeface="Courier New" panose="02070309020205020404" pitchFamily="49" charset="0"/>
              </a:rPr>
              <a:t>: 'Sign Up' },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800">
                <a:latin typeface="Courier New" panose="02070309020205020404" pitchFamily="49" charset="0"/>
                <a:cs typeface="Courier New" panose="02070309020205020404" pitchFamily="49" charset="0"/>
              </a:rPr>
              <a:t>  { event: 'purchase', value: 99.99 }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80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DB445F6-F0A4-3E0C-7A8D-420F84F1FE96}"/>
              </a:ext>
            </a:extLst>
          </p:cNvPr>
          <p:cNvSpPr/>
          <p:nvPr/>
        </p:nvSpPr>
        <p:spPr>
          <a:xfrm>
            <a:off x="4817269" y="3956021"/>
            <a:ext cx="3897546" cy="30467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800" err="1">
                <a:latin typeface="Courier New" panose="02070309020205020404" pitchFamily="49" charset="0"/>
                <a:cs typeface="Courier New" panose="02070309020205020404" pitchFamily="49" charset="0"/>
              </a:rPr>
              <a:t>dataLayer.push</a:t>
            </a:r>
            <a:r>
              <a:rPr lang="en-US" altLang="en-US" sz="800">
                <a:latin typeface="Courier New" panose="02070309020205020404" pitchFamily="49" charset="0"/>
                <a:cs typeface="Courier New" panose="02070309020205020404" pitchFamily="49" charset="0"/>
              </a:rPr>
              <a:t>({ event: ”</a:t>
            </a:r>
            <a:r>
              <a:rPr lang="en-US" altLang="en-US" sz="800" err="1">
                <a:latin typeface="Courier New" panose="02070309020205020404" pitchFamily="49" charset="0"/>
                <a:cs typeface="Courier New" panose="02070309020205020404" pitchFamily="49" charset="0"/>
              </a:rPr>
              <a:t>button.click</a:t>
            </a:r>
            <a:r>
              <a:rPr lang="en-US" altLang="en-US" sz="800">
                <a:latin typeface="Courier New" panose="02070309020205020404" pitchFamily="49" charset="0"/>
                <a:cs typeface="Courier New" panose="02070309020205020404" pitchFamily="49" charset="0"/>
              </a:rPr>
              <a:t>" })</a:t>
            </a:r>
          </a:p>
        </p:txBody>
      </p:sp>
    </p:spTree>
    <p:extLst>
      <p:ext uri="{BB962C8B-B14F-4D97-AF65-F5344CB8AC3E}">
        <p14:creationId xmlns:p14="http://schemas.microsoft.com/office/powerpoint/2010/main" val="4249839791"/>
      </p:ext>
    </p:extLst>
  </p:cSld>
  <p:clrMapOvr>
    <a:masterClrMapping/>
  </p:clrMapOvr>
</p:sld>
</file>

<file path=ppt/theme/theme1.xml><?xml version="1.0" encoding="utf-8"?>
<a:theme xmlns:a="http://schemas.openxmlformats.org/drawingml/2006/main" name="GS Green">
  <a:themeElements>
    <a:clrScheme name="GS Palette">
      <a:dk1>
        <a:srgbClr val="000000"/>
      </a:dk1>
      <a:lt1>
        <a:srgbClr val="FFFFFF"/>
      </a:lt1>
      <a:dk2>
        <a:srgbClr val="03B451"/>
      </a:dk2>
      <a:lt2>
        <a:srgbClr val="D5F166"/>
      </a:lt2>
      <a:accent1>
        <a:srgbClr val="005640"/>
      </a:accent1>
      <a:accent2>
        <a:srgbClr val="03B451"/>
      </a:accent2>
      <a:accent3>
        <a:srgbClr val="D5F166"/>
      </a:accent3>
      <a:accent4>
        <a:srgbClr val="A1DDF2"/>
      </a:accent4>
      <a:accent5>
        <a:srgbClr val="A1ECD4"/>
      </a:accent5>
      <a:accent6>
        <a:srgbClr val="FFFFFF"/>
      </a:accent6>
      <a:hlink>
        <a:srgbClr val="00563E"/>
      </a:hlink>
      <a:folHlink>
        <a:srgbClr val="00B25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4" id="{0CD868D1-45E0-2247-AFAC-EBB3F89A207A}" vid="{F4F24E85-7F6C-2044-987B-5E5F43147FFD}"/>
    </a:ext>
  </a:extLst>
</a:theme>
</file>

<file path=ppt/theme/theme2.xml><?xml version="1.0" encoding="utf-8"?>
<a:theme xmlns:a="http://schemas.openxmlformats.org/drawingml/2006/main" name="GS Playful Theme">
  <a:themeElements>
    <a:clrScheme name="GS Playful Theme">
      <a:dk1>
        <a:srgbClr val="000000"/>
      </a:dk1>
      <a:lt1>
        <a:srgbClr val="FFFFFF"/>
      </a:lt1>
      <a:dk2>
        <a:srgbClr val="5B1F8B"/>
      </a:dk2>
      <a:lt2>
        <a:srgbClr val="F7AAD3"/>
      </a:lt2>
      <a:accent1>
        <a:srgbClr val="5B1F8B"/>
      </a:accent1>
      <a:accent2>
        <a:srgbClr val="00B250"/>
      </a:accent2>
      <a:accent3>
        <a:srgbClr val="FC339E"/>
      </a:accent3>
      <a:accent4>
        <a:srgbClr val="FFF441"/>
      </a:accent4>
      <a:accent5>
        <a:srgbClr val="F7AAD5"/>
      </a:accent5>
      <a:accent6>
        <a:srgbClr val="CBB2F9"/>
      </a:accent6>
      <a:hlink>
        <a:srgbClr val="00573F"/>
      </a:hlink>
      <a:folHlink>
        <a:srgbClr val="03B451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4" id="{0CD868D1-45E0-2247-AFAC-EBB3F89A207A}" vid="{524A64BB-C7D2-7547-B11F-D908145F1C7D}"/>
    </a:ext>
  </a:extLst>
</a:theme>
</file>

<file path=ppt/theme/theme3.xml><?xml version="1.0" encoding="utf-8"?>
<a:theme xmlns:a="http://schemas.openxmlformats.org/drawingml/2006/main" name="GS Youthful Theme">
  <a:themeElements>
    <a:clrScheme name="GS Youthful Theme">
      <a:dk1>
        <a:srgbClr val="000000"/>
      </a:dk1>
      <a:lt1>
        <a:srgbClr val="FFFFFF"/>
      </a:lt1>
      <a:dk2>
        <a:srgbClr val="004886"/>
      </a:dk2>
      <a:lt2>
        <a:srgbClr val="00B2BD"/>
      </a:lt2>
      <a:accent1>
        <a:srgbClr val="004886"/>
      </a:accent1>
      <a:accent2>
        <a:srgbClr val="FBB69D"/>
      </a:accent2>
      <a:accent3>
        <a:srgbClr val="A1ECD4"/>
      </a:accent3>
      <a:accent4>
        <a:srgbClr val="B00060"/>
      </a:accent4>
      <a:accent5>
        <a:srgbClr val="00B2BD"/>
      </a:accent5>
      <a:accent6>
        <a:srgbClr val="D5C99E"/>
      </a:accent6>
      <a:hlink>
        <a:srgbClr val="004886"/>
      </a:hlink>
      <a:folHlink>
        <a:srgbClr val="A1DDF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4" id="{0CD868D1-45E0-2247-AFAC-EBB3F89A207A}" vid="{B36CF76A-6AE4-5E42-8FC3-0DA4019998B9}"/>
    </a:ext>
  </a:extLst>
</a:theme>
</file>

<file path=ppt/theme/theme4.xml><?xml version="1.0" encoding="utf-8"?>
<a:theme xmlns:a="http://schemas.openxmlformats.org/drawingml/2006/main" name="GS Sophisticated Theme">
  <a:themeElements>
    <a:clrScheme name="GS Sophisticated Theme">
      <a:dk1>
        <a:srgbClr val="000000"/>
      </a:dk1>
      <a:lt1>
        <a:srgbClr val="FFFFFF"/>
      </a:lt1>
      <a:dk2>
        <a:srgbClr val="00573F"/>
      </a:dk2>
      <a:lt2>
        <a:srgbClr val="D9D9D9"/>
      </a:lt2>
      <a:accent1>
        <a:srgbClr val="00573E"/>
      </a:accent1>
      <a:accent2>
        <a:srgbClr val="CBB2F7"/>
      </a:accent2>
      <a:accent3>
        <a:srgbClr val="004A87"/>
      </a:accent3>
      <a:accent4>
        <a:srgbClr val="A1DDF2"/>
      </a:accent4>
      <a:accent5>
        <a:srgbClr val="D9D9D9"/>
      </a:accent5>
      <a:accent6>
        <a:srgbClr val="5C1F8C"/>
      </a:accent6>
      <a:hlink>
        <a:srgbClr val="00563E"/>
      </a:hlink>
      <a:folHlink>
        <a:srgbClr val="006973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4" id="{0CD868D1-45E0-2247-AFAC-EBB3F89A207A}" vid="{405B3427-E159-4147-9F72-242B7AFEF814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8b6ad09-a5ec-46a7-9529-132af9f826d9" xsi:nil="true"/>
    <lcf76f155ced4ddcb4097134ff3c332f xmlns="8c2a3ba4-2d5a-423b-a2a6-daef0fc9e71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264FF8CB8C0EA418D242E1045A3FEA5" ma:contentTypeVersion="11" ma:contentTypeDescription="Create a new document." ma:contentTypeScope="" ma:versionID="cad147462da0404ae37b0d45412493d7">
  <xsd:schema xmlns:xsd="http://www.w3.org/2001/XMLSchema" xmlns:xs="http://www.w3.org/2001/XMLSchema" xmlns:p="http://schemas.microsoft.com/office/2006/metadata/properties" xmlns:ns2="8c2a3ba4-2d5a-423b-a2a6-daef0fc9e71a" xmlns:ns3="a8b6ad09-a5ec-46a7-9529-132af9f826d9" targetNamespace="http://schemas.microsoft.com/office/2006/metadata/properties" ma:root="true" ma:fieldsID="5bf3e2f7f44cfade24a8c7de4a06d63d" ns2:_="" ns3:_="">
    <xsd:import namespace="8c2a3ba4-2d5a-423b-a2a6-daef0fc9e71a"/>
    <xsd:import namespace="a8b6ad09-a5ec-46a7-9529-132af9f826d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2a3ba4-2d5a-423b-a2a6-daef0fc9e71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c3e6e850-a3d6-443d-bb2b-63dce7c8e1b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b6ad09-a5ec-46a7-9529-132af9f826d9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a76d21f8-cbbe-4d3e-8aee-3510c4118f00}" ma:internalName="TaxCatchAll" ma:showField="CatchAllData" ma:web="a8b6ad09-a5ec-46a7-9529-132af9f826d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684A2EC-2DFD-40BF-A4D3-06124CFE9A21}">
  <ds:schemaRefs>
    <ds:schemaRef ds:uri="215b6413-8997-4350-868d-f5587845e8ce"/>
    <ds:schemaRef ds:uri="http://schemas.microsoft.com/sharepoint/v3"/>
    <ds:schemaRef ds:uri="http://schemas.microsoft.com/office/2006/metadata/properties"/>
    <ds:schemaRef ds:uri="http://purl.org/dc/terms/"/>
    <ds:schemaRef ds:uri="http://schemas.microsoft.com/office/2006/documentManagement/types"/>
    <ds:schemaRef ds:uri="http://purl.org/dc/elements/1.1/"/>
    <ds:schemaRef ds:uri="http://purl.org/dc/dcmitype/"/>
    <ds:schemaRef ds:uri="http://schemas.microsoft.com/office/infopath/2007/PartnerControls"/>
    <ds:schemaRef ds:uri="89f18def-9b61-4945-af63-92ff93f1976c"/>
    <ds:schemaRef ds:uri="http://schemas.openxmlformats.org/package/2006/metadata/core-properties"/>
    <ds:schemaRef ds:uri="http://www.w3.org/XML/1998/namespace"/>
    <ds:schemaRef ds:uri="a8b6ad09-a5ec-46a7-9529-132af9f826d9"/>
    <ds:schemaRef ds:uri="8c2a3ba4-2d5a-423b-a2a6-daef0fc9e71a"/>
  </ds:schemaRefs>
</ds:datastoreItem>
</file>

<file path=customXml/itemProps2.xml><?xml version="1.0" encoding="utf-8"?>
<ds:datastoreItem xmlns:ds="http://schemas.openxmlformats.org/officeDocument/2006/customXml" ds:itemID="{405BDF04-31B0-49D8-8C18-90EE89F446E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c2a3ba4-2d5a-423b-a2a6-daef0fc9e71a"/>
    <ds:schemaRef ds:uri="a8b6ad09-a5ec-46a7-9529-132af9f826d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57467AF-1F5E-4E52-9946-F4B4F2EC0A0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GS Green</Template>
  <TotalTime>0</TotalTime>
  <Words>879</Words>
  <Application>Microsoft Office PowerPoint</Application>
  <PresentationFormat>On-screen Show (16:9)</PresentationFormat>
  <Paragraphs>149</Paragraphs>
  <Slides>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GS Green</vt:lpstr>
      <vt:lpstr>GS Playful Theme</vt:lpstr>
      <vt:lpstr>GS Youthful Theme</vt:lpstr>
      <vt:lpstr>GS Sophisticated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Richard Dominiak</dc:creator>
  <cp:lastModifiedBy>Richard Dominiak</cp:lastModifiedBy>
  <cp:revision>16</cp:revision>
  <dcterms:created xsi:type="dcterms:W3CDTF">2024-11-27T19:52:06Z</dcterms:created>
  <dcterms:modified xsi:type="dcterms:W3CDTF">2026-02-11T14:26:59Z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0x0101004264FF8CB8C0EA418D242E1045A3FEA5</vt:lpwstr>
  </property>
  <property fmtid="{D5CDD505-2E9C-101B-9397-08002B2CF9AE}" pid="3" name="MediaServiceImageTags">
    <vt:lpwstr/>
  </property>
</Properties>
</file>